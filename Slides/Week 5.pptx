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7" r:id="rId4"/>
    <p:sldMasterId id="2147483731" r:id="rId5"/>
  </p:sldMasterIdLst>
  <p:notesMasterIdLst>
    <p:notesMasterId r:id="rId32"/>
  </p:notesMasterIdLst>
  <p:handoutMasterIdLst>
    <p:handoutMasterId r:id="rId33"/>
  </p:handoutMasterIdLst>
  <p:sldIdLst>
    <p:sldId id="265" r:id="rId6"/>
    <p:sldId id="306" r:id="rId7"/>
    <p:sldId id="318" r:id="rId8"/>
    <p:sldId id="327" r:id="rId9"/>
    <p:sldId id="317" r:id="rId10"/>
    <p:sldId id="326" r:id="rId11"/>
    <p:sldId id="331" r:id="rId12"/>
    <p:sldId id="307" r:id="rId13"/>
    <p:sldId id="321" r:id="rId14"/>
    <p:sldId id="308" r:id="rId15"/>
    <p:sldId id="322" r:id="rId16"/>
    <p:sldId id="315" r:id="rId17"/>
    <p:sldId id="309" r:id="rId18"/>
    <p:sldId id="334" r:id="rId19"/>
    <p:sldId id="313" r:id="rId20"/>
    <p:sldId id="333" r:id="rId21"/>
    <p:sldId id="323" r:id="rId22"/>
    <p:sldId id="329" r:id="rId23"/>
    <p:sldId id="310" r:id="rId24"/>
    <p:sldId id="314" r:id="rId25"/>
    <p:sldId id="332" r:id="rId26"/>
    <p:sldId id="324" r:id="rId27"/>
    <p:sldId id="311" r:id="rId28"/>
    <p:sldId id="312" r:id="rId29"/>
    <p:sldId id="325" r:id="rId30"/>
    <p:sldId id="330" r:id="rId3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B4C3"/>
    <a:srgbClr val="FCED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81996" autoAdjust="0"/>
  </p:normalViewPr>
  <p:slideViewPr>
    <p:cSldViewPr snapToGrid="0" snapToObjects="1">
      <p:cViewPr varScale="1">
        <p:scale>
          <a:sx n="100" d="100"/>
          <a:sy n="100" d="100"/>
        </p:scale>
        <p:origin x="1184" y="56"/>
      </p:cViewPr>
      <p:guideLst/>
    </p:cSldViewPr>
  </p:slideViewPr>
  <p:outlineViewPr>
    <p:cViewPr>
      <p:scale>
        <a:sx n="33" d="100"/>
        <a:sy n="33" d="100"/>
      </p:scale>
      <p:origin x="0" y="-9162"/>
    </p:cViewPr>
  </p:outlineViewPr>
  <p:notesTextViewPr>
    <p:cViewPr>
      <p:scale>
        <a:sx n="1" d="1"/>
        <a:sy n="1" d="1"/>
      </p:scale>
      <p:origin x="0" y="0"/>
    </p:cViewPr>
  </p:notesTextViewPr>
  <p:sorterViewPr>
    <p:cViewPr>
      <p:scale>
        <a:sx n="108" d="100"/>
        <a:sy n="108" d="100"/>
      </p:scale>
      <p:origin x="0" y="0"/>
    </p:cViewPr>
  </p:sorter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hui Lan" userId="046113c4-4b6b-4ad1-9898-de38db5ddf06" providerId="ADAL" clId="{F39DD760-D2EC-4128-AE7C-999B050DA6CB}"/>
    <pc:docChg chg="undo custSel modSld">
      <pc:chgData name="Yihui Lan" userId="046113c4-4b6b-4ad1-9898-de38db5ddf06" providerId="ADAL" clId="{F39DD760-D2EC-4128-AE7C-999B050DA6CB}" dt="2023-05-29T13:01:49.047" v="18" actId="1076"/>
      <pc:docMkLst>
        <pc:docMk/>
      </pc:docMkLst>
      <pc:sldChg chg="delSp modSp delAnim">
        <pc:chgData name="Yihui Lan" userId="046113c4-4b6b-4ad1-9898-de38db5ddf06" providerId="ADAL" clId="{F39DD760-D2EC-4128-AE7C-999B050DA6CB}" dt="2023-05-29T13:01:14.442" v="12" actId="1076"/>
        <pc:sldMkLst>
          <pc:docMk/>
          <pc:sldMk cId="3143933787" sldId="291"/>
        </pc:sldMkLst>
        <pc:spChg chg="mod">
          <ac:chgData name="Yihui Lan" userId="046113c4-4b6b-4ad1-9898-de38db5ddf06" providerId="ADAL" clId="{F39DD760-D2EC-4128-AE7C-999B050DA6CB}" dt="2023-05-29T13:01:14.442" v="12" actId="1076"/>
          <ac:spMkLst>
            <pc:docMk/>
            <pc:sldMk cId="3143933787" sldId="291"/>
            <ac:spMk id="2" creationId="{67A152FD-04A2-9210-F789-861D3BE49039}"/>
          </ac:spMkLst>
        </pc:spChg>
        <pc:spChg chg="del">
          <ac:chgData name="Yihui Lan" userId="046113c4-4b6b-4ad1-9898-de38db5ddf06" providerId="ADAL" clId="{F39DD760-D2EC-4128-AE7C-999B050DA6CB}" dt="2023-05-29T13:00:43.335" v="4" actId="478"/>
          <ac:spMkLst>
            <pc:docMk/>
            <pc:sldMk cId="3143933787" sldId="291"/>
            <ac:spMk id="6" creationId="{1A8DC057-B5A9-47C6-67B2-40A82DC4FDA9}"/>
          </ac:spMkLst>
        </pc:spChg>
        <pc:spChg chg="del">
          <ac:chgData name="Yihui Lan" userId="046113c4-4b6b-4ad1-9898-de38db5ddf06" providerId="ADAL" clId="{F39DD760-D2EC-4128-AE7C-999B050DA6CB}" dt="2023-05-29T13:00:46.536" v="5" actId="478"/>
          <ac:spMkLst>
            <pc:docMk/>
            <pc:sldMk cId="3143933787" sldId="291"/>
            <ac:spMk id="9" creationId="{CCADC9B8-26CC-7BF1-7D36-CE979F368790}"/>
          </ac:spMkLst>
        </pc:spChg>
        <pc:spChg chg="del">
          <ac:chgData name="Yihui Lan" userId="046113c4-4b6b-4ad1-9898-de38db5ddf06" providerId="ADAL" clId="{F39DD760-D2EC-4128-AE7C-999B050DA6CB}" dt="2023-05-29T13:00:19.612" v="0" actId="478"/>
          <ac:spMkLst>
            <pc:docMk/>
            <pc:sldMk cId="3143933787" sldId="291"/>
            <ac:spMk id="10" creationId="{BADB30C8-0638-08F4-3751-CCA38E0C510B}"/>
          </ac:spMkLst>
        </pc:spChg>
        <pc:spChg chg="del">
          <ac:chgData name="Yihui Lan" userId="046113c4-4b6b-4ad1-9898-de38db5ddf06" providerId="ADAL" clId="{F39DD760-D2EC-4128-AE7C-999B050DA6CB}" dt="2023-05-29T13:00:38.468" v="3" actId="478"/>
          <ac:spMkLst>
            <pc:docMk/>
            <pc:sldMk cId="3143933787" sldId="291"/>
            <ac:spMk id="11" creationId="{6FAF269E-7C2B-B673-4416-784AAAE397B7}"/>
          </ac:spMkLst>
        </pc:spChg>
        <pc:spChg chg="del">
          <ac:chgData name="Yihui Lan" userId="046113c4-4b6b-4ad1-9898-de38db5ddf06" providerId="ADAL" clId="{F39DD760-D2EC-4128-AE7C-999B050DA6CB}" dt="2023-05-29T13:00:34.099" v="2" actId="478"/>
          <ac:spMkLst>
            <pc:docMk/>
            <pc:sldMk cId="3143933787" sldId="291"/>
            <ac:spMk id="12" creationId="{D50BA9FB-83CA-AE2F-8ADA-7DD006DAEE26}"/>
          </ac:spMkLst>
        </pc:spChg>
        <pc:spChg chg="del">
          <ac:chgData name="Yihui Lan" userId="046113c4-4b6b-4ad1-9898-de38db5ddf06" providerId="ADAL" clId="{F39DD760-D2EC-4128-AE7C-999B050DA6CB}" dt="2023-05-29T13:00:24.332" v="1" actId="478"/>
          <ac:spMkLst>
            <pc:docMk/>
            <pc:sldMk cId="3143933787" sldId="291"/>
            <ac:spMk id="13" creationId="{E9010B7B-BAD4-BA3C-93F8-4D29B9D65D55}"/>
          </ac:spMkLst>
        </pc:spChg>
        <pc:spChg chg="del">
          <ac:chgData name="Yihui Lan" userId="046113c4-4b6b-4ad1-9898-de38db5ddf06" providerId="ADAL" clId="{F39DD760-D2EC-4128-AE7C-999B050DA6CB}" dt="2023-05-29T13:00:50.436" v="6" actId="478"/>
          <ac:spMkLst>
            <pc:docMk/>
            <pc:sldMk cId="3143933787" sldId="291"/>
            <ac:spMk id="14" creationId="{0DB267C1-FA33-E377-2376-F7A44FE7FC2D}"/>
          </ac:spMkLst>
        </pc:spChg>
      </pc:sldChg>
      <pc:sldChg chg="modSp">
        <pc:chgData name="Yihui Lan" userId="046113c4-4b6b-4ad1-9898-de38db5ddf06" providerId="ADAL" clId="{F39DD760-D2EC-4128-AE7C-999B050DA6CB}" dt="2023-05-29T13:01:49.047" v="18" actId="1076"/>
        <pc:sldMkLst>
          <pc:docMk/>
          <pc:sldMk cId="626942686" sldId="297"/>
        </pc:sldMkLst>
        <pc:spChg chg="mod">
          <ac:chgData name="Yihui Lan" userId="046113c4-4b6b-4ad1-9898-de38db5ddf06" providerId="ADAL" clId="{F39DD760-D2EC-4128-AE7C-999B050DA6CB}" dt="2023-05-29T13:01:38.862" v="15" actId="27636"/>
          <ac:spMkLst>
            <pc:docMk/>
            <pc:sldMk cId="626942686" sldId="297"/>
            <ac:spMk id="2" creationId="{4E119B53-DDC8-4AB3-50FB-5F6E161F6128}"/>
          </ac:spMkLst>
        </pc:spChg>
        <pc:picChg chg="mod">
          <ac:chgData name="Yihui Lan" userId="046113c4-4b6b-4ad1-9898-de38db5ddf06" providerId="ADAL" clId="{F39DD760-D2EC-4128-AE7C-999B050DA6CB}" dt="2023-05-29T13:01:49.047" v="18" actId="1076"/>
          <ac:picMkLst>
            <pc:docMk/>
            <pc:sldMk cId="626942686" sldId="297"/>
            <ac:picMk id="4" creationId="{F7C19168-2C9F-106F-DD5B-8D5036DD638C}"/>
          </ac:picMkLst>
        </pc:picChg>
      </pc:sldChg>
    </pc:docChg>
  </pc:docChgLst>
  <pc:docChgLst>
    <pc:chgData name="Yihui Lan" userId="046113c4-4b6b-4ad1-9898-de38db5ddf06" providerId="ADAL" clId="{C14D4A19-A060-4C6F-951C-44082833F7EE}"/>
    <pc:docChg chg="modSld">
      <pc:chgData name="Yihui Lan" userId="046113c4-4b6b-4ad1-9898-de38db5ddf06" providerId="ADAL" clId="{C14D4A19-A060-4C6F-951C-44082833F7EE}" dt="2022-12-09T04:09:16.300" v="0"/>
      <pc:docMkLst>
        <pc:docMk/>
      </pc:docMkLst>
      <pc:sldChg chg="addSp delSp modSp">
        <pc:chgData name="Yihui Lan" userId="046113c4-4b6b-4ad1-9898-de38db5ddf06" providerId="ADAL" clId="{C14D4A19-A060-4C6F-951C-44082833F7EE}" dt="2022-12-09T04:09:16.300" v="0"/>
        <pc:sldMkLst>
          <pc:docMk/>
          <pc:sldMk cId="957572615" sldId="259"/>
        </pc:sldMkLst>
        <pc:spChg chg="del">
          <ac:chgData name="Yihui Lan" userId="046113c4-4b6b-4ad1-9898-de38db5ddf06" providerId="ADAL" clId="{C14D4A19-A060-4C6F-951C-44082833F7EE}" dt="2022-12-09T04:09:16.300" v="0"/>
          <ac:spMkLst>
            <pc:docMk/>
            <pc:sldMk cId="957572615" sldId="259"/>
            <ac:spMk id="3" creationId="{AB1E3F9B-4791-45C9-B844-0DEFE002BD2E}"/>
          </ac:spMkLst>
        </pc:spChg>
        <pc:spChg chg="del">
          <ac:chgData name="Yihui Lan" userId="046113c4-4b6b-4ad1-9898-de38db5ddf06" providerId="ADAL" clId="{C14D4A19-A060-4C6F-951C-44082833F7EE}" dt="2022-12-09T04:09:16.300" v="0"/>
          <ac:spMkLst>
            <pc:docMk/>
            <pc:sldMk cId="957572615" sldId="259"/>
            <ac:spMk id="4" creationId="{12C8BBEA-059B-4A04-9E46-45AE62D0C608}"/>
          </ac:spMkLst>
        </pc:spChg>
        <pc:spChg chg="add mod">
          <ac:chgData name="Yihui Lan" userId="046113c4-4b6b-4ad1-9898-de38db5ddf06" providerId="ADAL" clId="{C14D4A19-A060-4C6F-951C-44082833F7EE}" dt="2022-12-09T04:09:16.300" v="0"/>
          <ac:spMkLst>
            <pc:docMk/>
            <pc:sldMk cId="957572615" sldId="259"/>
            <ac:spMk id="5" creationId="{1AC860A5-10D2-4481-AF3A-2BF0C372F63C}"/>
          </ac:spMkLst>
        </pc:spChg>
      </pc:sldChg>
      <pc:sldChg chg="addSp delSp modSp">
        <pc:chgData name="Yihui Lan" userId="046113c4-4b6b-4ad1-9898-de38db5ddf06" providerId="ADAL" clId="{C14D4A19-A060-4C6F-951C-44082833F7EE}" dt="2022-12-09T04:09:16.300" v="0"/>
        <pc:sldMkLst>
          <pc:docMk/>
          <pc:sldMk cId="1455395372" sldId="262"/>
        </pc:sldMkLst>
        <pc:spChg chg="del">
          <ac:chgData name="Yihui Lan" userId="046113c4-4b6b-4ad1-9898-de38db5ddf06" providerId="ADAL" clId="{C14D4A19-A060-4C6F-951C-44082833F7EE}" dt="2022-12-09T04:09:16.300" v="0"/>
          <ac:spMkLst>
            <pc:docMk/>
            <pc:sldMk cId="1455395372" sldId="262"/>
            <ac:spMk id="4" creationId="{58616667-75DF-4747-8670-363BFBEB8746}"/>
          </ac:spMkLst>
        </pc:spChg>
        <pc:spChg chg="del">
          <ac:chgData name="Yihui Lan" userId="046113c4-4b6b-4ad1-9898-de38db5ddf06" providerId="ADAL" clId="{C14D4A19-A060-4C6F-951C-44082833F7EE}" dt="2022-12-09T04:09:16.300" v="0"/>
          <ac:spMkLst>
            <pc:docMk/>
            <pc:sldMk cId="1455395372" sldId="262"/>
            <ac:spMk id="5" creationId="{DF397C91-9964-4F7E-A8E4-C7ACCA9656C1}"/>
          </ac:spMkLst>
        </pc:spChg>
        <pc:spChg chg="add mod">
          <ac:chgData name="Yihui Lan" userId="046113c4-4b6b-4ad1-9898-de38db5ddf06" providerId="ADAL" clId="{C14D4A19-A060-4C6F-951C-44082833F7EE}" dt="2022-12-09T04:09:16.300" v="0"/>
          <ac:spMkLst>
            <pc:docMk/>
            <pc:sldMk cId="1455395372" sldId="262"/>
            <ac:spMk id="6" creationId="{2362A1B9-AA87-4878-A93C-92C0B51396AD}"/>
          </ac:spMkLst>
        </pc:spChg>
      </pc:sldChg>
      <pc:sldChg chg="addSp modSp">
        <pc:chgData name="Yihui Lan" userId="046113c4-4b6b-4ad1-9898-de38db5ddf06" providerId="ADAL" clId="{C14D4A19-A060-4C6F-951C-44082833F7EE}" dt="2022-12-09T04:09:16.300" v="0"/>
        <pc:sldMkLst>
          <pc:docMk/>
          <pc:sldMk cId="2107154420" sldId="263"/>
        </pc:sldMkLst>
        <pc:spChg chg="add mod">
          <ac:chgData name="Yihui Lan" userId="046113c4-4b6b-4ad1-9898-de38db5ddf06" providerId="ADAL" clId="{C14D4A19-A060-4C6F-951C-44082833F7EE}" dt="2022-12-09T04:09:16.300" v="0"/>
          <ac:spMkLst>
            <pc:docMk/>
            <pc:sldMk cId="2107154420" sldId="263"/>
            <ac:spMk id="3" creationId="{208F637C-A1FB-44C0-80A1-214135D4354A}"/>
          </ac:spMkLst>
        </pc:spChg>
        <pc:spChg chg="add mod">
          <ac:chgData name="Yihui Lan" userId="046113c4-4b6b-4ad1-9898-de38db5ddf06" providerId="ADAL" clId="{C14D4A19-A060-4C6F-951C-44082833F7EE}" dt="2022-12-09T04:09:16.300" v="0"/>
          <ac:spMkLst>
            <pc:docMk/>
            <pc:sldMk cId="2107154420" sldId="263"/>
            <ac:spMk id="4" creationId="{F5DBE36A-FABC-4839-AC79-AFB335449872}"/>
          </ac:spMkLst>
        </pc:spChg>
      </pc:sldChg>
      <pc:sldChg chg="addSp modSp">
        <pc:chgData name="Yihui Lan" userId="046113c4-4b6b-4ad1-9898-de38db5ddf06" providerId="ADAL" clId="{C14D4A19-A060-4C6F-951C-44082833F7EE}" dt="2022-12-09T04:09:16.300" v="0"/>
        <pc:sldMkLst>
          <pc:docMk/>
          <pc:sldMk cId="2691548534" sldId="267"/>
        </pc:sldMkLst>
        <pc:spChg chg="add mod">
          <ac:chgData name="Yihui Lan" userId="046113c4-4b6b-4ad1-9898-de38db5ddf06" providerId="ADAL" clId="{C14D4A19-A060-4C6F-951C-44082833F7EE}" dt="2022-12-09T04:09:16.300" v="0"/>
          <ac:spMkLst>
            <pc:docMk/>
            <pc:sldMk cId="2691548534" sldId="267"/>
            <ac:spMk id="2" creationId="{E8255623-6CEA-4F7B-949A-9C7FEA5A012E}"/>
          </ac:spMkLst>
        </pc:spChg>
      </pc:sldChg>
      <pc:sldChg chg="addSp delSp modSp">
        <pc:chgData name="Yihui Lan" userId="046113c4-4b6b-4ad1-9898-de38db5ddf06" providerId="ADAL" clId="{C14D4A19-A060-4C6F-951C-44082833F7EE}" dt="2022-12-09T04:09:16.300" v="0"/>
        <pc:sldMkLst>
          <pc:docMk/>
          <pc:sldMk cId="1561898756" sldId="268"/>
        </pc:sldMkLst>
        <pc:spChg chg="add mod">
          <ac:chgData name="Yihui Lan" userId="046113c4-4b6b-4ad1-9898-de38db5ddf06" providerId="ADAL" clId="{C14D4A19-A060-4C6F-951C-44082833F7EE}" dt="2022-12-09T04:09:16.300" v="0"/>
          <ac:spMkLst>
            <pc:docMk/>
            <pc:sldMk cId="1561898756" sldId="268"/>
            <ac:spMk id="3" creationId="{39EF0214-9FF2-4B7C-8327-B923B2509795}"/>
          </ac:spMkLst>
        </pc:spChg>
        <pc:spChg chg="del">
          <ac:chgData name="Yihui Lan" userId="046113c4-4b6b-4ad1-9898-de38db5ddf06" providerId="ADAL" clId="{C14D4A19-A060-4C6F-951C-44082833F7EE}" dt="2022-12-09T04:09:16.300" v="0"/>
          <ac:spMkLst>
            <pc:docMk/>
            <pc:sldMk cId="1561898756" sldId="268"/>
            <ac:spMk id="5" creationId="{F7F3A224-D452-4DA0-9288-AF27EEC4C39E}"/>
          </ac:spMkLst>
        </pc:spChg>
        <pc:spChg chg="del">
          <ac:chgData name="Yihui Lan" userId="046113c4-4b6b-4ad1-9898-de38db5ddf06" providerId="ADAL" clId="{C14D4A19-A060-4C6F-951C-44082833F7EE}" dt="2022-12-09T04:09:16.300" v="0"/>
          <ac:spMkLst>
            <pc:docMk/>
            <pc:sldMk cId="1561898756" sldId="268"/>
            <ac:spMk id="6" creationId="{52E75B91-4724-41CE-8100-4264C0C4C970}"/>
          </ac:spMkLst>
        </pc:spChg>
      </pc:sldChg>
      <pc:sldChg chg="addSp delSp modSp">
        <pc:chgData name="Yihui Lan" userId="046113c4-4b6b-4ad1-9898-de38db5ddf06" providerId="ADAL" clId="{C14D4A19-A060-4C6F-951C-44082833F7EE}" dt="2022-12-09T04:09:16.300" v="0"/>
        <pc:sldMkLst>
          <pc:docMk/>
          <pc:sldMk cId="3727807895" sldId="269"/>
        </pc:sldMkLst>
        <pc:spChg chg="add mod">
          <ac:chgData name="Yihui Lan" userId="046113c4-4b6b-4ad1-9898-de38db5ddf06" providerId="ADAL" clId="{C14D4A19-A060-4C6F-951C-44082833F7EE}" dt="2022-12-09T04:09:16.300" v="0"/>
          <ac:spMkLst>
            <pc:docMk/>
            <pc:sldMk cId="3727807895" sldId="269"/>
            <ac:spMk id="2" creationId="{505FB355-D2EE-499E-8E2D-4209765CE687}"/>
          </ac:spMkLst>
        </pc:spChg>
        <pc:spChg chg="add mod">
          <ac:chgData name="Yihui Lan" userId="046113c4-4b6b-4ad1-9898-de38db5ddf06" providerId="ADAL" clId="{C14D4A19-A060-4C6F-951C-44082833F7EE}" dt="2022-12-09T04:09:16.300" v="0"/>
          <ac:spMkLst>
            <pc:docMk/>
            <pc:sldMk cId="3727807895" sldId="269"/>
            <ac:spMk id="3" creationId="{0D580833-BBC4-48AD-8A27-2C1614650492}"/>
          </ac:spMkLst>
        </pc:spChg>
        <pc:spChg chg="del">
          <ac:chgData name="Yihui Lan" userId="046113c4-4b6b-4ad1-9898-de38db5ddf06" providerId="ADAL" clId="{C14D4A19-A060-4C6F-951C-44082833F7EE}" dt="2022-12-09T04:09:16.300" v="0"/>
          <ac:spMkLst>
            <pc:docMk/>
            <pc:sldMk cId="3727807895" sldId="269"/>
            <ac:spMk id="8" creationId="{F6ABB557-0293-4C8E-8E30-BCB59F928AEF}"/>
          </ac:spMkLst>
        </pc:spChg>
        <pc:spChg chg="del">
          <ac:chgData name="Yihui Lan" userId="046113c4-4b6b-4ad1-9898-de38db5ddf06" providerId="ADAL" clId="{C14D4A19-A060-4C6F-951C-44082833F7EE}" dt="2022-12-09T04:09:16.300" v="0"/>
          <ac:spMkLst>
            <pc:docMk/>
            <pc:sldMk cId="3727807895" sldId="269"/>
            <ac:spMk id="9" creationId="{34A22F83-FFEF-4206-9E5F-6FDEF63F75AA}"/>
          </ac:spMkLst>
        </pc:spChg>
        <pc:spChg chg="del">
          <ac:chgData name="Yihui Lan" userId="046113c4-4b6b-4ad1-9898-de38db5ddf06" providerId="ADAL" clId="{C14D4A19-A060-4C6F-951C-44082833F7EE}" dt="2022-12-09T04:09:16.300" v="0"/>
          <ac:spMkLst>
            <pc:docMk/>
            <pc:sldMk cId="3727807895" sldId="269"/>
            <ac:spMk id="10" creationId="{48BA4415-0067-4696-BAA0-81C73646B47B}"/>
          </ac:spMkLst>
        </pc:spChg>
      </pc:sldChg>
      <pc:sldChg chg="addSp delSp modSp">
        <pc:chgData name="Yihui Lan" userId="046113c4-4b6b-4ad1-9898-de38db5ddf06" providerId="ADAL" clId="{C14D4A19-A060-4C6F-951C-44082833F7EE}" dt="2022-12-09T04:09:16.300" v="0"/>
        <pc:sldMkLst>
          <pc:docMk/>
          <pc:sldMk cId="1593451570" sldId="271"/>
        </pc:sldMkLst>
        <pc:spChg chg="del">
          <ac:chgData name="Yihui Lan" userId="046113c4-4b6b-4ad1-9898-de38db5ddf06" providerId="ADAL" clId="{C14D4A19-A060-4C6F-951C-44082833F7EE}" dt="2022-12-09T04:09:16.300" v="0"/>
          <ac:spMkLst>
            <pc:docMk/>
            <pc:sldMk cId="1593451570" sldId="271"/>
            <ac:spMk id="3" creationId="{B031507B-7E89-4496-A236-F18499709FD8}"/>
          </ac:spMkLst>
        </pc:spChg>
        <pc:spChg chg="del">
          <ac:chgData name="Yihui Lan" userId="046113c4-4b6b-4ad1-9898-de38db5ddf06" providerId="ADAL" clId="{C14D4A19-A060-4C6F-951C-44082833F7EE}" dt="2022-12-09T04:09:16.300" v="0"/>
          <ac:spMkLst>
            <pc:docMk/>
            <pc:sldMk cId="1593451570" sldId="271"/>
            <ac:spMk id="5" creationId="{BFB5AA2D-77CC-436D-8417-295DCCFA24B4}"/>
          </ac:spMkLst>
        </pc:spChg>
        <pc:spChg chg="add mod">
          <ac:chgData name="Yihui Lan" userId="046113c4-4b6b-4ad1-9898-de38db5ddf06" providerId="ADAL" clId="{C14D4A19-A060-4C6F-951C-44082833F7EE}" dt="2022-12-09T04:09:16.300" v="0"/>
          <ac:spMkLst>
            <pc:docMk/>
            <pc:sldMk cId="1593451570" sldId="271"/>
            <ac:spMk id="6" creationId="{900604E8-FD42-4F9B-87EC-49BAE27D538A}"/>
          </ac:spMkLst>
        </pc:spChg>
      </pc:sldChg>
      <pc:sldChg chg="addSp delSp modSp">
        <pc:chgData name="Yihui Lan" userId="046113c4-4b6b-4ad1-9898-de38db5ddf06" providerId="ADAL" clId="{C14D4A19-A060-4C6F-951C-44082833F7EE}" dt="2022-12-09T04:09:16.300" v="0"/>
        <pc:sldMkLst>
          <pc:docMk/>
          <pc:sldMk cId="2696554335" sldId="272"/>
        </pc:sldMkLst>
        <pc:spChg chg="add mod">
          <ac:chgData name="Yihui Lan" userId="046113c4-4b6b-4ad1-9898-de38db5ddf06" providerId="ADAL" clId="{C14D4A19-A060-4C6F-951C-44082833F7EE}" dt="2022-12-09T04:09:16.300" v="0"/>
          <ac:spMkLst>
            <pc:docMk/>
            <pc:sldMk cId="2696554335" sldId="272"/>
            <ac:spMk id="2" creationId="{BB0EEFB9-CF6B-4763-9556-3AA9628A2EBB}"/>
          </ac:spMkLst>
        </pc:spChg>
        <pc:spChg chg="add mod">
          <ac:chgData name="Yihui Lan" userId="046113c4-4b6b-4ad1-9898-de38db5ddf06" providerId="ADAL" clId="{C14D4A19-A060-4C6F-951C-44082833F7EE}" dt="2022-12-09T04:09:16.300" v="0"/>
          <ac:spMkLst>
            <pc:docMk/>
            <pc:sldMk cId="2696554335" sldId="272"/>
            <ac:spMk id="3" creationId="{957263A2-187B-426E-9F0D-892D15775A04}"/>
          </ac:spMkLst>
        </pc:spChg>
        <pc:spChg chg="del">
          <ac:chgData name="Yihui Lan" userId="046113c4-4b6b-4ad1-9898-de38db5ddf06" providerId="ADAL" clId="{C14D4A19-A060-4C6F-951C-44082833F7EE}" dt="2022-12-09T04:09:16.300" v="0"/>
          <ac:spMkLst>
            <pc:docMk/>
            <pc:sldMk cId="2696554335" sldId="272"/>
            <ac:spMk id="6" creationId="{05D919BF-520D-4DB2-BF52-23744E842A58}"/>
          </ac:spMkLst>
        </pc:spChg>
        <pc:spChg chg="del">
          <ac:chgData name="Yihui Lan" userId="046113c4-4b6b-4ad1-9898-de38db5ddf06" providerId="ADAL" clId="{C14D4A19-A060-4C6F-951C-44082833F7EE}" dt="2022-12-09T04:09:16.300" v="0"/>
          <ac:spMkLst>
            <pc:docMk/>
            <pc:sldMk cId="2696554335" sldId="272"/>
            <ac:spMk id="7" creationId="{3D5C5492-1EC9-4DF6-ACFB-BB986B029F08}"/>
          </ac:spMkLst>
        </pc:spChg>
        <pc:spChg chg="del">
          <ac:chgData name="Yihui Lan" userId="046113c4-4b6b-4ad1-9898-de38db5ddf06" providerId="ADAL" clId="{C14D4A19-A060-4C6F-951C-44082833F7EE}" dt="2022-12-09T04:09:16.300" v="0"/>
          <ac:spMkLst>
            <pc:docMk/>
            <pc:sldMk cId="2696554335" sldId="272"/>
            <ac:spMk id="8" creationId="{7ADEF535-3BB1-4948-B3AB-EA351F65A0C5}"/>
          </ac:spMkLst>
        </pc:spChg>
      </pc:sldChg>
      <pc:sldChg chg="delSp">
        <pc:chgData name="Yihui Lan" userId="046113c4-4b6b-4ad1-9898-de38db5ddf06" providerId="ADAL" clId="{C14D4A19-A060-4C6F-951C-44082833F7EE}" dt="2022-12-09T04:09:16.300" v="0"/>
        <pc:sldMkLst>
          <pc:docMk/>
          <pc:sldMk cId="1740686262" sldId="274"/>
        </pc:sldMkLst>
        <pc:spChg chg="del">
          <ac:chgData name="Yihui Lan" userId="046113c4-4b6b-4ad1-9898-de38db5ddf06" providerId="ADAL" clId="{C14D4A19-A060-4C6F-951C-44082833F7EE}" dt="2022-12-09T04:09:16.300" v="0"/>
          <ac:spMkLst>
            <pc:docMk/>
            <pc:sldMk cId="1740686262" sldId="274"/>
            <ac:spMk id="4" creationId="{275B5E0C-F36A-417B-BA14-044A5E8E9ADF}"/>
          </ac:spMkLst>
        </pc:spChg>
      </pc:sldChg>
      <pc:sldChg chg="delSp">
        <pc:chgData name="Yihui Lan" userId="046113c4-4b6b-4ad1-9898-de38db5ddf06" providerId="ADAL" clId="{C14D4A19-A060-4C6F-951C-44082833F7EE}" dt="2022-12-09T04:09:16.300" v="0"/>
        <pc:sldMkLst>
          <pc:docMk/>
          <pc:sldMk cId="1860839838" sldId="275"/>
        </pc:sldMkLst>
        <pc:spChg chg="del">
          <ac:chgData name="Yihui Lan" userId="046113c4-4b6b-4ad1-9898-de38db5ddf06" providerId="ADAL" clId="{C14D4A19-A060-4C6F-951C-44082833F7EE}" dt="2022-12-09T04:09:16.300" v="0"/>
          <ac:spMkLst>
            <pc:docMk/>
            <pc:sldMk cId="1860839838" sldId="275"/>
            <ac:spMk id="4" creationId="{86E37ABA-7763-432A-8B01-E4C51E1BEA5D}"/>
          </ac:spMkLst>
        </pc:spChg>
      </pc:sldChg>
      <pc:sldChg chg="delSp">
        <pc:chgData name="Yihui Lan" userId="046113c4-4b6b-4ad1-9898-de38db5ddf06" providerId="ADAL" clId="{C14D4A19-A060-4C6F-951C-44082833F7EE}" dt="2022-12-09T04:09:16.300" v="0"/>
        <pc:sldMkLst>
          <pc:docMk/>
          <pc:sldMk cId="1242771797" sldId="276"/>
        </pc:sldMkLst>
        <pc:spChg chg="del">
          <ac:chgData name="Yihui Lan" userId="046113c4-4b6b-4ad1-9898-de38db5ddf06" providerId="ADAL" clId="{C14D4A19-A060-4C6F-951C-44082833F7EE}" dt="2022-12-09T04:09:16.300" v="0"/>
          <ac:spMkLst>
            <pc:docMk/>
            <pc:sldMk cId="1242771797" sldId="276"/>
            <ac:spMk id="4" creationId="{B52980EC-21FB-4BDC-A9D5-4388D8BE2A0E}"/>
          </ac:spMkLst>
        </pc:spChg>
      </pc:sldChg>
      <pc:sldChg chg="addSp delSp modSp">
        <pc:chgData name="Yihui Lan" userId="046113c4-4b6b-4ad1-9898-de38db5ddf06" providerId="ADAL" clId="{C14D4A19-A060-4C6F-951C-44082833F7EE}" dt="2022-12-09T04:09:16.300" v="0"/>
        <pc:sldMkLst>
          <pc:docMk/>
          <pc:sldMk cId="1569928836" sldId="279"/>
        </pc:sldMkLst>
        <pc:spChg chg="add mod">
          <ac:chgData name="Yihui Lan" userId="046113c4-4b6b-4ad1-9898-de38db5ddf06" providerId="ADAL" clId="{C14D4A19-A060-4C6F-951C-44082833F7EE}" dt="2022-12-09T04:09:16.300" v="0"/>
          <ac:spMkLst>
            <pc:docMk/>
            <pc:sldMk cId="1569928836" sldId="279"/>
            <ac:spMk id="3" creationId="{482E1713-6740-466A-869A-F203F41BD17C}"/>
          </ac:spMkLst>
        </pc:spChg>
        <pc:spChg chg="del">
          <ac:chgData name="Yihui Lan" userId="046113c4-4b6b-4ad1-9898-de38db5ddf06" providerId="ADAL" clId="{C14D4A19-A060-4C6F-951C-44082833F7EE}" dt="2022-12-09T04:09:16.300" v="0"/>
          <ac:spMkLst>
            <pc:docMk/>
            <pc:sldMk cId="1569928836" sldId="279"/>
            <ac:spMk id="4" creationId="{04025E57-1853-4377-998F-A24C364F74BB}"/>
          </ac:spMkLst>
        </pc:spChg>
        <pc:spChg chg="del">
          <ac:chgData name="Yihui Lan" userId="046113c4-4b6b-4ad1-9898-de38db5ddf06" providerId="ADAL" clId="{C14D4A19-A060-4C6F-951C-44082833F7EE}" dt="2022-12-09T04:09:16.300" v="0"/>
          <ac:spMkLst>
            <pc:docMk/>
            <pc:sldMk cId="1569928836" sldId="279"/>
            <ac:spMk id="5" creationId="{7B420278-2D49-4D2C-8F0E-4BDDEDDE63AB}"/>
          </ac:spMkLst>
        </pc:spChg>
      </pc:sldChg>
      <pc:sldChg chg="addSp modSp">
        <pc:chgData name="Yihui Lan" userId="046113c4-4b6b-4ad1-9898-de38db5ddf06" providerId="ADAL" clId="{C14D4A19-A060-4C6F-951C-44082833F7EE}" dt="2022-12-09T04:09:16.300" v="0"/>
        <pc:sldMkLst>
          <pc:docMk/>
          <pc:sldMk cId="2071795482" sldId="280"/>
        </pc:sldMkLst>
        <pc:spChg chg="add mod">
          <ac:chgData name="Yihui Lan" userId="046113c4-4b6b-4ad1-9898-de38db5ddf06" providerId="ADAL" clId="{C14D4A19-A060-4C6F-951C-44082833F7EE}" dt="2022-12-09T04:09:16.300" v="0"/>
          <ac:spMkLst>
            <pc:docMk/>
            <pc:sldMk cId="2071795482" sldId="280"/>
            <ac:spMk id="2" creationId="{19A635D9-C032-4E6D-845E-4852C9B6D9AE}"/>
          </ac:spMkLst>
        </pc:spChg>
      </pc:sldChg>
      <pc:sldChg chg="addSp modSp">
        <pc:chgData name="Yihui Lan" userId="046113c4-4b6b-4ad1-9898-de38db5ddf06" providerId="ADAL" clId="{C14D4A19-A060-4C6F-951C-44082833F7EE}" dt="2022-12-09T04:09:16.300" v="0"/>
        <pc:sldMkLst>
          <pc:docMk/>
          <pc:sldMk cId="2697963900" sldId="282"/>
        </pc:sldMkLst>
        <pc:spChg chg="add mod">
          <ac:chgData name="Yihui Lan" userId="046113c4-4b6b-4ad1-9898-de38db5ddf06" providerId="ADAL" clId="{C14D4A19-A060-4C6F-951C-44082833F7EE}" dt="2022-12-09T04:09:16.300" v="0"/>
          <ac:spMkLst>
            <pc:docMk/>
            <pc:sldMk cId="2697963900" sldId="282"/>
            <ac:spMk id="2" creationId="{FE228DCE-2733-411E-8E22-02C9DF1F087A}"/>
          </ac:spMkLst>
        </pc:spChg>
      </pc:sldChg>
      <pc:sldChg chg="addSp modSp">
        <pc:chgData name="Yihui Lan" userId="046113c4-4b6b-4ad1-9898-de38db5ddf06" providerId="ADAL" clId="{C14D4A19-A060-4C6F-951C-44082833F7EE}" dt="2022-12-09T04:09:16.300" v="0"/>
        <pc:sldMkLst>
          <pc:docMk/>
          <pc:sldMk cId="674241768" sldId="292"/>
        </pc:sldMkLst>
        <pc:spChg chg="add mod">
          <ac:chgData name="Yihui Lan" userId="046113c4-4b6b-4ad1-9898-de38db5ddf06" providerId="ADAL" clId="{C14D4A19-A060-4C6F-951C-44082833F7EE}" dt="2022-12-09T04:09:16.300" v="0"/>
          <ac:spMkLst>
            <pc:docMk/>
            <pc:sldMk cId="674241768" sldId="292"/>
            <ac:spMk id="2" creationId="{AE842C0D-3CD4-4AA0-BE77-778B5C966FFC}"/>
          </ac:spMkLst>
        </pc:spChg>
      </pc:sldChg>
      <pc:sldChg chg="addSp modSp">
        <pc:chgData name="Yihui Lan" userId="046113c4-4b6b-4ad1-9898-de38db5ddf06" providerId="ADAL" clId="{C14D4A19-A060-4C6F-951C-44082833F7EE}" dt="2022-12-09T04:09:16.300" v="0"/>
        <pc:sldMkLst>
          <pc:docMk/>
          <pc:sldMk cId="1650855091" sldId="294"/>
        </pc:sldMkLst>
        <pc:spChg chg="add mod">
          <ac:chgData name="Yihui Lan" userId="046113c4-4b6b-4ad1-9898-de38db5ddf06" providerId="ADAL" clId="{C14D4A19-A060-4C6F-951C-44082833F7EE}" dt="2022-12-09T04:09:16.300" v="0"/>
          <ac:spMkLst>
            <pc:docMk/>
            <pc:sldMk cId="1650855091" sldId="294"/>
            <ac:spMk id="2" creationId="{82DE0260-7B01-46FA-A421-79BABEF65344}"/>
          </ac:spMkLst>
        </pc:spChg>
      </pc:sldChg>
    </pc:docChg>
  </pc:docChgLst>
  <pc:docChgLst>
    <pc:chgData name="Yihui Lan" userId="046113c4-4b6b-4ad1-9898-de38db5ddf06" providerId="ADAL" clId="{0822F463-81E0-47DC-9A89-F50526776AA6}"/>
    <pc:docChg chg="undo redo custSel mod modSld delMainMaster modMainMaster">
      <pc:chgData name="Yihui Lan" userId="046113c4-4b6b-4ad1-9898-de38db5ddf06" providerId="ADAL" clId="{0822F463-81E0-47DC-9A89-F50526776AA6}" dt="2022-12-09T04:07:11.693" v="177" actId="6549"/>
      <pc:docMkLst>
        <pc:docMk/>
      </pc:docMkLst>
      <pc:sldChg chg="addSp delSp modSp">
        <pc:chgData name="Yihui Lan" userId="046113c4-4b6b-4ad1-9898-de38db5ddf06" providerId="ADAL" clId="{0822F463-81E0-47DC-9A89-F50526776AA6}" dt="2022-12-09T04:00:44.336" v="97"/>
        <pc:sldMkLst>
          <pc:docMk/>
          <pc:sldMk cId="957572615" sldId="259"/>
        </pc:sldMkLst>
        <pc:spChg chg="add mod">
          <ac:chgData name="Yihui Lan" userId="046113c4-4b6b-4ad1-9898-de38db5ddf06" providerId="ADAL" clId="{0822F463-81E0-47DC-9A89-F50526776AA6}" dt="2022-12-09T04:00:44.336" v="97"/>
          <ac:spMkLst>
            <pc:docMk/>
            <pc:sldMk cId="957572615" sldId="259"/>
            <ac:spMk id="3" creationId="{AB1E3F9B-4791-45C9-B844-0DEFE002BD2E}"/>
          </ac:spMkLst>
        </pc:spChg>
        <pc:spChg chg="add mod">
          <ac:chgData name="Yihui Lan" userId="046113c4-4b6b-4ad1-9898-de38db5ddf06" providerId="ADAL" clId="{0822F463-81E0-47DC-9A89-F50526776AA6}" dt="2022-12-09T04:00:44.336" v="97"/>
          <ac:spMkLst>
            <pc:docMk/>
            <pc:sldMk cId="957572615" sldId="259"/>
            <ac:spMk id="4" creationId="{12C8BBEA-059B-4A04-9E46-45AE62D0C608}"/>
          </ac:spMkLst>
        </pc:spChg>
        <pc:spChg chg="add del">
          <ac:chgData name="Yihui Lan" userId="046113c4-4b6b-4ad1-9898-de38db5ddf06" providerId="ADAL" clId="{0822F463-81E0-47DC-9A89-F50526776AA6}" dt="2022-12-09T03:46:22.680" v="83"/>
          <ac:spMkLst>
            <pc:docMk/>
            <pc:sldMk cId="957572615" sldId="259"/>
            <ac:spMk id="8" creationId="{345B4E81-7697-3387-C837-ED52C72A8ADD}"/>
          </ac:spMkLst>
        </pc:spChg>
      </pc:sldChg>
      <pc:sldChg chg="addSp delSp modSp">
        <pc:chgData name="Yihui Lan" userId="046113c4-4b6b-4ad1-9898-de38db5ddf06" providerId="ADAL" clId="{0822F463-81E0-47DC-9A89-F50526776AA6}" dt="2022-12-09T04:00:44.336" v="97"/>
        <pc:sldMkLst>
          <pc:docMk/>
          <pc:sldMk cId="1455395372" sldId="262"/>
        </pc:sldMkLst>
        <pc:spChg chg="add mod">
          <ac:chgData name="Yihui Lan" userId="046113c4-4b6b-4ad1-9898-de38db5ddf06" providerId="ADAL" clId="{0822F463-81E0-47DC-9A89-F50526776AA6}" dt="2022-12-09T04:00:44.336" v="97"/>
          <ac:spMkLst>
            <pc:docMk/>
            <pc:sldMk cId="1455395372" sldId="262"/>
            <ac:spMk id="4" creationId="{58616667-75DF-4747-8670-363BFBEB8746}"/>
          </ac:spMkLst>
        </pc:spChg>
        <pc:spChg chg="add mod">
          <ac:chgData name="Yihui Lan" userId="046113c4-4b6b-4ad1-9898-de38db5ddf06" providerId="ADAL" clId="{0822F463-81E0-47DC-9A89-F50526776AA6}" dt="2022-12-09T04:00:44.336" v="97"/>
          <ac:spMkLst>
            <pc:docMk/>
            <pc:sldMk cId="1455395372" sldId="262"/>
            <ac:spMk id="5" creationId="{DF397C91-9964-4F7E-A8E4-C7ACCA9656C1}"/>
          </ac:spMkLst>
        </pc:spChg>
        <pc:spChg chg="add del">
          <ac:chgData name="Yihui Lan" userId="046113c4-4b6b-4ad1-9898-de38db5ddf06" providerId="ADAL" clId="{0822F463-81E0-47DC-9A89-F50526776AA6}" dt="2022-12-09T03:46:22.680" v="83"/>
          <ac:spMkLst>
            <pc:docMk/>
            <pc:sldMk cId="1455395372" sldId="262"/>
            <ac:spMk id="14" creationId="{BCCC8B99-F047-0CED-F646-8D17371E5686}"/>
          </ac:spMkLst>
        </pc:spChg>
      </pc:sldChg>
      <pc:sldChg chg="delSp">
        <pc:chgData name="Yihui Lan" userId="046113c4-4b6b-4ad1-9898-de38db5ddf06" providerId="ADAL" clId="{0822F463-81E0-47DC-9A89-F50526776AA6}" dt="2022-12-09T03:48:11.721" v="84"/>
        <pc:sldMkLst>
          <pc:docMk/>
          <pc:sldMk cId="2107154420" sldId="263"/>
        </pc:sldMkLst>
        <pc:spChg chg="del">
          <ac:chgData name="Yihui Lan" userId="046113c4-4b6b-4ad1-9898-de38db5ddf06" providerId="ADAL" clId="{0822F463-81E0-47DC-9A89-F50526776AA6}" dt="2022-12-09T03:48:11.721" v="84"/>
          <ac:spMkLst>
            <pc:docMk/>
            <pc:sldMk cId="2107154420" sldId="263"/>
            <ac:spMk id="10" creationId="{B233BFE4-9B08-2780-7B7B-7237C3B30967}"/>
          </ac:spMkLst>
        </pc:spChg>
      </pc:sldChg>
      <pc:sldChg chg="addSp delSp modSp mod modClrScheme chgLayout">
        <pc:chgData name="Yihui Lan" userId="046113c4-4b6b-4ad1-9898-de38db5ddf06" providerId="ADAL" clId="{0822F463-81E0-47DC-9A89-F50526776AA6}" dt="2022-12-09T03:42:40.512" v="51" actId="478"/>
        <pc:sldMkLst>
          <pc:docMk/>
          <pc:sldMk cId="1161760586" sldId="265"/>
        </pc:sldMkLst>
        <pc:spChg chg="add del mod">
          <ac:chgData name="Yihui Lan" userId="046113c4-4b6b-4ad1-9898-de38db5ddf06" providerId="ADAL" clId="{0822F463-81E0-47DC-9A89-F50526776AA6}" dt="2022-12-09T03:26:21.374" v="3"/>
          <ac:spMkLst>
            <pc:docMk/>
            <pc:sldMk cId="1161760586" sldId="265"/>
            <ac:spMk id="2" creationId="{15897FB8-14CC-4A66-9F75-6B8B6D6E99E1}"/>
          </ac:spMkLst>
        </pc:spChg>
        <pc:spChg chg="add del mod ord">
          <ac:chgData name="Yihui Lan" userId="046113c4-4b6b-4ad1-9898-de38db5ddf06" providerId="ADAL" clId="{0822F463-81E0-47DC-9A89-F50526776AA6}" dt="2022-12-09T03:39:55.119" v="44" actId="478"/>
          <ac:spMkLst>
            <pc:docMk/>
            <pc:sldMk cId="1161760586" sldId="265"/>
            <ac:spMk id="3" creationId="{75C9B6C6-0C90-5727-A37F-0F6FCB5483C4}"/>
          </ac:spMkLst>
        </pc:spChg>
        <pc:spChg chg="add del mod">
          <ac:chgData name="Yihui Lan" userId="046113c4-4b6b-4ad1-9898-de38db5ddf06" providerId="ADAL" clId="{0822F463-81E0-47DC-9A89-F50526776AA6}" dt="2022-12-09T03:39:31.558" v="37"/>
          <ac:spMkLst>
            <pc:docMk/>
            <pc:sldMk cId="1161760586" sldId="265"/>
            <ac:spMk id="4" creationId="{2DDA679A-0A36-4671-AA6B-BBF1D52BBF14}"/>
          </ac:spMkLst>
        </pc:spChg>
        <pc:spChg chg="mod ord">
          <ac:chgData name="Yihui Lan" userId="046113c4-4b6b-4ad1-9898-de38db5ddf06" providerId="ADAL" clId="{0822F463-81E0-47DC-9A89-F50526776AA6}" dt="2022-12-09T03:26:06.503" v="2" actId="26606"/>
          <ac:spMkLst>
            <pc:docMk/>
            <pc:sldMk cId="1161760586" sldId="265"/>
            <ac:spMk id="5" creationId="{ACC1D6D2-C9BD-C65F-415D-9CC935D7A088}"/>
          </ac:spMkLst>
        </pc:spChg>
        <pc:spChg chg="add del mod">
          <ac:chgData name="Yihui Lan" userId="046113c4-4b6b-4ad1-9898-de38db5ddf06" providerId="ADAL" clId="{0822F463-81E0-47DC-9A89-F50526776AA6}" dt="2022-12-09T03:39:49.140" v="42" actId="478"/>
          <ac:spMkLst>
            <pc:docMk/>
            <pc:sldMk cId="1161760586" sldId="265"/>
            <ac:spMk id="7" creationId="{DD2A7A52-B87F-49F1-9816-0C7880AE7817}"/>
          </ac:spMkLst>
        </pc:spChg>
        <pc:spChg chg="add del mod">
          <ac:chgData name="Yihui Lan" userId="046113c4-4b6b-4ad1-9898-de38db5ddf06" providerId="ADAL" clId="{0822F463-81E0-47DC-9A89-F50526776AA6}" dt="2022-12-09T03:42:40.512" v="51" actId="478"/>
          <ac:spMkLst>
            <pc:docMk/>
            <pc:sldMk cId="1161760586" sldId="265"/>
            <ac:spMk id="8" creationId="{33006CD8-18A7-4C42-8A28-988D4392D2B5}"/>
          </ac:spMkLst>
        </pc:spChg>
        <pc:spChg chg="add del mod">
          <ac:chgData name="Yihui Lan" userId="046113c4-4b6b-4ad1-9898-de38db5ddf06" providerId="ADAL" clId="{0822F463-81E0-47DC-9A89-F50526776AA6}" dt="2022-12-09T03:39:39.405" v="40" actId="478"/>
          <ac:spMkLst>
            <pc:docMk/>
            <pc:sldMk cId="1161760586" sldId="265"/>
            <ac:spMk id="9" creationId="{8A2304CA-688F-4130-B3ED-FE90C5AAF864}"/>
          </ac:spMkLst>
        </pc:spChg>
        <pc:spChg chg="add mod">
          <ac:chgData name="Yihui Lan" userId="046113c4-4b6b-4ad1-9898-de38db5ddf06" providerId="ADAL" clId="{0822F463-81E0-47DC-9A89-F50526776AA6}" dt="2022-12-09T03:40:00.310" v="46" actId="1076"/>
          <ac:spMkLst>
            <pc:docMk/>
            <pc:sldMk cId="1161760586" sldId="265"/>
            <ac:spMk id="10" creationId="{7631E6CE-7B6A-415B-B4B4-92F9BEF22895}"/>
          </ac:spMkLst>
        </pc:spChg>
        <pc:spChg chg="add mod">
          <ac:chgData name="Yihui Lan" userId="046113c4-4b6b-4ad1-9898-de38db5ddf06" providerId="ADAL" clId="{0822F463-81E0-47DC-9A89-F50526776AA6}" dt="2022-12-09T03:40:02.358" v="47" actId="1076"/>
          <ac:spMkLst>
            <pc:docMk/>
            <pc:sldMk cId="1161760586" sldId="265"/>
            <ac:spMk id="11" creationId="{FEFEB8F1-67B0-44E5-B94B-0C503D779BBF}"/>
          </ac:spMkLst>
        </pc:spChg>
        <pc:spChg chg="add mod">
          <ac:chgData name="Yihui Lan" userId="046113c4-4b6b-4ad1-9898-de38db5ddf06" providerId="ADAL" clId="{0822F463-81E0-47DC-9A89-F50526776AA6}" dt="2022-12-09T03:39:31.614" v="39" actId="27636"/>
          <ac:spMkLst>
            <pc:docMk/>
            <pc:sldMk cId="1161760586" sldId="265"/>
            <ac:spMk id="12" creationId="{D9BF7974-FE3A-43DE-8031-F352FE15C392}"/>
          </ac:spMkLst>
        </pc:spChg>
        <pc:spChg chg="add mod">
          <ac:chgData name="Yihui Lan" userId="046113c4-4b6b-4ad1-9898-de38db5ddf06" providerId="ADAL" clId="{0822F463-81E0-47DC-9A89-F50526776AA6}" dt="2022-12-09T03:39:31.613" v="38" actId="27636"/>
          <ac:spMkLst>
            <pc:docMk/>
            <pc:sldMk cId="1161760586" sldId="265"/>
            <ac:spMk id="13" creationId="{DD9E25D3-7ED3-4F4C-9B9E-BBB41FFF8E8D}"/>
          </ac:spMkLst>
        </pc:spChg>
        <pc:picChg chg="mod">
          <ac:chgData name="Yihui Lan" userId="046113c4-4b6b-4ad1-9898-de38db5ddf06" providerId="ADAL" clId="{0822F463-81E0-47DC-9A89-F50526776AA6}" dt="2022-12-09T03:26:06.503" v="2" actId="26606"/>
          <ac:picMkLst>
            <pc:docMk/>
            <pc:sldMk cId="1161760586" sldId="265"/>
            <ac:picMk id="6" creationId="{80D908B3-8B71-48C5-173B-9CF529804B2D}"/>
          </ac:picMkLst>
        </pc:picChg>
      </pc:sldChg>
      <pc:sldChg chg="addSp delSp modSp">
        <pc:chgData name="Yihui Lan" userId="046113c4-4b6b-4ad1-9898-de38db5ddf06" providerId="ADAL" clId="{0822F463-81E0-47DC-9A89-F50526776AA6}" dt="2022-12-09T04:00:44.336" v="97"/>
        <pc:sldMkLst>
          <pc:docMk/>
          <pc:sldMk cId="1561898756" sldId="268"/>
        </pc:sldMkLst>
        <pc:spChg chg="add del">
          <ac:chgData name="Yihui Lan" userId="046113c4-4b6b-4ad1-9898-de38db5ddf06" providerId="ADAL" clId="{0822F463-81E0-47DC-9A89-F50526776AA6}" dt="2022-12-09T03:46:22.680" v="83"/>
          <ac:spMkLst>
            <pc:docMk/>
            <pc:sldMk cId="1561898756" sldId="268"/>
            <ac:spMk id="3" creationId="{C545CC00-AE09-6F4C-D48E-2F6C4EE2AA57}"/>
          </ac:spMkLst>
        </pc:spChg>
        <pc:spChg chg="add mod">
          <ac:chgData name="Yihui Lan" userId="046113c4-4b6b-4ad1-9898-de38db5ddf06" providerId="ADAL" clId="{0822F463-81E0-47DC-9A89-F50526776AA6}" dt="2022-12-09T04:00:44.336" v="97"/>
          <ac:spMkLst>
            <pc:docMk/>
            <pc:sldMk cId="1561898756" sldId="268"/>
            <ac:spMk id="5" creationId="{F7F3A224-D452-4DA0-9288-AF27EEC4C39E}"/>
          </ac:spMkLst>
        </pc:spChg>
        <pc:spChg chg="add mod">
          <ac:chgData name="Yihui Lan" userId="046113c4-4b6b-4ad1-9898-de38db5ddf06" providerId="ADAL" clId="{0822F463-81E0-47DC-9A89-F50526776AA6}" dt="2022-12-09T04:00:44.336" v="97"/>
          <ac:spMkLst>
            <pc:docMk/>
            <pc:sldMk cId="1561898756" sldId="268"/>
            <ac:spMk id="6" creationId="{52E75B91-4724-41CE-8100-4264C0C4C970}"/>
          </ac:spMkLst>
        </pc:spChg>
      </pc:sldChg>
      <pc:sldChg chg="addSp delSp modSp">
        <pc:chgData name="Yihui Lan" userId="046113c4-4b6b-4ad1-9898-de38db5ddf06" providerId="ADAL" clId="{0822F463-81E0-47DC-9A89-F50526776AA6}" dt="2022-12-09T04:00:44.336" v="97"/>
        <pc:sldMkLst>
          <pc:docMk/>
          <pc:sldMk cId="3727807895" sldId="269"/>
        </pc:sldMkLst>
        <pc:spChg chg="add del">
          <ac:chgData name="Yihui Lan" userId="046113c4-4b6b-4ad1-9898-de38db5ddf06" providerId="ADAL" clId="{0822F463-81E0-47DC-9A89-F50526776AA6}" dt="2022-12-09T03:46:22.680" v="83"/>
          <ac:spMkLst>
            <pc:docMk/>
            <pc:sldMk cId="3727807895" sldId="269"/>
            <ac:spMk id="2" creationId="{1D8B4AAF-4B5C-BB30-606F-B7715E878B75}"/>
          </ac:spMkLst>
        </pc:spChg>
        <pc:spChg chg="add del">
          <ac:chgData name="Yihui Lan" userId="046113c4-4b6b-4ad1-9898-de38db5ddf06" providerId="ADAL" clId="{0822F463-81E0-47DC-9A89-F50526776AA6}" dt="2022-12-09T03:46:22.680" v="83"/>
          <ac:spMkLst>
            <pc:docMk/>
            <pc:sldMk cId="3727807895" sldId="269"/>
            <ac:spMk id="3" creationId="{BF84BD55-163D-5837-937E-32FC6809D424}"/>
          </ac:spMkLst>
        </pc:spChg>
        <pc:spChg chg="add mod">
          <ac:chgData name="Yihui Lan" userId="046113c4-4b6b-4ad1-9898-de38db5ddf06" providerId="ADAL" clId="{0822F463-81E0-47DC-9A89-F50526776AA6}" dt="2022-12-09T04:00:44.336" v="97"/>
          <ac:spMkLst>
            <pc:docMk/>
            <pc:sldMk cId="3727807895" sldId="269"/>
            <ac:spMk id="8" creationId="{F6ABB557-0293-4C8E-8E30-BCB59F928AEF}"/>
          </ac:spMkLst>
        </pc:spChg>
        <pc:spChg chg="add mod">
          <ac:chgData name="Yihui Lan" userId="046113c4-4b6b-4ad1-9898-de38db5ddf06" providerId="ADAL" clId="{0822F463-81E0-47DC-9A89-F50526776AA6}" dt="2022-12-09T04:00:44.336" v="97"/>
          <ac:spMkLst>
            <pc:docMk/>
            <pc:sldMk cId="3727807895" sldId="269"/>
            <ac:spMk id="9" creationId="{34A22F83-FFEF-4206-9E5F-6FDEF63F75AA}"/>
          </ac:spMkLst>
        </pc:spChg>
        <pc:spChg chg="add mod">
          <ac:chgData name="Yihui Lan" userId="046113c4-4b6b-4ad1-9898-de38db5ddf06" providerId="ADAL" clId="{0822F463-81E0-47DC-9A89-F50526776AA6}" dt="2022-12-09T04:00:44.336" v="97"/>
          <ac:spMkLst>
            <pc:docMk/>
            <pc:sldMk cId="3727807895" sldId="269"/>
            <ac:spMk id="10" creationId="{48BA4415-0067-4696-BAA0-81C73646B47B}"/>
          </ac:spMkLst>
        </pc:spChg>
      </pc:sldChg>
      <pc:sldChg chg="addSp delSp modSp">
        <pc:chgData name="Yihui Lan" userId="046113c4-4b6b-4ad1-9898-de38db5ddf06" providerId="ADAL" clId="{0822F463-81E0-47DC-9A89-F50526776AA6}" dt="2022-12-09T04:00:44.336" v="97"/>
        <pc:sldMkLst>
          <pc:docMk/>
          <pc:sldMk cId="1593451570" sldId="271"/>
        </pc:sldMkLst>
        <pc:spChg chg="add mod">
          <ac:chgData name="Yihui Lan" userId="046113c4-4b6b-4ad1-9898-de38db5ddf06" providerId="ADAL" clId="{0822F463-81E0-47DC-9A89-F50526776AA6}" dt="2022-12-09T04:00:44.336" v="97"/>
          <ac:spMkLst>
            <pc:docMk/>
            <pc:sldMk cId="1593451570" sldId="271"/>
            <ac:spMk id="3" creationId="{B031507B-7E89-4496-A236-F18499709FD8}"/>
          </ac:spMkLst>
        </pc:spChg>
        <pc:spChg chg="add mod">
          <ac:chgData name="Yihui Lan" userId="046113c4-4b6b-4ad1-9898-de38db5ddf06" providerId="ADAL" clId="{0822F463-81E0-47DC-9A89-F50526776AA6}" dt="2022-12-09T04:00:44.336" v="97"/>
          <ac:spMkLst>
            <pc:docMk/>
            <pc:sldMk cId="1593451570" sldId="271"/>
            <ac:spMk id="5" creationId="{BFB5AA2D-77CC-436D-8417-295DCCFA24B4}"/>
          </ac:spMkLst>
        </pc:spChg>
        <pc:spChg chg="add del">
          <ac:chgData name="Yihui Lan" userId="046113c4-4b6b-4ad1-9898-de38db5ddf06" providerId="ADAL" clId="{0822F463-81E0-47DC-9A89-F50526776AA6}" dt="2022-12-09T03:46:22.680" v="83"/>
          <ac:spMkLst>
            <pc:docMk/>
            <pc:sldMk cId="1593451570" sldId="271"/>
            <ac:spMk id="7" creationId="{E4790F63-84DE-1444-B725-CE92FEE61B81}"/>
          </ac:spMkLst>
        </pc:spChg>
      </pc:sldChg>
      <pc:sldChg chg="addSp delSp modSp">
        <pc:chgData name="Yihui Lan" userId="046113c4-4b6b-4ad1-9898-de38db5ddf06" providerId="ADAL" clId="{0822F463-81E0-47DC-9A89-F50526776AA6}" dt="2022-12-09T04:00:44.336" v="97"/>
        <pc:sldMkLst>
          <pc:docMk/>
          <pc:sldMk cId="2696554335" sldId="272"/>
        </pc:sldMkLst>
        <pc:spChg chg="add del">
          <ac:chgData name="Yihui Lan" userId="046113c4-4b6b-4ad1-9898-de38db5ddf06" providerId="ADAL" clId="{0822F463-81E0-47DC-9A89-F50526776AA6}" dt="2022-12-09T03:46:22.680" v="83"/>
          <ac:spMkLst>
            <pc:docMk/>
            <pc:sldMk cId="2696554335" sldId="272"/>
            <ac:spMk id="2" creationId="{0A1DE134-21F2-0C07-73ED-274730224D5B}"/>
          </ac:spMkLst>
        </pc:spChg>
        <pc:spChg chg="add del">
          <ac:chgData name="Yihui Lan" userId="046113c4-4b6b-4ad1-9898-de38db5ddf06" providerId="ADAL" clId="{0822F463-81E0-47DC-9A89-F50526776AA6}" dt="2022-12-09T03:46:22.680" v="83"/>
          <ac:spMkLst>
            <pc:docMk/>
            <pc:sldMk cId="2696554335" sldId="272"/>
            <ac:spMk id="3" creationId="{C599A6F2-E165-C5EF-3313-2C5DC4FDF841}"/>
          </ac:spMkLst>
        </pc:spChg>
        <pc:spChg chg="add mod">
          <ac:chgData name="Yihui Lan" userId="046113c4-4b6b-4ad1-9898-de38db5ddf06" providerId="ADAL" clId="{0822F463-81E0-47DC-9A89-F50526776AA6}" dt="2022-12-09T04:00:44.336" v="97"/>
          <ac:spMkLst>
            <pc:docMk/>
            <pc:sldMk cId="2696554335" sldId="272"/>
            <ac:spMk id="6" creationId="{05D919BF-520D-4DB2-BF52-23744E842A58}"/>
          </ac:spMkLst>
        </pc:spChg>
        <pc:spChg chg="add mod">
          <ac:chgData name="Yihui Lan" userId="046113c4-4b6b-4ad1-9898-de38db5ddf06" providerId="ADAL" clId="{0822F463-81E0-47DC-9A89-F50526776AA6}" dt="2022-12-09T04:00:44.336" v="97"/>
          <ac:spMkLst>
            <pc:docMk/>
            <pc:sldMk cId="2696554335" sldId="272"/>
            <ac:spMk id="7" creationId="{3D5C5492-1EC9-4DF6-ACFB-BB986B029F08}"/>
          </ac:spMkLst>
        </pc:spChg>
        <pc:spChg chg="add mod">
          <ac:chgData name="Yihui Lan" userId="046113c4-4b6b-4ad1-9898-de38db5ddf06" providerId="ADAL" clId="{0822F463-81E0-47DC-9A89-F50526776AA6}" dt="2022-12-09T04:00:44.336" v="97"/>
          <ac:spMkLst>
            <pc:docMk/>
            <pc:sldMk cId="2696554335" sldId="272"/>
            <ac:spMk id="8" creationId="{7ADEF535-3BB1-4948-B3AB-EA351F65A0C5}"/>
          </ac:spMkLst>
        </pc:spChg>
      </pc:sldChg>
      <pc:sldChg chg="addSp modSp">
        <pc:chgData name="Yihui Lan" userId="046113c4-4b6b-4ad1-9898-de38db5ddf06" providerId="ADAL" clId="{0822F463-81E0-47DC-9A89-F50526776AA6}" dt="2022-12-09T04:00:44.336" v="97"/>
        <pc:sldMkLst>
          <pc:docMk/>
          <pc:sldMk cId="1740686262" sldId="274"/>
        </pc:sldMkLst>
        <pc:spChg chg="add mod">
          <ac:chgData name="Yihui Lan" userId="046113c4-4b6b-4ad1-9898-de38db5ddf06" providerId="ADAL" clId="{0822F463-81E0-47DC-9A89-F50526776AA6}" dt="2022-12-09T04:00:44.336" v="97"/>
          <ac:spMkLst>
            <pc:docMk/>
            <pc:sldMk cId="1740686262" sldId="274"/>
            <ac:spMk id="4" creationId="{275B5E0C-F36A-417B-BA14-044A5E8E9ADF}"/>
          </ac:spMkLst>
        </pc:spChg>
      </pc:sldChg>
      <pc:sldChg chg="addSp modSp">
        <pc:chgData name="Yihui Lan" userId="046113c4-4b6b-4ad1-9898-de38db5ddf06" providerId="ADAL" clId="{0822F463-81E0-47DC-9A89-F50526776AA6}" dt="2022-12-09T04:00:44.336" v="97"/>
        <pc:sldMkLst>
          <pc:docMk/>
          <pc:sldMk cId="1860839838" sldId="275"/>
        </pc:sldMkLst>
        <pc:spChg chg="add mod">
          <ac:chgData name="Yihui Lan" userId="046113c4-4b6b-4ad1-9898-de38db5ddf06" providerId="ADAL" clId="{0822F463-81E0-47DC-9A89-F50526776AA6}" dt="2022-12-09T04:00:44.336" v="97"/>
          <ac:spMkLst>
            <pc:docMk/>
            <pc:sldMk cId="1860839838" sldId="275"/>
            <ac:spMk id="4" creationId="{86E37ABA-7763-432A-8B01-E4C51E1BEA5D}"/>
          </ac:spMkLst>
        </pc:spChg>
      </pc:sldChg>
      <pc:sldChg chg="addSp modSp">
        <pc:chgData name="Yihui Lan" userId="046113c4-4b6b-4ad1-9898-de38db5ddf06" providerId="ADAL" clId="{0822F463-81E0-47DC-9A89-F50526776AA6}" dt="2022-12-09T04:00:44.336" v="97"/>
        <pc:sldMkLst>
          <pc:docMk/>
          <pc:sldMk cId="1242771797" sldId="276"/>
        </pc:sldMkLst>
        <pc:spChg chg="add mod">
          <ac:chgData name="Yihui Lan" userId="046113c4-4b6b-4ad1-9898-de38db5ddf06" providerId="ADAL" clId="{0822F463-81E0-47DC-9A89-F50526776AA6}" dt="2022-12-09T04:00:44.336" v="97"/>
          <ac:spMkLst>
            <pc:docMk/>
            <pc:sldMk cId="1242771797" sldId="276"/>
            <ac:spMk id="4" creationId="{B52980EC-21FB-4BDC-A9D5-4388D8BE2A0E}"/>
          </ac:spMkLst>
        </pc:spChg>
      </pc:sldChg>
      <pc:sldChg chg="modSp">
        <pc:chgData name="Yihui Lan" userId="046113c4-4b6b-4ad1-9898-de38db5ddf06" providerId="ADAL" clId="{0822F463-81E0-47DC-9A89-F50526776AA6}" dt="2022-12-09T03:50:04.397" v="86" actId="27636"/>
        <pc:sldMkLst>
          <pc:docMk/>
          <pc:sldMk cId="603368585" sldId="277"/>
        </pc:sldMkLst>
        <pc:spChg chg="mod">
          <ac:chgData name="Yihui Lan" userId="046113c4-4b6b-4ad1-9898-de38db5ddf06" providerId="ADAL" clId="{0822F463-81E0-47DC-9A89-F50526776AA6}" dt="2022-12-09T03:50:04.397" v="86" actId="27636"/>
          <ac:spMkLst>
            <pc:docMk/>
            <pc:sldMk cId="603368585" sldId="277"/>
            <ac:spMk id="2" creationId="{C2431204-0522-A9AF-9173-45D8526D6D2E}"/>
          </ac:spMkLst>
        </pc:spChg>
      </pc:sldChg>
      <pc:sldChg chg="addSp delSp modSp">
        <pc:chgData name="Yihui Lan" userId="046113c4-4b6b-4ad1-9898-de38db5ddf06" providerId="ADAL" clId="{0822F463-81E0-47DC-9A89-F50526776AA6}" dt="2022-12-09T04:00:44.336" v="97"/>
        <pc:sldMkLst>
          <pc:docMk/>
          <pc:sldMk cId="1569928836" sldId="279"/>
        </pc:sldMkLst>
        <pc:spChg chg="add del">
          <ac:chgData name="Yihui Lan" userId="046113c4-4b6b-4ad1-9898-de38db5ddf06" providerId="ADAL" clId="{0822F463-81E0-47DC-9A89-F50526776AA6}" dt="2022-12-09T03:46:22.680" v="83"/>
          <ac:spMkLst>
            <pc:docMk/>
            <pc:sldMk cId="1569928836" sldId="279"/>
            <ac:spMk id="3" creationId="{FA7B2418-6810-1055-1A45-30FA6B033232}"/>
          </ac:spMkLst>
        </pc:spChg>
        <pc:spChg chg="add mod">
          <ac:chgData name="Yihui Lan" userId="046113c4-4b6b-4ad1-9898-de38db5ddf06" providerId="ADAL" clId="{0822F463-81E0-47DC-9A89-F50526776AA6}" dt="2022-12-09T04:00:44.336" v="97"/>
          <ac:spMkLst>
            <pc:docMk/>
            <pc:sldMk cId="1569928836" sldId="279"/>
            <ac:spMk id="4" creationId="{04025E57-1853-4377-998F-A24C364F74BB}"/>
          </ac:spMkLst>
        </pc:spChg>
        <pc:spChg chg="add mod">
          <ac:chgData name="Yihui Lan" userId="046113c4-4b6b-4ad1-9898-de38db5ddf06" providerId="ADAL" clId="{0822F463-81E0-47DC-9A89-F50526776AA6}" dt="2022-12-09T04:00:44.336" v="97"/>
          <ac:spMkLst>
            <pc:docMk/>
            <pc:sldMk cId="1569928836" sldId="279"/>
            <ac:spMk id="5" creationId="{7B420278-2D49-4D2C-8F0E-4BDDEDDE63AB}"/>
          </ac:spMkLst>
        </pc:spChg>
      </pc:sldChg>
      <pc:sldChg chg="delSp">
        <pc:chgData name="Yihui Lan" userId="046113c4-4b6b-4ad1-9898-de38db5ddf06" providerId="ADAL" clId="{0822F463-81E0-47DC-9A89-F50526776AA6}" dt="2022-12-09T03:48:11.721" v="84"/>
        <pc:sldMkLst>
          <pc:docMk/>
          <pc:sldMk cId="2697963900" sldId="282"/>
        </pc:sldMkLst>
        <pc:spChg chg="del">
          <ac:chgData name="Yihui Lan" userId="046113c4-4b6b-4ad1-9898-de38db5ddf06" providerId="ADAL" clId="{0822F463-81E0-47DC-9A89-F50526776AA6}" dt="2022-12-09T03:48:11.721" v="84"/>
          <ac:spMkLst>
            <pc:docMk/>
            <pc:sldMk cId="2697963900" sldId="282"/>
            <ac:spMk id="2" creationId="{5050FA50-8659-0C7C-F7C6-D45805BA345E}"/>
          </ac:spMkLst>
        </pc:spChg>
      </pc:sldChg>
      <pc:sldChg chg="modSp">
        <pc:chgData name="Yihui Lan" userId="046113c4-4b6b-4ad1-9898-de38db5ddf06" providerId="ADAL" clId="{0822F463-81E0-47DC-9A89-F50526776AA6}" dt="2022-12-09T03:50:04.452" v="87" actId="27636"/>
        <pc:sldMkLst>
          <pc:docMk/>
          <pc:sldMk cId="4264278138" sldId="289"/>
        </pc:sldMkLst>
        <pc:spChg chg="mod">
          <ac:chgData name="Yihui Lan" userId="046113c4-4b6b-4ad1-9898-de38db5ddf06" providerId="ADAL" clId="{0822F463-81E0-47DC-9A89-F50526776AA6}" dt="2022-12-09T03:50:04.452" v="87" actId="27636"/>
          <ac:spMkLst>
            <pc:docMk/>
            <pc:sldMk cId="4264278138" sldId="289"/>
            <ac:spMk id="3" creationId="{6E6D893D-0882-75D2-D764-A13BB1D5669F}"/>
          </ac:spMkLst>
        </pc:spChg>
      </pc:sldChg>
      <pc:sldChg chg="modSp">
        <pc:chgData name="Yihui Lan" userId="046113c4-4b6b-4ad1-9898-de38db5ddf06" providerId="ADAL" clId="{0822F463-81E0-47DC-9A89-F50526776AA6}" dt="2022-12-09T03:50:04.455" v="88" actId="27636"/>
        <pc:sldMkLst>
          <pc:docMk/>
          <pc:sldMk cId="3805860836" sldId="290"/>
        </pc:sldMkLst>
        <pc:spChg chg="mod">
          <ac:chgData name="Yihui Lan" userId="046113c4-4b6b-4ad1-9898-de38db5ddf06" providerId="ADAL" clId="{0822F463-81E0-47DC-9A89-F50526776AA6}" dt="2022-12-09T03:50:04.455" v="88" actId="27636"/>
          <ac:spMkLst>
            <pc:docMk/>
            <pc:sldMk cId="3805860836" sldId="290"/>
            <ac:spMk id="3" creationId="{CAF02D29-ECC3-327E-F3F4-95DAE5C4E622}"/>
          </ac:spMkLst>
        </pc:spChg>
      </pc:sldChg>
      <pc:sldChg chg="delSp">
        <pc:chgData name="Yihui Lan" userId="046113c4-4b6b-4ad1-9898-de38db5ddf06" providerId="ADAL" clId="{0822F463-81E0-47DC-9A89-F50526776AA6}" dt="2022-12-09T03:48:11.721" v="84"/>
        <pc:sldMkLst>
          <pc:docMk/>
          <pc:sldMk cId="674241768" sldId="292"/>
        </pc:sldMkLst>
        <pc:spChg chg="del">
          <ac:chgData name="Yihui Lan" userId="046113c4-4b6b-4ad1-9898-de38db5ddf06" providerId="ADAL" clId="{0822F463-81E0-47DC-9A89-F50526776AA6}" dt="2022-12-09T03:48:11.721" v="84"/>
          <ac:spMkLst>
            <pc:docMk/>
            <pc:sldMk cId="674241768" sldId="292"/>
            <ac:spMk id="2" creationId="{BE4B2E57-9D3C-D2F9-7D6C-2B5FF8FBC445}"/>
          </ac:spMkLst>
        </pc:spChg>
      </pc:sldChg>
      <pc:sldChg chg="modSp">
        <pc:chgData name="Yihui Lan" userId="046113c4-4b6b-4ad1-9898-de38db5ddf06" providerId="ADAL" clId="{0822F463-81E0-47DC-9A89-F50526776AA6}" dt="2022-12-09T03:50:04.475" v="89" actId="27636"/>
        <pc:sldMkLst>
          <pc:docMk/>
          <pc:sldMk cId="1650855091" sldId="294"/>
        </pc:sldMkLst>
        <pc:spChg chg="mod">
          <ac:chgData name="Yihui Lan" userId="046113c4-4b6b-4ad1-9898-de38db5ddf06" providerId="ADAL" clId="{0822F463-81E0-47DC-9A89-F50526776AA6}" dt="2022-12-09T03:50:04.475" v="89" actId="27636"/>
          <ac:spMkLst>
            <pc:docMk/>
            <pc:sldMk cId="1650855091" sldId="294"/>
            <ac:spMk id="3" creationId="{507C6CE5-42BD-6611-FA4B-9EB1580360A1}"/>
          </ac:spMkLst>
        </pc:spChg>
      </pc:sldChg>
      <pc:sldChg chg="modSp">
        <pc:chgData name="Yihui Lan" userId="046113c4-4b6b-4ad1-9898-de38db5ddf06" providerId="ADAL" clId="{0822F463-81E0-47DC-9A89-F50526776AA6}" dt="2022-12-09T03:50:04.488" v="90" actId="27636"/>
        <pc:sldMkLst>
          <pc:docMk/>
          <pc:sldMk cId="626942686" sldId="297"/>
        </pc:sldMkLst>
        <pc:spChg chg="mod">
          <ac:chgData name="Yihui Lan" userId="046113c4-4b6b-4ad1-9898-de38db5ddf06" providerId="ADAL" clId="{0822F463-81E0-47DC-9A89-F50526776AA6}" dt="2022-12-09T03:50:04.488" v="90" actId="27636"/>
          <ac:spMkLst>
            <pc:docMk/>
            <pc:sldMk cId="626942686" sldId="297"/>
            <ac:spMk id="2" creationId="{4E119B53-DDC8-4AB3-50FB-5F6E161F6128}"/>
          </ac:spMkLst>
        </pc:spChg>
      </pc:sldChg>
      <pc:sldMasterChg chg="modSldLayout">
        <pc:chgData name="Yihui Lan" userId="046113c4-4b6b-4ad1-9898-de38db5ddf06" providerId="ADAL" clId="{0822F463-81E0-47DC-9A89-F50526776AA6}" dt="2022-12-09T03:27:02.880" v="10" actId="478"/>
        <pc:sldMasterMkLst>
          <pc:docMk/>
          <pc:sldMasterMk cId="1550542115" sldId="2147483677"/>
        </pc:sldMasterMkLst>
        <pc:sldLayoutChg chg="delSp">
          <pc:chgData name="Yihui Lan" userId="046113c4-4b6b-4ad1-9898-de38db5ddf06" providerId="ADAL" clId="{0822F463-81E0-47DC-9A89-F50526776AA6}" dt="2022-12-09T03:26:47.407" v="4" actId="478"/>
          <pc:sldLayoutMkLst>
            <pc:docMk/>
            <pc:sldMasterMk cId="1550542115" sldId="2147483677"/>
            <pc:sldLayoutMk cId="2044981354" sldId="2147483676"/>
          </pc:sldLayoutMkLst>
          <pc:picChg chg="del">
            <ac:chgData name="Yihui Lan" userId="046113c4-4b6b-4ad1-9898-de38db5ddf06" providerId="ADAL" clId="{0822F463-81E0-47DC-9A89-F50526776AA6}" dt="2022-12-09T03:26:47.407" v="4" actId="478"/>
            <ac:picMkLst>
              <pc:docMk/>
              <pc:sldMasterMk cId="1550542115" sldId="2147483677"/>
              <pc:sldLayoutMk cId="2044981354" sldId="2147483676"/>
              <ac:picMk id="7" creationId="{00000000-0000-0000-0000-000000000000}"/>
            </ac:picMkLst>
          </pc:picChg>
        </pc:sldLayoutChg>
        <pc:sldLayoutChg chg="delSp">
          <pc:chgData name="Yihui Lan" userId="046113c4-4b6b-4ad1-9898-de38db5ddf06" providerId="ADAL" clId="{0822F463-81E0-47DC-9A89-F50526776AA6}" dt="2022-12-09T03:26:49.625" v="5" actId="478"/>
          <pc:sldLayoutMkLst>
            <pc:docMk/>
            <pc:sldMasterMk cId="1550542115" sldId="2147483677"/>
            <pc:sldLayoutMk cId="247270460" sldId="2147483689"/>
          </pc:sldLayoutMkLst>
          <pc:picChg chg="del">
            <ac:chgData name="Yihui Lan" userId="046113c4-4b6b-4ad1-9898-de38db5ddf06" providerId="ADAL" clId="{0822F463-81E0-47DC-9A89-F50526776AA6}" dt="2022-12-09T03:26:49.625" v="5" actId="478"/>
            <ac:picMkLst>
              <pc:docMk/>
              <pc:sldMasterMk cId="1550542115" sldId="2147483677"/>
              <pc:sldLayoutMk cId="247270460" sldId="2147483689"/>
              <ac:picMk id="7" creationId="{00000000-0000-0000-0000-000000000000}"/>
            </ac:picMkLst>
          </pc:picChg>
        </pc:sldLayoutChg>
        <pc:sldLayoutChg chg="delSp">
          <pc:chgData name="Yihui Lan" userId="046113c4-4b6b-4ad1-9898-de38db5ddf06" providerId="ADAL" clId="{0822F463-81E0-47DC-9A89-F50526776AA6}" dt="2022-12-09T03:26:53.538" v="6" actId="478"/>
          <pc:sldLayoutMkLst>
            <pc:docMk/>
            <pc:sldMasterMk cId="1550542115" sldId="2147483677"/>
            <pc:sldLayoutMk cId="1283366455" sldId="2147483692"/>
          </pc:sldLayoutMkLst>
          <pc:picChg chg="del">
            <ac:chgData name="Yihui Lan" userId="046113c4-4b6b-4ad1-9898-de38db5ddf06" providerId="ADAL" clId="{0822F463-81E0-47DC-9A89-F50526776AA6}" dt="2022-12-09T03:26:53.538" v="6" actId="478"/>
            <ac:picMkLst>
              <pc:docMk/>
              <pc:sldMasterMk cId="1550542115" sldId="2147483677"/>
              <pc:sldLayoutMk cId="1283366455" sldId="2147483692"/>
              <ac:picMk id="2" creationId="{00000000-0000-0000-0000-000000000000}"/>
            </ac:picMkLst>
          </pc:picChg>
        </pc:sldLayoutChg>
        <pc:sldLayoutChg chg="delSp">
          <pc:chgData name="Yihui Lan" userId="046113c4-4b6b-4ad1-9898-de38db5ddf06" providerId="ADAL" clId="{0822F463-81E0-47DC-9A89-F50526776AA6}" dt="2022-12-09T03:26:56.003" v="7" actId="478"/>
          <pc:sldLayoutMkLst>
            <pc:docMk/>
            <pc:sldMasterMk cId="1550542115" sldId="2147483677"/>
            <pc:sldLayoutMk cId="214258717" sldId="2147483693"/>
          </pc:sldLayoutMkLst>
          <pc:picChg chg="del">
            <ac:chgData name="Yihui Lan" userId="046113c4-4b6b-4ad1-9898-de38db5ddf06" providerId="ADAL" clId="{0822F463-81E0-47DC-9A89-F50526776AA6}" dt="2022-12-09T03:26:56.003" v="7" actId="478"/>
            <ac:picMkLst>
              <pc:docMk/>
              <pc:sldMasterMk cId="1550542115" sldId="2147483677"/>
              <pc:sldLayoutMk cId="214258717" sldId="2147483693"/>
              <ac:picMk id="8" creationId="{00000000-0000-0000-0000-000000000000}"/>
            </ac:picMkLst>
          </pc:picChg>
        </pc:sldLayoutChg>
        <pc:sldLayoutChg chg="delSp">
          <pc:chgData name="Yihui Lan" userId="046113c4-4b6b-4ad1-9898-de38db5ddf06" providerId="ADAL" clId="{0822F463-81E0-47DC-9A89-F50526776AA6}" dt="2022-12-09T03:26:58.858" v="8" actId="478"/>
          <pc:sldLayoutMkLst>
            <pc:docMk/>
            <pc:sldMasterMk cId="1550542115" sldId="2147483677"/>
            <pc:sldLayoutMk cId="1863664247" sldId="2147483694"/>
          </pc:sldLayoutMkLst>
          <pc:picChg chg="del">
            <ac:chgData name="Yihui Lan" userId="046113c4-4b6b-4ad1-9898-de38db5ddf06" providerId="ADAL" clId="{0822F463-81E0-47DC-9A89-F50526776AA6}" dt="2022-12-09T03:26:58.858" v="8" actId="478"/>
            <ac:picMkLst>
              <pc:docMk/>
              <pc:sldMasterMk cId="1550542115" sldId="2147483677"/>
              <pc:sldLayoutMk cId="1863664247" sldId="2147483694"/>
              <ac:picMk id="8" creationId="{00000000-0000-0000-0000-000000000000}"/>
            </ac:picMkLst>
          </pc:picChg>
        </pc:sldLayoutChg>
        <pc:sldLayoutChg chg="delSp">
          <pc:chgData name="Yihui Lan" userId="046113c4-4b6b-4ad1-9898-de38db5ddf06" providerId="ADAL" clId="{0822F463-81E0-47DC-9A89-F50526776AA6}" dt="2022-12-09T03:27:02.880" v="10" actId="478"/>
          <pc:sldLayoutMkLst>
            <pc:docMk/>
            <pc:sldMasterMk cId="1550542115" sldId="2147483677"/>
            <pc:sldLayoutMk cId="1556007834" sldId="2147483695"/>
          </pc:sldLayoutMkLst>
          <pc:picChg chg="del">
            <ac:chgData name="Yihui Lan" userId="046113c4-4b6b-4ad1-9898-de38db5ddf06" providerId="ADAL" clId="{0822F463-81E0-47DC-9A89-F50526776AA6}" dt="2022-12-09T03:27:02.880" v="10" actId="478"/>
            <ac:picMkLst>
              <pc:docMk/>
              <pc:sldMasterMk cId="1550542115" sldId="2147483677"/>
              <pc:sldLayoutMk cId="1556007834" sldId="2147483695"/>
              <ac:picMk id="8" creationId="{00000000-0000-0000-0000-000000000000}"/>
            </ac:picMkLst>
          </pc:picChg>
        </pc:sldLayoutChg>
        <pc:sldLayoutChg chg="delSp">
          <pc:chgData name="Yihui Lan" userId="046113c4-4b6b-4ad1-9898-de38db5ddf06" providerId="ADAL" clId="{0822F463-81E0-47DC-9A89-F50526776AA6}" dt="2022-12-09T03:27:01.124" v="9" actId="478"/>
          <pc:sldLayoutMkLst>
            <pc:docMk/>
            <pc:sldMasterMk cId="1550542115" sldId="2147483677"/>
            <pc:sldLayoutMk cId="1915296519" sldId="2147483696"/>
          </pc:sldLayoutMkLst>
          <pc:picChg chg="del">
            <ac:chgData name="Yihui Lan" userId="046113c4-4b6b-4ad1-9898-de38db5ddf06" providerId="ADAL" clId="{0822F463-81E0-47DC-9A89-F50526776AA6}" dt="2022-12-09T03:27:01.124" v="9" actId="478"/>
            <ac:picMkLst>
              <pc:docMk/>
              <pc:sldMasterMk cId="1550542115" sldId="2147483677"/>
              <pc:sldLayoutMk cId="1915296519" sldId="2147483696"/>
              <ac:picMk id="6" creationId="{00000000-0000-0000-0000-000000000000}"/>
            </ac:picMkLst>
          </pc:picChg>
        </pc:sldLayoutChg>
      </pc:sldMasterChg>
      <pc:sldMasterChg chg="addSp modSp del delSldLayout">
        <pc:chgData name="Yihui Lan" userId="046113c4-4b6b-4ad1-9898-de38db5ddf06" providerId="ADAL" clId="{0822F463-81E0-47DC-9A89-F50526776AA6}" dt="2022-12-09T03:32:09.752" v="36" actId="2696"/>
        <pc:sldMasterMkLst>
          <pc:docMk/>
          <pc:sldMasterMk cId="1173885634" sldId="2147483697"/>
        </pc:sldMasterMkLst>
        <pc:spChg chg="add mod">
          <ac:chgData name="Yihui Lan" userId="046113c4-4b6b-4ad1-9898-de38db5ddf06" providerId="ADAL" clId="{0822F463-81E0-47DC-9A89-F50526776AA6}" dt="2022-12-09T03:31:59.947" v="24"/>
          <ac:spMkLst>
            <pc:docMk/>
            <pc:sldMasterMk cId="1173885634" sldId="2147483697"/>
            <ac:spMk id="2" creationId="{AEB2E464-D06C-4B8F-A9CE-6B8B472F42A7}"/>
          </ac:spMkLst>
        </pc:spChg>
        <pc:spChg chg="add mod">
          <ac:chgData name="Yihui Lan" userId="046113c4-4b6b-4ad1-9898-de38db5ddf06" providerId="ADAL" clId="{0822F463-81E0-47DC-9A89-F50526776AA6}" dt="2022-12-09T03:31:59.947" v="24"/>
          <ac:spMkLst>
            <pc:docMk/>
            <pc:sldMasterMk cId="1173885634" sldId="2147483697"/>
            <ac:spMk id="3" creationId="{9B98532B-C6FD-4F6A-A8C0-2664B572F50C}"/>
          </ac:spMkLst>
        </pc:spChg>
        <pc:spChg chg="add mod">
          <ac:chgData name="Yihui Lan" userId="046113c4-4b6b-4ad1-9898-de38db5ddf06" providerId="ADAL" clId="{0822F463-81E0-47DC-9A89-F50526776AA6}" dt="2022-12-09T03:31:59.947" v="24"/>
          <ac:spMkLst>
            <pc:docMk/>
            <pc:sldMasterMk cId="1173885634" sldId="2147483697"/>
            <ac:spMk id="4" creationId="{E68AADBB-69D5-4A00-835F-49B127530C23}"/>
          </ac:spMkLst>
        </pc:spChg>
        <pc:spChg chg="add mod">
          <ac:chgData name="Yihui Lan" userId="046113c4-4b6b-4ad1-9898-de38db5ddf06" providerId="ADAL" clId="{0822F463-81E0-47DC-9A89-F50526776AA6}" dt="2022-12-09T03:31:59.947" v="24"/>
          <ac:spMkLst>
            <pc:docMk/>
            <pc:sldMasterMk cId="1173885634" sldId="2147483697"/>
            <ac:spMk id="5" creationId="{12CCE7E6-DD66-46D3-8796-A9DE336013CF}"/>
          </ac:spMkLst>
        </pc:spChg>
        <pc:spChg chg="add mod">
          <ac:chgData name="Yihui Lan" userId="046113c4-4b6b-4ad1-9898-de38db5ddf06" providerId="ADAL" clId="{0822F463-81E0-47DC-9A89-F50526776AA6}" dt="2022-12-09T03:31:59.947" v="24"/>
          <ac:spMkLst>
            <pc:docMk/>
            <pc:sldMasterMk cId="1173885634" sldId="2147483697"/>
            <ac:spMk id="6" creationId="{617BA519-0C4F-42FE-9218-BB10D47486E1}"/>
          </ac:spMkLst>
        </pc:spChg>
        <pc:sldLayoutChg chg="del">
          <pc:chgData name="Yihui Lan" userId="046113c4-4b6b-4ad1-9898-de38db5ddf06" providerId="ADAL" clId="{0822F463-81E0-47DC-9A89-F50526776AA6}" dt="2022-12-09T03:32:09.727" v="25" actId="2696"/>
          <pc:sldLayoutMkLst>
            <pc:docMk/>
            <pc:sldMasterMk cId="1173885634" sldId="2147483697"/>
            <pc:sldLayoutMk cId="226897074" sldId="2147483698"/>
          </pc:sldLayoutMkLst>
        </pc:sldLayoutChg>
        <pc:sldLayoutChg chg="del">
          <pc:chgData name="Yihui Lan" userId="046113c4-4b6b-4ad1-9898-de38db5ddf06" providerId="ADAL" clId="{0822F463-81E0-47DC-9A89-F50526776AA6}" dt="2022-12-09T03:32:09.728" v="26" actId="2696"/>
          <pc:sldLayoutMkLst>
            <pc:docMk/>
            <pc:sldMasterMk cId="1173885634" sldId="2147483697"/>
            <pc:sldLayoutMk cId="3259961215" sldId="2147483699"/>
          </pc:sldLayoutMkLst>
        </pc:sldLayoutChg>
        <pc:sldLayoutChg chg="del">
          <pc:chgData name="Yihui Lan" userId="046113c4-4b6b-4ad1-9898-de38db5ddf06" providerId="ADAL" clId="{0822F463-81E0-47DC-9A89-F50526776AA6}" dt="2022-12-09T03:32:09.729" v="27" actId="2696"/>
          <pc:sldLayoutMkLst>
            <pc:docMk/>
            <pc:sldMasterMk cId="1173885634" sldId="2147483697"/>
            <pc:sldLayoutMk cId="3584884854" sldId="2147483700"/>
          </pc:sldLayoutMkLst>
        </pc:sldLayoutChg>
        <pc:sldLayoutChg chg="del">
          <pc:chgData name="Yihui Lan" userId="046113c4-4b6b-4ad1-9898-de38db5ddf06" providerId="ADAL" clId="{0822F463-81E0-47DC-9A89-F50526776AA6}" dt="2022-12-09T03:32:09.730" v="28" actId="2696"/>
          <pc:sldLayoutMkLst>
            <pc:docMk/>
            <pc:sldMasterMk cId="1173885634" sldId="2147483697"/>
            <pc:sldLayoutMk cId="2061953108" sldId="2147483701"/>
          </pc:sldLayoutMkLst>
        </pc:sldLayoutChg>
        <pc:sldLayoutChg chg="del">
          <pc:chgData name="Yihui Lan" userId="046113c4-4b6b-4ad1-9898-de38db5ddf06" providerId="ADAL" clId="{0822F463-81E0-47DC-9A89-F50526776AA6}" dt="2022-12-09T03:32:09.731" v="29" actId="2696"/>
          <pc:sldLayoutMkLst>
            <pc:docMk/>
            <pc:sldMasterMk cId="1173885634" sldId="2147483697"/>
            <pc:sldLayoutMk cId="1147784009" sldId="2147483702"/>
          </pc:sldLayoutMkLst>
        </pc:sldLayoutChg>
        <pc:sldLayoutChg chg="del">
          <pc:chgData name="Yihui Lan" userId="046113c4-4b6b-4ad1-9898-de38db5ddf06" providerId="ADAL" clId="{0822F463-81E0-47DC-9A89-F50526776AA6}" dt="2022-12-09T03:32:09.732" v="30" actId="2696"/>
          <pc:sldLayoutMkLst>
            <pc:docMk/>
            <pc:sldMasterMk cId="1173885634" sldId="2147483697"/>
            <pc:sldLayoutMk cId="2557667370" sldId="2147483703"/>
          </pc:sldLayoutMkLst>
        </pc:sldLayoutChg>
        <pc:sldLayoutChg chg="del">
          <pc:chgData name="Yihui Lan" userId="046113c4-4b6b-4ad1-9898-de38db5ddf06" providerId="ADAL" clId="{0822F463-81E0-47DC-9A89-F50526776AA6}" dt="2022-12-09T03:32:09.733" v="31" actId="2696"/>
          <pc:sldLayoutMkLst>
            <pc:docMk/>
            <pc:sldMasterMk cId="1173885634" sldId="2147483697"/>
            <pc:sldLayoutMk cId="1805031878" sldId="2147483704"/>
          </pc:sldLayoutMkLst>
        </pc:sldLayoutChg>
        <pc:sldLayoutChg chg="del">
          <pc:chgData name="Yihui Lan" userId="046113c4-4b6b-4ad1-9898-de38db5ddf06" providerId="ADAL" clId="{0822F463-81E0-47DC-9A89-F50526776AA6}" dt="2022-12-09T03:32:09.733" v="32" actId="2696"/>
          <pc:sldLayoutMkLst>
            <pc:docMk/>
            <pc:sldMasterMk cId="1173885634" sldId="2147483697"/>
            <pc:sldLayoutMk cId="1952430548" sldId="2147483705"/>
          </pc:sldLayoutMkLst>
        </pc:sldLayoutChg>
        <pc:sldLayoutChg chg="del">
          <pc:chgData name="Yihui Lan" userId="046113c4-4b6b-4ad1-9898-de38db5ddf06" providerId="ADAL" clId="{0822F463-81E0-47DC-9A89-F50526776AA6}" dt="2022-12-09T03:32:09.749" v="33" actId="2696"/>
          <pc:sldLayoutMkLst>
            <pc:docMk/>
            <pc:sldMasterMk cId="1173885634" sldId="2147483697"/>
            <pc:sldLayoutMk cId="3217993418" sldId="2147483706"/>
          </pc:sldLayoutMkLst>
        </pc:sldLayoutChg>
        <pc:sldLayoutChg chg="del">
          <pc:chgData name="Yihui Lan" userId="046113c4-4b6b-4ad1-9898-de38db5ddf06" providerId="ADAL" clId="{0822F463-81E0-47DC-9A89-F50526776AA6}" dt="2022-12-09T03:32:09.750" v="34" actId="2696"/>
          <pc:sldLayoutMkLst>
            <pc:docMk/>
            <pc:sldMasterMk cId="1173885634" sldId="2147483697"/>
            <pc:sldLayoutMk cId="2055002893" sldId="2147483707"/>
          </pc:sldLayoutMkLst>
        </pc:sldLayoutChg>
        <pc:sldLayoutChg chg="del">
          <pc:chgData name="Yihui Lan" userId="046113c4-4b6b-4ad1-9898-de38db5ddf06" providerId="ADAL" clId="{0822F463-81E0-47DC-9A89-F50526776AA6}" dt="2022-12-09T03:32:09.750" v="35" actId="2696"/>
          <pc:sldLayoutMkLst>
            <pc:docMk/>
            <pc:sldMasterMk cId="1173885634" sldId="2147483697"/>
            <pc:sldLayoutMk cId="3877600958" sldId="2147483708"/>
          </pc:sldLayoutMkLst>
        </pc:sldLayoutChg>
      </pc:sldMasterChg>
      <pc:sldMasterChg chg="modSldLayout">
        <pc:chgData name="Yihui Lan" userId="046113c4-4b6b-4ad1-9898-de38db5ddf06" providerId="ADAL" clId="{0822F463-81E0-47DC-9A89-F50526776AA6}" dt="2022-12-09T04:07:11.693" v="177" actId="6549"/>
        <pc:sldMasterMkLst>
          <pc:docMk/>
          <pc:sldMasterMk cId="2424541773" sldId="2147483697"/>
        </pc:sldMasterMkLst>
        <pc:sldLayoutChg chg="addSp delSp modSp">
          <pc:chgData name="Yihui Lan" userId="046113c4-4b6b-4ad1-9898-de38db5ddf06" providerId="ADAL" clId="{0822F463-81E0-47DC-9A89-F50526776AA6}" dt="2022-12-09T03:50:11.013" v="96" actId="1035"/>
          <pc:sldLayoutMkLst>
            <pc:docMk/>
            <pc:sldMasterMk cId="2424541773" sldId="2147483697"/>
            <pc:sldLayoutMk cId="1409539063" sldId="2147483729"/>
          </pc:sldLayoutMkLst>
          <pc:spChg chg="del">
            <ac:chgData name="Yihui Lan" userId="046113c4-4b6b-4ad1-9898-de38db5ddf06" providerId="ADAL" clId="{0822F463-81E0-47DC-9A89-F50526776AA6}" dt="2022-12-09T03:43:23.629" v="53" actId="478"/>
            <ac:spMkLst>
              <pc:docMk/>
              <pc:sldMasterMk cId="2424541773" sldId="2147483697"/>
              <pc:sldLayoutMk cId="1409539063" sldId="2147483729"/>
              <ac:spMk id="5" creationId="{76F2C17B-3BE4-9749-B0C0-A66AF55F5F1B}"/>
            </ac:spMkLst>
          </pc:spChg>
          <pc:spChg chg="del">
            <ac:chgData name="Yihui Lan" userId="046113c4-4b6b-4ad1-9898-de38db5ddf06" providerId="ADAL" clId="{0822F463-81E0-47DC-9A89-F50526776AA6}" dt="2022-12-09T03:43:22.293" v="52" actId="478"/>
            <ac:spMkLst>
              <pc:docMk/>
              <pc:sldMasterMk cId="2424541773" sldId="2147483697"/>
              <pc:sldLayoutMk cId="1409539063" sldId="2147483729"/>
              <ac:spMk id="8" creationId="{3C0F6D6D-8E12-1D46-A4AF-26F22F54F0A1}"/>
            </ac:spMkLst>
          </pc:spChg>
          <pc:spChg chg="del">
            <ac:chgData name="Yihui Lan" userId="046113c4-4b6b-4ad1-9898-de38db5ddf06" providerId="ADAL" clId="{0822F463-81E0-47DC-9A89-F50526776AA6}" dt="2022-12-09T03:43:25.588" v="54" actId="478"/>
            <ac:spMkLst>
              <pc:docMk/>
              <pc:sldMasterMk cId="2424541773" sldId="2147483697"/>
              <pc:sldLayoutMk cId="1409539063" sldId="2147483729"/>
              <ac:spMk id="20" creationId="{3CD0559D-6E67-1A44-8513-2C26307CDFD2}"/>
            </ac:spMkLst>
          </pc:spChg>
          <pc:picChg chg="add mod modCrop">
            <ac:chgData name="Yihui Lan" userId="046113c4-4b6b-4ad1-9898-de38db5ddf06" providerId="ADAL" clId="{0822F463-81E0-47DC-9A89-F50526776AA6}" dt="2022-12-09T03:50:04.358" v="85" actId="1076"/>
            <ac:picMkLst>
              <pc:docMk/>
              <pc:sldMasterMk cId="2424541773" sldId="2147483697"/>
              <pc:sldLayoutMk cId="1409539063" sldId="2147483729"/>
              <ac:picMk id="2" creationId="{175BFD56-79B2-4DA5-8118-3E81CD1A1925}"/>
            </ac:picMkLst>
          </pc:picChg>
          <pc:picChg chg="mod">
            <ac:chgData name="Yihui Lan" userId="046113c4-4b6b-4ad1-9898-de38db5ddf06" providerId="ADAL" clId="{0822F463-81E0-47DC-9A89-F50526776AA6}" dt="2022-12-09T03:50:11.013" v="96" actId="1035"/>
            <ac:picMkLst>
              <pc:docMk/>
              <pc:sldMasterMk cId="2424541773" sldId="2147483697"/>
              <pc:sldLayoutMk cId="1409539063" sldId="2147483729"/>
              <ac:picMk id="6" creationId="{3106178B-0F06-DA48-B0F4-313776E65E4B}"/>
            </ac:picMkLst>
          </pc:picChg>
        </pc:sldLayoutChg>
        <pc:sldLayoutChg chg="delSp modSp">
          <pc:chgData name="Yihui Lan" userId="046113c4-4b6b-4ad1-9898-de38db5ddf06" providerId="ADAL" clId="{0822F463-81E0-47DC-9A89-F50526776AA6}" dt="2022-12-09T04:07:11.693" v="177" actId="6549"/>
          <pc:sldLayoutMkLst>
            <pc:docMk/>
            <pc:sldMasterMk cId="2424541773" sldId="2147483697"/>
            <pc:sldLayoutMk cId="3512960605" sldId="2147483730"/>
          </pc:sldLayoutMkLst>
          <pc:spChg chg="mod">
            <ac:chgData name="Yihui Lan" userId="046113c4-4b6b-4ad1-9898-de38db5ddf06" providerId="ADAL" clId="{0822F463-81E0-47DC-9A89-F50526776AA6}" dt="2022-12-09T04:07:11.693" v="177" actId="6549"/>
            <ac:spMkLst>
              <pc:docMk/>
              <pc:sldMasterMk cId="2424541773" sldId="2147483697"/>
              <pc:sldLayoutMk cId="3512960605" sldId="2147483730"/>
              <ac:spMk id="2" creationId="{D14DD03B-B0DB-E742-8753-5980F4B39383}"/>
            </ac:spMkLst>
          </pc:spChg>
          <pc:spChg chg="del">
            <ac:chgData name="Yihui Lan" userId="046113c4-4b6b-4ad1-9898-de38db5ddf06" providerId="ADAL" clId="{0822F463-81E0-47DC-9A89-F50526776AA6}" dt="2022-12-09T04:01:38.094" v="98" actId="478"/>
            <ac:spMkLst>
              <pc:docMk/>
              <pc:sldMasterMk cId="2424541773" sldId="2147483697"/>
              <pc:sldLayoutMk cId="3512960605" sldId="2147483730"/>
              <ac:spMk id="11" creationId="{72FE3512-5E25-D841-9AC1-BD44C3F96775}"/>
            </ac:spMkLst>
          </pc:spChg>
          <pc:spChg chg="mod">
            <ac:chgData name="Yihui Lan" userId="046113c4-4b6b-4ad1-9898-de38db5ddf06" providerId="ADAL" clId="{0822F463-81E0-47DC-9A89-F50526776AA6}" dt="2022-12-09T04:06:46.696" v="176" actId="255"/>
            <ac:spMkLst>
              <pc:docMk/>
              <pc:sldMasterMk cId="2424541773" sldId="2147483697"/>
              <pc:sldLayoutMk cId="3512960605" sldId="2147483730"/>
              <ac:spMk id="14" creationId="{6EFA41F6-68C9-DF40-9F89-A5C792CA74E9}"/>
            </ac:spMkLst>
          </pc:spChg>
        </pc:sldLayoutChg>
      </pc:sldMasterChg>
      <pc:sldMasterChg chg="addSp modSp del delSldLayout">
        <pc:chgData name="Yihui Lan" userId="046113c4-4b6b-4ad1-9898-de38db5ddf06" providerId="ADAL" clId="{0822F463-81E0-47DC-9A89-F50526776AA6}" dt="2022-12-09T03:30:31.111" v="23" actId="2696"/>
        <pc:sldMasterMkLst>
          <pc:docMk/>
          <pc:sldMasterMk cId="3440135950" sldId="2147483697"/>
        </pc:sldMasterMkLst>
        <pc:spChg chg="add mod">
          <ac:chgData name="Yihui Lan" userId="046113c4-4b6b-4ad1-9898-de38db5ddf06" providerId="ADAL" clId="{0822F463-81E0-47DC-9A89-F50526776AA6}" dt="2022-12-09T03:30:21.393" v="11"/>
          <ac:spMkLst>
            <pc:docMk/>
            <pc:sldMasterMk cId="3440135950" sldId="2147483697"/>
            <ac:spMk id="2" creationId="{E74D630B-C0D6-4C2D-B6F3-162555F3A0CF}"/>
          </ac:spMkLst>
        </pc:spChg>
        <pc:spChg chg="add mod">
          <ac:chgData name="Yihui Lan" userId="046113c4-4b6b-4ad1-9898-de38db5ddf06" providerId="ADAL" clId="{0822F463-81E0-47DC-9A89-F50526776AA6}" dt="2022-12-09T03:30:21.393" v="11"/>
          <ac:spMkLst>
            <pc:docMk/>
            <pc:sldMasterMk cId="3440135950" sldId="2147483697"/>
            <ac:spMk id="3" creationId="{F63520AE-D8DB-45ED-8A61-DCCE1EE87D8F}"/>
          </ac:spMkLst>
        </pc:spChg>
        <pc:spChg chg="add mod">
          <ac:chgData name="Yihui Lan" userId="046113c4-4b6b-4ad1-9898-de38db5ddf06" providerId="ADAL" clId="{0822F463-81E0-47DC-9A89-F50526776AA6}" dt="2022-12-09T03:30:21.393" v="11"/>
          <ac:spMkLst>
            <pc:docMk/>
            <pc:sldMasterMk cId="3440135950" sldId="2147483697"/>
            <ac:spMk id="4" creationId="{40B5BA19-D884-44D9-ACAC-CA977059F9A1}"/>
          </ac:spMkLst>
        </pc:spChg>
        <pc:spChg chg="add mod">
          <ac:chgData name="Yihui Lan" userId="046113c4-4b6b-4ad1-9898-de38db5ddf06" providerId="ADAL" clId="{0822F463-81E0-47DC-9A89-F50526776AA6}" dt="2022-12-09T03:30:21.393" v="11"/>
          <ac:spMkLst>
            <pc:docMk/>
            <pc:sldMasterMk cId="3440135950" sldId="2147483697"/>
            <ac:spMk id="5" creationId="{CA7CBAFD-0EF4-4A86-B823-7FF3E32DA232}"/>
          </ac:spMkLst>
        </pc:spChg>
        <pc:spChg chg="add mod">
          <ac:chgData name="Yihui Lan" userId="046113c4-4b6b-4ad1-9898-de38db5ddf06" providerId="ADAL" clId="{0822F463-81E0-47DC-9A89-F50526776AA6}" dt="2022-12-09T03:30:21.393" v="11"/>
          <ac:spMkLst>
            <pc:docMk/>
            <pc:sldMasterMk cId="3440135950" sldId="2147483697"/>
            <ac:spMk id="6" creationId="{B2D55B42-180C-4876-BF1F-534D70FE36C0}"/>
          </ac:spMkLst>
        </pc:spChg>
        <pc:sldLayoutChg chg="del">
          <pc:chgData name="Yihui Lan" userId="046113c4-4b6b-4ad1-9898-de38db5ddf06" providerId="ADAL" clId="{0822F463-81E0-47DC-9A89-F50526776AA6}" dt="2022-12-09T03:30:31.095" v="12" actId="2696"/>
          <pc:sldLayoutMkLst>
            <pc:docMk/>
            <pc:sldMasterMk cId="3440135950" sldId="2147483697"/>
            <pc:sldLayoutMk cId="3300394970" sldId="2147483698"/>
          </pc:sldLayoutMkLst>
        </pc:sldLayoutChg>
        <pc:sldLayoutChg chg="del">
          <pc:chgData name="Yihui Lan" userId="046113c4-4b6b-4ad1-9898-de38db5ddf06" providerId="ADAL" clId="{0822F463-81E0-47DC-9A89-F50526776AA6}" dt="2022-12-09T03:30:31.095" v="13" actId="2696"/>
          <pc:sldLayoutMkLst>
            <pc:docMk/>
            <pc:sldMasterMk cId="3440135950" sldId="2147483697"/>
            <pc:sldLayoutMk cId="3736605903" sldId="2147483699"/>
          </pc:sldLayoutMkLst>
        </pc:sldLayoutChg>
        <pc:sldLayoutChg chg="del">
          <pc:chgData name="Yihui Lan" userId="046113c4-4b6b-4ad1-9898-de38db5ddf06" providerId="ADAL" clId="{0822F463-81E0-47DC-9A89-F50526776AA6}" dt="2022-12-09T03:30:31.095" v="14" actId="2696"/>
          <pc:sldLayoutMkLst>
            <pc:docMk/>
            <pc:sldMasterMk cId="3440135950" sldId="2147483697"/>
            <pc:sldLayoutMk cId="2391051919" sldId="2147483700"/>
          </pc:sldLayoutMkLst>
        </pc:sldLayoutChg>
        <pc:sldLayoutChg chg="del">
          <pc:chgData name="Yihui Lan" userId="046113c4-4b6b-4ad1-9898-de38db5ddf06" providerId="ADAL" clId="{0822F463-81E0-47DC-9A89-F50526776AA6}" dt="2022-12-09T03:30:31.095" v="15" actId="2696"/>
          <pc:sldLayoutMkLst>
            <pc:docMk/>
            <pc:sldMasterMk cId="3440135950" sldId="2147483697"/>
            <pc:sldLayoutMk cId="1458843711" sldId="2147483701"/>
          </pc:sldLayoutMkLst>
        </pc:sldLayoutChg>
        <pc:sldLayoutChg chg="del">
          <pc:chgData name="Yihui Lan" userId="046113c4-4b6b-4ad1-9898-de38db5ddf06" providerId="ADAL" clId="{0822F463-81E0-47DC-9A89-F50526776AA6}" dt="2022-12-09T03:30:31.095" v="16" actId="2696"/>
          <pc:sldLayoutMkLst>
            <pc:docMk/>
            <pc:sldMasterMk cId="3440135950" sldId="2147483697"/>
            <pc:sldLayoutMk cId="376485860" sldId="2147483702"/>
          </pc:sldLayoutMkLst>
        </pc:sldLayoutChg>
        <pc:sldLayoutChg chg="del">
          <pc:chgData name="Yihui Lan" userId="046113c4-4b6b-4ad1-9898-de38db5ddf06" providerId="ADAL" clId="{0822F463-81E0-47DC-9A89-F50526776AA6}" dt="2022-12-09T03:30:31.095" v="17" actId="2696"/>
          <pc:sldLayoutMkLst>
            <pc:docMk/>
            <pc:sldMasterMk cId="3440135950" sldId="2147483697"/>
            <pc:sldLayoutMk cId="1671244836" sldId="2147483703"/>
          </pc:sldLayoutMkLst>
        </pc:sldLayoutChg>
        <pc:sldLayoutChg chg="del">
          <pc:chgData name="Yihui Lan" userId="046113c4-4b6b-4ad1-9898-de38db5ddf06" providerId="ADAL" clId="{0822F463-81E0-47DC-9A89-F50526776AA6}" dt="2022-12-09T03:30:31.111" v="18" actId="2696"/>
          <pc:sldLayoutMkLst>
            <pc:docMk/>
            <pc:sldMasterMk cId="3440135950" sldId="2147483697"/>
            <pc:sldLayoutMk cId="1668644306" sldId="2147483704"/>
          </pc:sldLayoutMkLst>
        </pc:sldLayoutChg>
        <pc:sldLayoutChg chg="del">
          <pc:chgData name="Yihui Lan" userId="046113c4-4b6b-4ad1-9898-de38db5ddf06" providerId="ADAL" clId="{0822F463-81E0-47DC-9A89-F50526776AA6}" dt="2022-12-09T03:30:31.111" v="19" actId="2696"/>
          <pc:sldLayoutMkLst>
            <pc:docMk/>
            <pc:sldMasterMk cId="3440135950" sldId="2147483697"/>
            <pc:sldLayoutMk cId="2582790099" sldId="2147483705"/>
          </pc:sldLayoutMkLst>
        </pc:sldLayoutChg>
        <pc:sldLayoutChg chg="del">
          <pc:chgData name="Yihui Lan" userId="046113c4-4b6b-4ad1-9898-de38db5ddf06" providerId="ADAL" clId="{0822F463-81E0-47DC-9A89-F50526776AA6}" dt="2022-12-09T03:30:31.111" v="20" actId="2696"/>
          <pc:sldLayoutMkLst>
            <pc:docMk/>
            <pc:sldMasterMk cId="3440135950" sldId="2147483697"/>
            <pc:sldLayoutMk cId="1566147918" sldId="2147483706"/>
          </pc:sldLayoutMkLst>
        </pc:sldLayoutChg>
        <pc:sldLayoutChg chg="del">
          <pc:chgData name="Yihui Lan" userId="046113c4-4b6b-4ad1-9898-de38db5ddf06" providerId="ADAL" clId="{0822F463-81E0-47DC-9A89-F50526776AA6}" dt="2022-12-09T03:30:31.111" v="21" actId="2696"/>
          <pc:sldLayoutMkLst>
            <pc:docMk/>
            <pc:sldMasterMk cId="3440135950" sldId="2147483697"/>
            <pc:sldLayoutMk cId="3854230798" sldId="2147483707"/>
          </pc:sldLayoutMkLst>
        </pc:sldLayoutChg>
        <pc:sldLayoutChg chg="del">
          <pc:chgData name="Yihui Lan" userId="046113c4-4b6b-4ad1-9898-de38db5ddf06" providerId="ADAL" clId="{0822F463-81E0-47DC-9A89-F50526776AA6}" dt="2022-12-09T03:30:31.111" v="22" actId="2696"/>
          <pc:sldLayoutMkLst>
            <pc:docMk/>
            <pc:sldMasterMk cId="3440135950" sldId="2147483697"/>
            <pc:sldLayoutMk cId="782315015" sldId="214748370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3/26/2025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3/26/2025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F598F4-E49E-0C4A-95A0-3D4224C6B109}" type="slidenum">
              <a:rPr lang="en-US" smtClean="0"/>
              <a:t>1</a:t>
            </a:fld>
            <a:endParaRPr lang="en-US"/>
          </a:p>
        </p:txBody>
      </p:sp>
    </p:spTree>
    <p:extLst>
      <p:ext uri="{BB962C8B-B14F-4D97-AF65-F5344CB8AC3E}">
        <p14:creationId xmlns:p14="http://schemas.microsoft.com/office/powerpoint/2010/main" val="1780173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2</a:t>
            </a:fld>
            <a:endParaRPr lang="en-US"/>
          </a:p>
        </p:txBody>
      </p:sp>
    </p:spTree>
    <p:extLst>
      <p:ext uri="{BB962C8B-B14F-4D97-AF65-F5344CB8AC3E}">
        <p14:creationId xmlns:p14="http://schemas.microsoft.com/office/powerpoint/2010/main" val="2134200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3</a:t>
            </a:fld>
            <a:endParaRPr lang="en-US"/>
          </a:p>
        </p:txBody>
      </p:sp>
    </p:spTree>
    <p:extLst>
      <p:ext uri="{BB962C8B-B14F-4D97-AF65-F5344CB8AC3E}">
        <p14:creationId xmlns:p14="http://schemas.microsoft.com/office/powerpoint/2010/main" val="1635892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5</a:t>
            </a:fld>
            <a:endParaRPr lang="en-US"/>
          </a:p>
        </p:txBody>
      </p:sp>
    </p:spTree>
    <p:extLst>
      <p:ext uri="{BB962C8B-B14F-4D97-AF65-F5344CB8AC3E}">
        <p14:creationId xmlns:p14="http://schemas.microsoft.com/office/powerpoint/2010/main" val="37164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6</a:t>
            </a:fld>
            <a:endParaRPr lang="en-US"/>
          </a:p>
        </p:txBody>
      </p:sp>
    </p:spTree>
    <p:extLst>
      <p:ext uri="{BB962C8B-B14F-4D97-AF65-F5344CB8AC3E}">
        <p14:creationId xmlns:p14="http://schemas.microsoft.com/office/powerpoint/2010/main" val="2606153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7</a:t>
            </a:fld>
            <a:endParaRPr lang="en-US"/>
          </a:p>
        </p:txBody>
      </p:sp>
    </p:spTree>
    <p:extLst>
      <p:ext uri="{BB962C8B-B14F-4D97-AF65-F5344CB8AC3E}">
        <p14:creationId xmlns:p14="http://schemas.microsoft.com/office/powerpoint/2010/main" val="3245717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12</a:t>
            </a:fld>
            <a:endParaRPr lang="en-US"/>
          </a:p>
        </p:txBody>
      </p:sp>
    </p:spTree>
    <p:extLst>
      <p:ext uri="{BB962C8B-B14F-4D97-AF65-F5344CB8AC3E}">
        <p14:creationId xmlns:p14="http://schemas.microsoft.com/office/powerpoint/2010/main" val="1318609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15</a:t>
            </a:fld>
            <a:endParaRPr lang="en-US"/>
          </a:p>
        </p:txBody>
      </p:sp>
    </p:spTree>
    <p:extLst>
      <p:ext uri="{BB962C8B-B14F-4D97-AF65-F5344CB8AC3E}">
        <p14:creationId xmlns:p14="http://schemas.microsoft.com/office/powerpoint/2010/main" val="743258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17</a:t>
            </a:fld>
            <a:endParaRPr lang="en-US"/>
          </a:p>
        </p:txBody>
      </p:sp>
    </p:spTree>
    <p:extLst>
      <p:ext uri="{BB962C8B-B14F-4D97-AF65-F5344CB8AC3E}">
        <p14:creationId xmlns:p14="http://schemas.microsoft.com/office/powerpoint/2010/main" val="3835748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598F4-E49E-0C4A-95A0-3D4224C6B109}" type="slidenum">
              <a:rPr lang="en-US" smtClean="0"/>
              <a:t>24</a:t>
            </a:fld>
            <a:endParaRPr lang="en-US"/>
          </a:p>
        </p:txBody>
      </p:sp>
    </p:spTree>
    <p:extLst>
      <p:ext uri="{BB962C8B-B14F-4D97-AF65-F5344CB8AC3E}">
        <p14:creationId xmlns:p14="http://schemas.microsoft.com/office/powerpoint/2010/main" val="3312988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5.tif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3969" y="2"/>
            <a:ext cx="6763544" cy="2976563"/>
          </a:xfrm>
          <a:solidFill>
            <a:schemeClr val="bg2"/>
          </a:solidFill>
        </p:spPr>
        <p:txBody>
          <a:bodyPr/>
          <a:lstStyle>
            <a:lvl1pPr marL="0" indent="0">
              <a:buNone/>
              <a:defRPr>
                <a:latin typeface="Century Gothic" panose="020B0502020202020204" pitchFamily="34" charset="0"/>
              </a:defRPr>
            </a:lvl1pPr>
          </a:lstStyle>
          <a:p>
            <a:endParaRPr lang="en-US" dirty="0"/>
          </a:p>
        </p:txBody>
      </p:sp>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2976564"/>
            <a:ext cx="9140031" cy="1252227"/>
          </a:xfrm>
          <a:solidFill>
            <a:schemeClr val="bg1"/>
          </a:solidFill>
        </p:spPr>
        <p:txBody>
          <a:bodyPr lIns="251999" tIns="432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 </a:t>
            </a:r>
            <a:r>
              <a:rPr lang="en-GB" dirty="0" err="1"/>
              <a:t>dolor</a:t>
            </a:r>
            <a:r>
              <a:rPr lang="en-GB" dirty="0"/>
              <a:t> sit </a:t>
            </a:r>
            <a:r>
              <a:rPr lang="en-GB" dirty="0" err="1"/>
              <a:t>amet</a:t>
            </a:r>
            <a:br>
              <a:rPr lang="en-GB" dirty="0"/>
            </a:br>
            <a:endParaRPr lang="en-US" dirty="0"/>
          </a:p>
        </p:txBody>
      </p:sp>
      <p:sp>
        <p:nvSpPr>
          <p:cNvPr id="3" name="Subtitle 2">
            <a:extLst>
              <a:ext uri="{FF2B5EF4-FFF2-40B4-BE49-F238E27FC236}">
                <a16:creationId xmlns:a16="http://schemas.microsoft.com/office/drawing/2014/main" id="{FC5598E1-5E62-8249-ACFC-AF934FCA28C4}"/>
              </a:ext>
            </a:extLst>
          </p:cNvPr>
          <p:cNvSpPr>
            <a:spLocks noGrp="1"/>
          </p:cNvSpPr>
          <p:nvPr>
            <p:ph type="subTitle" idx="1" hasCustomPrompt="1"/>
          </p:nvPr>
        </p:nvSpPr>
        <p:spPr>
          <a:xfrm>
            <a:off x="1200151" y="3680223"/>
            <a:ext cx="7939880" cy="838917"/>
          </a:xfrm>
        </p:spPr>
        <p:txBody>
          <a:bodyPr lIns="251999" tIns="288000" rIns="251999" bIns="36000">
            <a:noAutofit/>
          </a:bodyPr>
          <a:lstStyle>
            <a:lvl1pPr marL="0" indent="0" algn="l">
              <a:lnSpc>
                <a:spcPct val="70000"/>
              </a:lnSpc>
              <a:buNone/>
              <a:defRPr sz="3000"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err="1"/>
              <a:t>adipiscing</a:t>
            </a:r>
            <a:r>
              <a:rPr lang="en-GB" dirty="0"/>
              <a:t> </a:t>
            </a:r>
            <a:r>
              <a:rPr lang="en-GB" dirty="0" err="1"/>
              <a:t>consectetur</a:t>
            </a:r>
            <a:r>
              <a:rPr lang="en-GB" dirty="0"/>
              <a:t> </a:t>
            </a:r>
          </a:p>
        </p:txBody>
      </p:sp>
      <p:sp>
        <p:nvSpPr>
          <p:cNvPr id="12" name="Picture Placeholder 11">
            <a:extLst>
              <a:ext uri="{FF2B5EF4-FFF2-40B4-BE49-F238E27FC236}">
                <a16:creationId xmlns:a16="http://schemas.microsoft.com/office/drawing/2014/main" id="{1DE20CBB-1EA3-C544-9DCF-63A38D3301EE}"/>
              </a:ext>
            </a:extLst>
          </p:cNvPr>
          <p:cNvSpPr>
            <a:spLocks noGrp="1"/>
          </p:cNvSpPr>
          <p:nvPr>
            <p:ph type="pic" sz="quarter" idx="15"/>
          </p:nvPr>
        </p:nvSpPr>
        <p:spPr>
          <a:xfrm>
            <a:off x="3959227" y="2976875"/>
            <a:ext cx="3060699"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6" name="Picture Placeholder 11">
            <a:extLst>
              <a:ext uri="{FF2B5EF4-FFF2-40B4-BE49-F238E27FC236}">
                <a16:creationId xmlns:a16="http://schemas.microsoft.com/office/drawing/2014/main" id="{A98EE335-9EE4-A640-878D-B2014330197A}"/>
              </a:ext>
            </a:extLst>
          </p:cNvPr>
          <p:cNvSpPr>
            <a:spLocks noGrp="1"/>
          </p:cNvSpPr>
          <p:nvPr>
            <p:ph type="pic" sz="quarter" idx="16" hasCustomPrompt="1"/>
          </p:nvPr>
        </p:nvSpPr>
        <p:spPr>
          <a:xfrm>
            <a:off x="6767927" y="2203848"/>
            <a:ext cx="251999" cy="962025"/>
          </a:xfrm>
          <a:solidFill>
            <a:schemeClr val="tx2"/>
          </a:solidFill>
        </p:spPr>
        <p:txBody>
          <a:bodyPr/>
          <a:lstStyle>
            <a:lvl1pPr marL="0" indent="0">
              <a:buNone/>
              <a:defRPr>
                <a:noFill/>
              </a:defRPr>
            </a:lvl1pPr>
          </a:lstStyle>
          <a:p>
            <a:r>
              <a:rPr lang="en-US" dirty="0"/>
              <a:t> </a:t>
            </a:r>
          </a:p>
        </p:txBody>
      </p:sp>
      <p:sp>
        <p:nvSpPr>
          <p:cNvPr id="20" name="Text Placeholder 19">
            <a:extLst>
              <a:ext uri="{FF2B5EF4-FFF2-40B4-BE49-F238E27FC236}">
                <a16:creationId xmlns:a16="http://schemas.microsoft.com/office/drawing/2014/main" id="{231FDE68-9EAC-D44F-808B-FDDAAD33F0E6}"/>
              </a:ext>
            </a:extLst>
          </p:cNvPr>
          <p:cNvSpPr>
            <a:spLocks noGrp="1"/>
          </p:cNvSpPr>
          <p:nvPr>
            <p:ph type="body" sz="quarter" idx="21" hasCustomPrompt="1"/>
          </p:nvPr>
        </p:nvSpPr>
        <p:spPr>
          <a:xfrm>
            <a:off x="0" y="4569620"/>
            <a:ext cx="3959227" cy="561690"/>
          </a:xfrm>
        </p:spPr>
        <p:txBody>
          <a:bodyPr/>
          <a:lstStyle>
            <a:lvl1pPr marL="0" indent="0">
              <a:buNone/>
              <a:defRPr/>
            </a:lvl1pPr>
          </a:lstStyle>
          <a:p>
            <a:pPr lvl="0"/>
            <a:r>
              <a:rPr lang="en-US" dirty="0"/>
              <a:t>Optional Information (Date)</a:t>
            </a:r>
          </a:p>
        </p:txBody>
      </p:sp>
      <p:sp>
        <p:nvSpPr>
          <p:cNvPr id="22" name="Text Placeholder 21">
            <a:extLst>
              <a:ext uri="{FF2B5EF4-FFF2-40B4-BE49-F238E27FC236}">
                <a16:creationId xmlns:a16="http://schemas.microsoft.com/office/drawing/2014/main" id="{23FB373C-7A1D-AD49-8418-716441E6CD62}"/>
              </a:ext>
            </a:extLst>
          </p:cNvPr>
          <p:cNvSpPr>
            <a:spLocks noGrp="1"/>
          </p:cNvSpPr>
          <p:nvPr>
            <p:ph type="body" sz="quarter" idx="22" hasCustomPrompt="1"/>
          </p:nvPr>
        </p:nvSpPr>
        <p:spPr>
          <a:xfrm>
            <a:off x="4211639" y="4569620"/>
            <a:ext cx="4928392" cy="573881"/>
          </a:xfrm>
        </p:spPr>
        <p:txBody>
          <a:bodyPr/>
          <a:lstStyle>
            <a:lvl1pPr marL="0" indent="0" algn="r">
              <a:buNone/>
              <a:defRPr/>
            </a:lvl1pPr>
            <a:lvl2pPr marL="100013" indent="0" algn="r">
              <a:buNone/>
              <a:defRPr/>
            </a:lvl2pPr>
            <a:lvl3pPr marL="200025" indent="0" algn="r">
              <a:buNone/>
              <a:defRPr/>
            </a:lvl3pPr>
            <a:lvl4pPr marL="300038" indent="0" algn="r">
              <a:buNone/>
              <a:defRPr/>
            </a:lvl4pPr>
            <a:lvl5pPr marL="400050" indent="0" algn="r">
              <a:buNone/>
              <a:defRPr/>
            </a:lvl5pPr>
          </a:lstStyle>
          <a:p>
            <a:pPr lvl="0"/>
            <a:r>
              <a:rPr lang="en-GB" dirty="0"/>
              <a:t>Optional Information (Author/Department)</a:t>
            </a:r>
            <a:endParaRPr lang="en-US" dirty="0"/>
          </a:p>
        </p:txBody>
      </p:sp>
      <p:pic>
        <p:nvPicPr>
          <p:cNvPr id="10" name="Picture 9">
            <a:extLst>
              <a:ext uri="{FF2B5EF4-FFF2-40B4-BE49-F238E27FC236}">
                <a16:creationId xmlns:a16="http://schemas.microsoft.com/office/drawing/2014/main" id="{A9D77D2B-D22A-EC4B-80B0-5AD142E0B801}"/>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51526418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8813" y="733426"/>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p:nvPr>
        </p:nvSpPr>
        <p:spPr>
          <a:xfrm>
            <a:off x="1" y="195264"/>
            <a:ext cx="6769100" cy="457199"/>
          </a:xfrm>
          <a:noFill/>
        </p:spPr>
        <p:txBody>
          <a:bodyPr lIns="251999" tIns="0" rIns="251999" bIns="0" anchor="ctr">
            <a:normAutofit/>
          </a:bodyPr>
          <a:lstStyle>
            <a:lvl1pPr algn="l">
              <a:defRPr sz="2400" b="1" i="0">
                <a:solidFill>
                  <a:schemeClr val="tx1"/>
                </a:solidFill>
                <a:latin typeface="Times New Roman" panose="02020603050405020304" pitchFamily="18" charset="0"/>
                <a:cs typeface="Times New Roman" panose="02020603050405020304" pitchFamily="18" charset="0"/>
              </a:defRPr>
            </a:lvl1pPr>
          </a:lstStyle>
          <a:p>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hasCustomPrompt="1"/>
          </p:nvPr>
        </p:nvSpPr>
        <p:spPr>
          <a:xfrm>
            <a:off x="250826" y="1004888"/>
            <a:ext cx="8642351" cy="3566093"/>
          </a:xfrm>
        </p:spPr>
        <p:txBody>
          <a:bodyPr lIns="0" tIns="0" rIns="0" bIns="0"/>
          <a:lstStyle>
            <a:lvl1pPr marL="274320" indent="-274320">
              <a:spcAft>
                <a:spcPts val="600"/>
              </a:spcAft>
              <a:defRPr sz="2000">
                <a:latin typeface="Times New Roman" panose="02020603050405020304" pitchFamily="18" charset="0"/>
                <a:cs typeface="Times New Roman" panose="02020603050405020304" pitchFamily="18" charset="0"/>
              </a:defRPr>
            </a:lvl1pPr>
            <a:lvl2pPr marL="0" indent="0">
              <a:spcAft>
                <a:spcPts val="600"/>
              </a:spcAft>
              <a:buFont typeface="Arial" panose="020B0604020202020204" pitchFamily="34" charset="0"/>
              <a:buNone/>
              <a:defRPr sz="1800">
                <a:latin typeface="Times New Roman" panose="02020603050405020304" pitchFamily="18" charset="0"/>
                <a:cs typeface="Times New Roman" panose="02020603050405020304" pitchFamily="18" charset="0"/>
                <a:sym typeface="Symbol" panose="05050102010706020507" pitchFamily="18" charset="2"/>
              </a:defRPr>
            </a:lvl2pPr>
            <a:lvl3pPr marL="371475" indent="-171450">
              <a:buFont typeface="Arial" panose="020B0604020202020204" pitchFamily="34" charset="0"/>
              <a:buChar char="•"/>
              <a:defRPr sz="1600">
                <a:latin typeface="Times New Roman" panose="02020603050405020304" pitchFamily="18" charset="0"/>
                <a:cs typeface="Times New Roman" panose="02020603050405020304" pitchFamily="18" charset="0"/>
              </a:defRPr>
            </a:lvl3pPr>
            <a:lvl4pPr marL="400050" indent="-100013">
              <a:buFont typeface="Courier New" panose="02070309020205020404" pitchFamily="49" charset="0"/>
              <a:buChar char="o"/>
              <a:defRPr sz="1600"/>
            </a:lvl4pPr>
            <a:lvl5pPr marL="182880" indent="-457200">
              <a:spcAft>
                <a:spcPts val="600"/>
              </a:spcAft>
              <a:buFont typeface="Arial" panose="020B0604020202020204" pitchFamily="34" charset="0"/>
              <a:buChar char="•"/>
              <a:defRPr sz="1600">
                <a:latin typeface="Times New Roman" panose="02020603050405020304" pitchFamily="18" charset="0"/>
                <a:cs typeface="Times New Roman" panose="02020603050405020304" pitchFamily="18" charset="0"/>
              </a:defRPr>
            </a:lvl5pPr>
          </a:lstStyle>
          <a:p>
            <a:pPr lvl="0"/>
            <a:r>
              <a:rPr lang="en-GB" dirty="0"/>
              <a:t> Click to edit Master text styles</a:t>
            </a:r>
          </a:p>
          <a:p>
            <a:pPr lvl="2"/>
            <a:r>
              <a:rPr lang="en-GB" dirty="0"/>
              <a:t>gf     </a:t>
            </a:r>
          </a:p>
        </p:txBody>
      </p:sp>
      <p:pic>
        <p:nvPicPr>
          <p:cNvPr id="12" name="Picture 11">
            <a:extLst>
              <a:ext uri="{FF2B5EF4-FFF2-40B4-BE49-F238E27FC236}">
                <a16:creationId xmlns:a16="http://schemas.microsoft.com/office/drawing/2014/main" id="{88C5BC8E-F3E8-914B-9677-6E014E1E4DF2}"/>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512960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06178B-0F06-DA48-B0F4-313776E65E4B}"/>
              </a:ext>
            </a:extLst>
          </p:cNvPr>
          <p:cNvPicPr>
            <a:picLocks noChangeAspect="1"/>
          </p:cNvPicPr>
          <p:nvPr userDrawn="1"/>
        </p:nvPicPr>
        <p:blipFill>
          <a:blip r:embed="rId2"/>
          <a:stretch>
            <a:fillRect/>
          </a:stretch>
        </p:blipFill>
        <p:spPr>
          <a:xfrm>
            <a:off x="7221009" y="150393"/>
            <a:ext cx="1765300" cy="438150"/>
          </a:xfrm>
          <a:prstGeom prst="rect">
            <a:avLst/>
          </a:prstGeom>
        </p:spPr>
      </p:pic>
      <p:pic>
        <p:nvPicPr>
          <p:cNvPr id="2" name="Picture 1">
            <a:extLst>
              <a:ext uri="{FF2B5EF4-FFF2-40B4-BE49-F238E27FC236}">
                <a16:creationId xmlns:a16="http://schemas.microsoft.com/office/drawing/2014/main" id="{175BFD56-79B2-4DA5-8118-3E81CD1A1925}"/>
              </a:ext>
            </a:extLst>
          </p:cNvPr>
          <p:cNvPicPr>
            <a:picLocks noChangeAspect="1"/>
          </p:cNvPicPr>
          <p:nvPr userDrawn="1"/>
        </p:nvPicPr>
        <p:blipFill rotWithShape="1">
          <a:blip r:embed="rId3"/>
          <a:srcRect b="96455"/>
          <a:stretch/>
        </p:blipFill>
        <p:spPr>
          <a:xfrm>
            <a:off x="0" y="620293"/>
            <a:ext cx="9144000" cy="156416"/>
          </a:xfrm>
          <a:prstGeom prst="rect">
            <a:avLst/>
          </a:prstGeom>
        </p:spPr>
      </p:pic>
    </p:spTree>
    <p:extLst>
      <p:ext uri="{BB962C8B-B14F-4D97-AF65-F5344CB8AC3E}">
        <p14:creationId xmlns:p14="http://schemas.microsoft.com/office/powerpoint/2010/main" val="140953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0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9D77D2B-D22A-EC4B-80B0-5AD142E0B80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5" name="Picture Placeholder 10">
            <a:extLst>
              <a:ext uri="{FF2B5EF4-FFF2-40B4-BE49-F238E27FC236}">
                <a16:creationId xmlns:a16="http://schemas.microsoft.com/office/drawing/2014/main" id="{ED55D3C9-D21F-DC45-816F-67678DEDDC8D}"/>
              </a:ext>
            </a:extLst>
          </p:cNvPr>
          <p:cNvSpPr>
            <a:spLocks noGrp="1"/>
          </p:cNvSpPr>
          <p:nvPr>
            <p:ph type="pic" sz="quarter" idx="14"/>
          </p:nvPr>
        </p:nvSpPr>
        <p:spPr>
          <a:xfrm>
            <a:off x="1" y="1572816"/>
            <a:ext cx="5153024" cy="2808684"/>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7" name="Title 1">
            <a:extLst>
              <a:ext uri="{FF2B5EF4-FFF2-40B4-BE49-F238E27FC236}">
                <a16:creationId xmlns:a16="http://schemas.microsoft.com/office/drawing/2014/main" id="{3ED16974-67FA-ED4B-85F7-B28A5D27EAD2}"/>
              </a:ext>
            </a:extLst>
          </p:cNvPr>
          <p:cNvSpPr>
            <a:spLocks noGrp="1"/>
          </p:cNvSpPr>
          <p:nvPr>
            <p:ph type="ctrTitle" hasCustomPrompt="1"/>
          </p:nvPr>
        </p:nvSpPr>
        <p:spPr>
          <a:xfrm>
            <a:off x="-226371" y="13104"/>
            <a:ext cx="6191272" cy="1883568"/>
          </a:xfrm>
          <a:prstGeom prst="rect">
            <a:avLst/>
          </a:prstGeom>
          <a:noFill/>
        </p:spPr>
        <p:txBody>
          <a:bodyPr lIns="251999" tIns="432000" rIns="251999" bIns="180000" anchor="t">
            <a:noAutofit/>
          </a:bodyPr>
          <a:lstStyle>
            <a:lvl1pPr algn="r">
              <a:defRPr sz="3038" b="1" i="0">
                <a:solidFill>
                  <a:schemeClr val="tx1"/>
                </a:solidFill>
                <a:latin typeface="Century Gothic" panose="020B0502020202020204" pitchFamily="34" charset="0"/>
              </a:defRPr>
            </a:lvl1pPr>
          </a:lstStyle>
          <a:p>
            <a:r>
              <a:rPr lang="en-GB" dirty="0"/>
              <a:t>Lorem ipsum </a:t>
            </a:r>
            <a:r>
              <a:rPr lang="en-GB" dirty="0" err="1"/>
              <a:t>dolor</a:t>
            </a:r>
            <a:r>
              <a:rPr lang="en-GB" dirty="0"/>
              <a:t> sit</a:t>
            </a:r>
            <a:br>
              <a:rPr lang="en-GB" dirty="0"/>
            </a:br>
            <a:endParaRPr lang="en-US" dirty="0"/>
          </a:p>
        </p:txBody>
      </p:sp>
      <p:sp>
        <p:nvSpPr>
          <p:cNvPr id="18" name="Subtitle 2">
            <a:extLst>
              <a:ext uri="{FF2B5EF4-FFF2-40B4-BE49-F238E27FC236}">
                <a16:creationId xmlns:a16="http://schemas.microsoft.com/office/drawing/2014/main" id="{E834A86F-15BF-174D-91B7-4CA492E0F447}"/>
              </a:ext>
            </a:extLst>
          </p:cNvPr>
          <p:cNvSpPr>
            <a:spLocks noGrp="1"/>
          </p:cNvSpPr>
          <p:nvPr>
            <p:ph type="subTitle" idx="1" hasCustomPrompt="1"/>
          </p:nvPr>
        </p:nvSpPr>
        <p:spPr>
          <a:xfrm>
            <a:off x="1490479" y="675897"/>
            <a:ext cx="4870712" cy="838917"/>
          </a:xfrm>
        </p:spPr>
        <p:txBody>
          <a:bodyPr lIns="251999" tIns="288000" rIns="251999" bIns="36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err="1"/>
              <a:t>adipiscing</a:t>
            </a:r>
            <a:r>
              <a:rPr lang="en-GB" dirty="0"/>
              <a:t>  </a:t>
            </a:r>
            <a:r>
              <a:rPr lang="en-GB" dirty="0" err="1"/>
              <a:t>etu</a:t>
            </a:r>
            <a:r>
              <a:rPr lang="en-GB" dirty="0"/>
              <a:t> </a:t>
            </a:r>
            <a:r>
              <a:rPr lang="en-GB" dirty="0" err="1"/>
              <a:t>elit</a:t>
            </a:r>
            <a:r>
              <a:rPr lang="en-GB" dirty="0"/>
              <a:t> </a:t>
            </a:r>
          </a:p>
        </p:txBody>
      </p:sp>
      <p:sp>
        <p:nvSpPr>
          <p:cNvPr id="19" name="Picture Placeholder 10">
            <a:extLst>
              <a:ext uri="{FF2B5EF4-FFF2-40B4-BE49-F238E27FC236}">
                <a16:creationId xmlns:a16="http://schemas.microsoft.com/office/drawing/2014/main" id="{210AEB52-48D1-6049-9B09-5B875711F266}"/>
              </a:ext>
            </a:extLst>
          </p:cNvPr>
          <p:cNvSpPr>
            <a:spLocks noGrp="1"/>
          </p:cNvSpPr>
          <p:nvPr>
            <p:ph type="pic" sz="quarter" idx="19"/>
          </p:nvPr>
        </p:nvSpPr>
        <p:spPr>
          <a:xfrm>
            <a:off x="5153025" y="1572816"/>
            <a:ext cx="3990976" cy="2808684"/>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24" name="Text Placeholder 19">
            <a:extLst>
              <a:ext uri="{FF2B5EF4-FFF2-40B4-BE49-F238E27FC236}">
                <a16:creationId xmlns:a16="http://schemas.microsoft.com/office/drawing/2014/main" id="{D5AC4A02-E745-1B47-9DDA-7CB20005E31B}"/>
              </a:ext>
            </a:extLst>
          </p:cNvPr>
          <p:cNvSpPr>
            <a:spLocks noGrp="1"/>
          </p:cNvSpPr>
          <p:nvPr>
            <p:ph type="body" sz="quarter" idx="21" hasCustomPrompt="1"/>
          </p:nvPr>
        </p:nvSpPr>
        <p:spPr>
          <a:xfrm>
            <a:off x="0" y="4569620"/>
            <a:ext cx="3959227" cy="561690"/>
          </a:xfrm>
        </p:spPr>
        <p:txBody>
          <a:bodyPr/>
          <a:lstStyle>
            <a:lvl1pPr marL="0" indent="0">
              <a:buNone/>
              <a:defRPr/>
            </a:lvl1pPr>
          </a:lstStyle>
          <a:p>
            <a:pPr lvl="0"/>
            <a:r>
              <a:rPr lang="en-US" dirty="0"/>
              <a:t>Optional Information (Date)</a:t>
            </a:r>
          </a:p>
        </p:txBody>
      </p:sp>
      <p:sp>
        <p:nvSpPr>
          <p:cNvPr id="25" name="Text Placeholder 21">
            <a:extLst>
              <a:ext uri="{FF2B5EF4-FFF2-40B4-BE49-F238E27FC236}">
                <a16:creationId xmlns:a16="http://schemas.microsoft.com/office/drawing/2014/main" id="{9A1FD763-E01B-A24A-B47C-94A3B1932B3E}"/>
              </a:ext>
            </a:extLst>
          </p:cNvPr>
          <p:cNvSpPr>
            <a:spLocks noGrp="1"/>
          </p:cNvSpPr>
          <p:nvPr>
            <p:ph type="body" sz="quarter" idx="22" hasCustomPrompt="1"/>
          </p:nvPr>
        </p:nvSpPr>
        <p:spPr>
          <a:xfrm>
            <a:off x="4211639" y="4569620"/>
            <a:ext cx="4928392" cy="573881"/>
          </a:xfrm>
        </p:spPr>
        <p:txBody>
          <a:bodyPr/>
          <a:lstStyle>
            <a:lvl1pPr marL="0" indent="0" algn="r">
              <a:buNone/>
              <a:defRPr/>
            </a:lvl1pPr>
            <a:lvl2pPr marL="100013" indent="0" algn="r">
              <a:buNone/>
              <a:defRPr/>
            </a:lvl2pPr>
            <a:lvl3pPr marL="200025" indent="0" algn="r">
              <a:buNone/>
              <a:defRPr/>
            </a:lvl3pPr>
            <a:lvl4pPr marL="300038" indent="0" algn="r">
              <a:buNone/>
              <a:defRPr/>
            </a:lvl4pPr>
            <a:lvl5pPr marL="400050" indent="0" algn="r">
              <a:buNone/>
              <a:defRPr/>
            </a:lvl5pPr>
          </a:lstStyle>
          <a:p>
            <a:pPr lvl="0"/>
            <a:r>
              <a:rPr lang="en-GB" dirty="0"/>
              <a:t>Optional Information (Author/Department)</a:t>
            </a:r>
            <a:endParaRPr lang="en-US" dirty="0"/>
          </a:p>
        </p:txBody>
      </p:sp>
    </p:spTree>
    <p:extLst>
      <p:ext uri="{BB962C8B-B14F-4D97-AF65-F5344CB8AC3E}">
        <p14:creationId xmlns:p14="http://schemas.microsoft.com/office/powerpoint/2010/main" val="6500091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0" y="1"/>
            <a:ext cx="4895851" cy="514350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5" name="Picture Placeholder 11">
            <a:extLst>
              <a:ext uri="{FF2B5EF4-FFF2-40B4-BE49-F238E27FC236}">
                <a16:creationId xmlns:a16="http://schemas.microsoft.com/office/drawing/2014/main" id="{A1481E33-F84F-EF48-9822-E646C650AD74}"/>
              </a:ext>
            </a:extLst>
          </p:cNvPr>
          <p:cNvSpPr>
            <a:spLocks noGrp="1"/>
          </p:cNvSpPr>
          <p:nvPr>
            <p:ph type="pic" sz="quarter" idx="17"/>
          </p:nvPr>
        </p:nvSpPr>
        <p:spPr>
          <a:xfrm>
            <a:off x="3959227" y="898041"/>
            <a:ext cx="936627" cy="4245458"/>
          </a:xfrm>
          <a:solidFill>
            <a:schemeClr val="bg1"/>
          </a:solidFill>
        </p:spPr>
        <p:txBody>
          <a:bodyPr/>
          <a:lstStyle>
            <a:lvl1pPr marL="0" indent="0">
              <a:buNone/>
              <a:defRPr>
                <a:noFill/>
              </a:defRPr>
            </a:lvl1pPr>
          </a:lstStyle>
          <a:p>
            <a:r>
              <a:rPr lang="en-GB" dirty="0"/>
              <a:t>Click icon to add picture</a:t>
            </a:r>
            <a:endParaRPr lang="en-US" dirty="0"/>
          </a:p>
        </p:txBody>
      </p:sp>
      <p:sp>
        <p:nvSpPr>
          <p:cNvPr id="8" name="Rectangle 7">
            <a:extLst>
              <a:ext uri="{FF2B5EF4-FFF2-40B4-BE49-F238E27FC236}">
                <a16:creationId xmlns:a16="http://schemas.microsoft.com/office/drawing/2014/main" id="{4D5BAED1-F84D-764B-BFDB-8717B9756303}"/>
              </a:ext>
            </a:extLst>
          </p:cNvPr>
          <p:cNvSpPr/>
          <p:nvPr userDrawn="1"/>
        </p:nvSpPr>
        <p:spPr>
          <a:xfrm>
            <a:off x="7827170" y="1"/>
            <a:ext cx="1316831" cy="5143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Picture Placeholder 11">
            <a:extLst>
              <a:ext uri="{FF2B5EF4-FFF2-40B4-BE49-F238E27FC236}">
                <a16:creationId xmlns:a16="http://schemas.microsoft.com/office/drawing/2014/main" id="{4C7DE8BC-DA32-0947-8D80-8ED2B3A46944}"/>
              </a:ext>
            </a:extLst>
          </p:cNvPr>
          <p:cNvSpPr>
            <a:spLocks noGrp="1"/>
          </p:cNvSpPr>
          <p:nvPr>
            <p:ph type="pic" sz="quarter" idx="15"/>
          </p:nvPr>
        </p:nvSpPr>
        <p:spPr>
          <a:xfrm>
            <a:off x="3959225" y="898043"/>
            <a:ext cx="936627"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0" name="Picture Placeholder 11">
            <a:extLst>
              <a:ext uri="{FF2B5EF4-FFF2-40B4-BE49-F238E27FC236}">
                <a16:creationId xmlns:a16="http://schemas.microsoft.com/office/drawing/2014/main" id="{61C979A5-F0DF-544A-B950-C7B09C0AA7C2}"/>
              </a:ext>
            </a:extLst>
          </p:cNvPr>
          <p:cNvSpPr>
            <a:spLocks noGrp="1"/>
          </p:cNvSpPr>
          <p:nvPr>
            <p:ph type="pic" sz="quarter" idx="16" hasCustomPrompt="1"/>
          </p:nvPr>
        </p:nvSpPr>
        <p:spPr>
          <a:xfrm>
            <a:off x="3959642" y="898041"/>
            <a:ext cx="251999" cy="1377244"/>
          </a:xfrm>
          <a:solidFill>
            <a:schemeClr val="tx2"/>
          </a:solidFill>
        </p:spPr>
        <p:txBody>
          <a:bodyPr/>
          <a:lstStyle>
            <a:lvl1pPr marL="0" indent="0">
              <a:buNone/>
              <a:defRPr>
                <a:noFill/>
              </a:defRPr>
            </a:lvl1pPr>
          </a:lstStyle>
          <a:p>
            <a:r>
              <a:rPr lang="en-US" dirty="0"/>
              <a:t> </a:t>
            </a:r>
          </a:p>
        </p:txBody>
      </p:sp>
      <p:sp>
        <p:nvSpPr>
          <p:cNvPr id="16" name="Title 1">
            <a:extLst>
              <a:ext uri="{FF2B5EF4-FFF2-40B4-BE49-F238E27FC236}">
                <a16:creationId xmlns:a16="http://schemas.microsoft.com/office/drawing/2014/main" id="{9D3EE3D3-327A-B54A-89E6-F7519D98C097}"/>
              </a:ext>
            </a:extLst>
          </p:cNvPr>
          <p:cNvSpPr>
            <a:spLocks noGrp="1"/>
          </p:cNvSpPr>
          <p:nvPr>
            <p:ph type="ctrTitle" hasCustomPrompt="1"/>
          </p:nvPr>
        </p:nvSpPr>
        <p:spPr>
          <a:xfrm>
            <a:off x="4619500" y="1399097"/>
            <a:ext cx="4524501" cy="3359833"/>
          </a:xfrm>
          <a:solidFill>
            <a:schemeClr val="bg1"/>
          </a:solid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pic>
        <p:nvPicPr>
          <p:cNvPr id="12" name="Picture 11">
            <a:extLst>
              <a:ext uri="{FF2B5EF4-FFF2-40B4-BE49-F238E27FC236}">
                <a16:creationId xmlns:a16="http://schemas.microsoft.com/office/drawing/2014/main" id="{2C10790C-3B53-1B41-8706-2EE9ABFA1950}"/>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864146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3959226" y="0"/>
            <a:ext cx="5184775" cy="5143500"/>
          </a:xfrm>
          <a:solidFill>
            <a:schemeClr val="bg2"/>
          </a:solidFill>
        </p:spPr>
        <p:txBody>
          <a:bodyPr/>
          <a:lstStyle>
            <a:lvl1pPr marL="0" indent="0">
              <a:buNone/>
              <a:defRPr>
                <a:latin typeface="Century Gothic" panose="020B0502020202020204" pitchFamily="34" charset="0"/>
              </a:defRPr>
            </a:lvl1pPr>
          </a:lstStyle>
          <a:p>
            <a:r>
              <a:rPr lang="en-GB"/>
              <a:t>Click icon to add picture</a:t>
            </a:r>
            <a:endParaRPr lang="en-US" dirty="0"/>
          </a:p>
        </p:txBody>
      </p:sp>
      <p:sp>
        <p:nvSpPr>
          <p:cNvPr id="14" name="Picture Placeholder 11">
            <a:extLst>
              <a:ext uri="{FF2B5EF4-FFF2-40B4-BE49-F238E27FC236}">
                <a16:creationId xmlns:a16="http://schemas.microsoft.com/office/drawing/2014/main" id="{A53DAFA9-4CF7-C148-A156-394017C9E47A}"/>
              </a:ext>
            </a:extLst>
          </p:cNvPr>
          <p:cNvSpPr>
            <a:spLocks noGrp="1"/>
          </p:cNvSpPr>
          <p:nvPr>
            <p:ph type="pic" sz="quarter" idx="17"/>
          </p:nvPr>
        </p:nvSpPr>
        <p:spPr>
          <a:xfrm>
            <a:off x="3959224" y="897732"/>
            <a:ext cx="1441451" cy="4245768"/>
          </a:xfrm>
          <a:solidFill>
            <a:schemeClr val="bg1"/>
          </a:solidFill>
        </p:spPr>
        <p:txBody>
          <a:bodyPr/>
          <a:lstStyle>
            <a:lvl1pPr marL="0" indent="0">
              <a:buNone/>
              <a:defRPr>
                <a:noFill/>
              </a:defRPr>
            </a:lvl1pPr>
          </a:lstStyle>
          <a:p>
            <a:r>
              <a:rPr lang="en-GB" dirty="0"/>
              <a:t>Click icon to add picture</a:t>
            </a:r>
            <a:endParaRPr lang="en-US" dirty="0"/>
          </a:p>
        </p:txBody>
      </p:sp>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390055"/>
            <a:ext cx="4895851" cy="3570684"/>
          </a:xfrm>
          <a:no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sp>
        <p:nvSpPr>
          <p:cNvPr id="12" name="Picture Placeholder 11">
            <a:extLst>
              <a:ext uri="{FF2B5EF4-FFF2-40B4-BE49-F238E27FC236}">
                <a16:creationId xmlns:a16="http://schemas.microsoft.com/office/drawing/2014/main" id="{F5A24778-6C1F-CD4D-ACE9-167A24C330AF}"/>
              </a:ext>
            </a:extLst>
          </p:cNvPr>
          <p:cNvSpPr>
            <a:spLocks noGrp="1"/>
          </p:cNvSpPr>
          <p:nvPr>
            <p:ph type="pic" sz="quarter" idx="15"/>
          </p:nvPr>
        </p:nvSpPr>
        <p:spPr>
          <a:xfrm>
            <a:off x="3959224" y="900116"/>
            <a:ext cx="1441451"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3" name="Picture Placeholder 11">
            <a:extLst>
              <a:ext uri="{FF2B5EF4-FFF2-40B4-BE49-F238E27FC236}">
                <a16:creationId xmlns:a16="http://schemas.microsoft.com/office/drawing/2014/main" id="{E4D25BED-3B8D-2D4D-BD5F-3306860F4A80}"/>
              </a:ext>
            </a:extLst>
          </p:cNvPr>
          <p:cNvSpPr>
            <a:spLocks noGrp="1"/>
          </p:cNvSpPr>
          <p:nvPr>
            <p:ph type="pic" sz="quarter" idx="16" hasCustomPrompt="1"/>
          </p:nvPr>
        </p:nvSpPr>
        <p:spPr>
          <a:xfrm>
            <a:off x="5148265" y="897732"/>
            <a:ext cx="251999" cy="2459522"/>
          </a:xfrm>
          <a:solidFill>
            <a:schemeClr val="tx2"/>
          </a:solidFill>
        </p:spPr>
        <p:txBody>
          <a:bodyPr/>
          <a:lstStyle>
            <a:lvl1pPr marL="0" indent="0">
              <a:buNone/>
              <a:defRPr>
                <a:noFill/>
              </a:defRPr>
            </a:lvl1pPr>
          </a:lstStyle>
          <a:p>
            <a:r>
              <a:rPr lang="en-US" dirty="0"/>
              <a:t> </a:t>
            </a:r>
          </a:p>
        </p:txBody>
      </p:sp>
      <p:pic>
        <p:nvPicPr>
          <p:cNvPr id="9" name="Picture 8">
            <a:extLst>
              <a:ext uri="{FF2B5EF4-FFF2-40B4-BE49-F238E27FC236}">
                <a16:creationId xmlns:a16="http://schemas.microsoft.com/office/drawing/2014/main" id="{D31FE6BB-5FAE-BD40-8929-611AB311E0AE}"/>
              </a:ext>
            </a:extLst>
          </p:cNvPr>
          <p:cNvPicPr>
            <a:picLocks noChangeAspect="1"/>
          </p:cNvPicPr>
          <p:nvPr userDrawn="1"/>
        </p:nvPicPr>
        <p:blipFill>
          <a:blip r:embed="rId2"/>
          <a:stretch>
            <a:fillRect/>
          </a:stretch>
        </p:blipFill>
        <p:spPr>
          <a:xfrm>
            <a:off x="263525" y="195263"/>
            <a:ext cx="1765300" cy="438150"/>
          </a:xfrm>
          <a:prstGeom prst="rect">
            <a:avLst/>
          </a:prstGeom>
        </p:spPr>
      </p:pic>
    </p:spTree>
    <p:extLst>
      <p:ext uri="{BB962C8B-B14F-4D97-AF65-F5344CB8AC3E}">
        <p14:creationId xmlns:p14="http://schemas.microsoft.com/office/powerpoint/2010/main" val="2415906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0" y="1"/>
            <a:ext cx="4895851" cy="514350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5" name="Picture Placeholder 11">
            <a:extLst>
              <a:ext uri="{FF2B5EF4-FFF2-40B4-BE49-F238E27FC236}">
                <a16:creationId xmlns:a16="http://schemas.microsoft.com/office/drawing/2014/main" id="{A1481E33-F84F-EF48-9822-E646C650AD74}"/>
              </a:ext>
            </a:extLst>
          </p:cNvPr>
          <p:cNvSpPr>
            <a:spLocks noGrp="1"/>
          </p:cNvSpPr>
          <p:nvPr>
            <p:ph type="pic" sz="quarter" idx="17"/>
          </p:nvPr>
        </p:nvSpPr>
        <p:spPr>
          <a:xfrm>
            <a:off x="3959227" y="898041"/>
            <a:ext cx="936627" cy="4245458"/>
          </a:xfrm>
          <a:solidFill>
            <a:schemeClr val="bg1"/>
          </a:solidFill>
        </p:spPr>
        <p:txBody>
          <a:bodyPr/>
          <a:lstStyle>
            <a:lvl1pPr marL="0" indent="0">
              <a:buNone/>
              <a:defRPr>
                <a:noFill/>
              </a:defRPr>
            </a:lvl1pPr>
          </a:lstStyle>
          <a:p>
            <a:r>
              <a:rPr lang="en-GB" dirty="0"/>
              <a:t>Click icon to add picture</a:t>
            </a:r>
            <a:endParaRPr lang="en-US" dirty="0"/>
          </a:p>
        </p:txBody>
      </p:sp>
      <p:sp>
        <p:nvSpPr>
          <p:cNvPr id="8" name="Rectangle 7">
            <a:extLst>
              <a:ext uri="{FF2B5EF4-FFF2-40B4-BE49-F238E27FC236}">
                <a16:creationId xmlns:a16="http://schemas.microsoft.com/office/drawing/2014/main" id="{4D5BAED1-F84D-764B-BFDB-8717B9756303}"/>
              </a:ext>
            </a:extLst>
          </p:cNvPr>
          <p:cNvSpPr/>
          <p:nvPr userDrawn="1"/>
        </p:nvSpPr>
        <p:spPr>
          <a:xfrm>
            <a:off x="7827170" y="1"/>
            <a:ext cx="1316831" cy="5143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Picture Placeholder 11">
            <a:extLst>
              <a:ext uri="{FF2B5EF4-FFF2-40B4-BE49-F238E27FC236}">
                <a16:creationId xmlns:a16="http://schemas.microsoft.com/office/drawing/2014/main" id="{4C7DE8BC-DA32-0947-8D80-8ED2B3A46944}"/>
              </a:ext>
            </a:extLst>
          </p:cNvPr>
          <p:cNvSpPr>
            <a:spLocks noGrp="1"/>
          </p:cNvSpPr>
          <p:nvPr>
            <p:ph type="pic" sz="quarter" idx="15"/>
          </p:nvPr>
        </p:nvSpPr>
        <p:spPr>
          <a:xfrm>
            <a:off x="3959225" y="898043"/>
            <a:ext cx="936627"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0" name="Picture Placeholder 11">
            <a:extLst>
              <a:ext uri="{FF2B5EF4-FFF2-40B4-BE49-F238E27FC236}">
                <a16:creationId xmlns:a16="http://schemas.microsoft.com/office/drawing/2014/main" id="{61C979A5-F0DF-544A-B950-C7B09C0AA7C2}"/>
              </a:ext>
            </a:extLst>
          </p:cNvPr>
          <p:cNvSpPr>
            <a:spLocks noGrp="1"/>
          </p:cNvSpPr>
          <p:nvPr>
            <p:ph type="pic" sz="quarter" idx="16" hasCustomPrompt="1"/>
          </p:nvPr>
        </p:nvSpPr>
        <p:spPr>
          <a:xfrm>
            <a:off x="3959642" y="898041"/>
            <a:ext cx="251999" cy="1377244"/>
          </a:xfrm>
          <a:solidFill>
            <a:schemeClr val="tx2"/>
          </a:solidFill>
        </p:spPr>
        <p:txBody>
          <a:bodyPr/>
          <a:lstStyle>
            <a:lvl1pPr marL="0" indent="0">
              <a:buNone/>
              <a:defRPr>
                <a:noFill/>
              </a:defRPr>
            </a:lvl1pPr>
          </a:lstStyle>
          <a:p>
            <a:r>
              <a:rPr lang="en-US" dirty="0"/>
              <a:t> </a:t>
            </a:r>
          </a:p>
        </p:txBody>
      </p:sp>
      <p:sp>
        <p:nvSpPr>
          <p:cNvPr id="16" name="Title 1">
            <a:extLst>
              <a:ext uri="{FF2B5EF4-FFF2-40B4-BE49-F238E27FC236}">
                <a16:creationId xmlns:a16="http://schemas.microsoft.com/office/drawing/2014/main" id="{9D3EE3D3-327A-B54A-89E6-F7519D98C097}"/>
              </a:ext>
            </a:extLst>
          </p:cNvPr>
          <p:cNvSpPr>
            <a:spLocks noGrp="1"/>
          </p:cNvSpPr>
          <p:nvPr>
            <p:ph type="ctrTitle" hasCustomPrompt="1"/>
          </p:nvPr>
        </p:nvSpPr>
        <p:spPr>
          <a:xfrm>
            <a:off x="4619500" y="1399097"/>
            <a:ext cx="4524501" cy="3359833"/>
          </a:xfrm>
          <a:solidFill>
            <a:schemeClr val="bg1"/>
          </a:solid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pic>
        <p:nvPicPr>
          <p:cNvPr id="12" name="Picture 11">
            <a:extLst>
              <a:ext uri="{FF2B5EF4-FFF2-40B4-BE49-F238E27FC236}">
                <a16:creationId xmlns:a16="http://schemas.microsoft.com/office/drawing/2014/main" id="{2D721F2B-12D6-7748-8B52-E41B80B66D99}"/>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773168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Section-01">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E143FC8-A8DA-9244-81EE-2AB9F172C728}"/>
              </a:ext>
            </a:extLst>
          </p:cNvPr>
          <p:cNvPicPr>
            <a:picLocks noChangeAspect="1"/>
          </p:cNvPicPr>
          <p:nvPr userDrawn="1"/>
        </p:nvPicPr>
        <p:blipFill>
          <a:blip r:embed="rId2"/>
          <a:stretch>
            <a:fillRect/>
          </a:stretch>
        </p:blipFill>
        <p:spPr>
          <a:xfrm>
            <a:off x="7127875" y="4320779"/>
            <a:ext cx="1765300" cy="438150"/>
          </a:xfrm>
          <a:prstGeom prst="rect">
            <a:avLst/>
          </a:prstGeom>
        </p:spPr>
      </p:pic>
      <p:sp>
        <p:nvSpPr>
          <p:cNvPr id="12" name="Picture Placeholder 10">
            <a:extLst>
              <a:ext uri="{FF2B5EF4-FFF2-40B4-BE49-F238E27FC236}">
                <a16:creationId xmlns:a16="http://schemas.microsoft.com/office/drawing/2014/main" id="{D4345681-D273-E84E-A5F0-1D2D18E6AAFA}"/>
              </a:ext>
            </a:extLst>
          </p:cNvPr>
          <p:cNvSpPr>
            <a:spLocks noGrp="1"/>
          </p:cNvSpPr>
          <p:nvPr>
            <p:ph type="pic" sz="quarter" idx="14"/>
          </p:nvPr>
        </p:nvSpPr>
        <p:spPr>
          <a:xfrm>
            <a:off x="252413" y="1"/>
            <a:ext cx="8891587" cy="386834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3" name="Picture Placeholder 11">
            <a:extLst>
              <a:ext uri="{FF2B5EF4-FFF2-40B4-BE49-F238E27FC236}">
                <a16:creationId xmlns:a16="http://schemas.microsoft.com/office/drawing/2014/main" id="{B02E34A3-1CDD-6B47-A1EF-A686E3D3739A}"/>
              </a:ext>
            </a:extLst>
          </p:cNvPr>
          <p:cNvSpPr>
            <a:spLocks noGrp="1"/>
          </p:cNvSpPr>
          <p:nvPr>
            <p:ph type="pic" sz="quarter" idx="17"/>
          </p:nvPr>
        </p:nvSpPr>
        <p:spPr>
          <a:xfrm>
            <a:off x="1" y="3165872"/>
            <a:ext cx="6767513" cy="1977628"/>
          </a:xfrm>
          <a:solidFill>
            <a:schemeClr val="bg1"/>
          </a:solidFill>
        </p:spPr>
        <p:txBody>
          <a:bodyPr/>
          <a:lstStyle>
            <a:lvl1pPr marL="0" indent="0">
              <a:buNone/>
              <a:defRPr>
                <a:noFill/>
              </a:defRPr>
            </a:lvl1pPr>
          </a:lstStyle>
          <a:p>
            <a:r>
              <a:rPr lang="en-GB" dirty="0"/>
              <a:t>Click icon to add picture</a:t>
            </a:r>
            <a:endParaRPr lang="en-US" dirty="0"/>
          </a:p>
        </p:txBody>
      </p:sp>
      <p:sp>
        <p:nvSpPr>
          <p:cNvPr id="17" name="Picture Placeholder 11">
            <a:extLst>
              <a:ext uri="{FF2B5EF4-FFF2-40B4-BE49-F238E27FC236}">
                <a16:creationId xmlns:a16="http://schemas.microsoft.com/office/drawing/2014/main" id="{285E5966-A6FC-124E-BCF9-6BCBEB35F26B}"/>
              </a:ext>
            </a:extLst>
          </p:cNvPr>
          <p:cNvSpPr>
            <a:spLocks noGrp="1"/>
          </p:cNvSpPr>
          <p:nvPr>
            <p:ph type="pic" sz="quarter" idx="15"/>
          </p:nvPr>
        </p:nvSpPr>
        <p:spPr>
          <a:xfrm rot="5400000">
            <a:off x="6542279" y="3391108"/>
            <a:ext cx="702469" cy="251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8" name="Picture Placeholder 11">
            <a:extLst>
              <a:ext uri="{FF2B5EF4-FFF2-40B4-BE49-F238E27FC236}">
                <a16:creationId xmlns:a16="http://schemas.microsoft.com/office/drawing/2014/main" id="{E8E36771-F011-1243-8721-DBEA072D89D2}"/>
              </a:ext>
            </a:extLst>
          </p:cNvPr>
          <p:cNvSpPr>
            <a:spLocks noGrp="1"/>
          </p:cNvSpPr>
          <p:nvPr>
            <p:ph type="pic" sz="quarter" idx="16" hasCustomPrompt="1"/>
          </p:nvPr>
        </p:nvSpPr>
        <p:spPr>
          <a:xfrm rot="5400000">
            <a:off x="5071019" y="1406378"/>
            <a:ext cx="188999" cy="3707987"/>
          </a:xfrm>
          <a:solidFill>
            <a:schemeClr val="tx2"/>
          </a:solidFill>
        </p:spPr>
        <p:txBody>
          <a:bodyPr/>
          <a:lstStyle>
            <a:lvl1pPr marL="0" indent="0">
              <a:buNone/>
              <a:defRPr>
                <a:noFill/>
              </a:defRPr>
            </a:lvl1pPr>
          </a:lstStyle>
          <a:p>
            <a:r>
              <a:rPr lang="en-US" dirty="0"/>
              <a:t> </a:t>
            </a:r>
          </a:p>
        </p:txBody>
      </p:sp>
      <p:sp>
        <p:nvSpPr>
          <p:cNvPr id="19" name="Title 1">
            <a:extLst>
              <a:ext uri="{FF2B5EF4-FFF2-40B4-BE49-F238E27FC236}">
                <a16:creationId xmlns:a16="http://schemas.microsoft.com/office/drawing/2014/main" id="{BC10662C-92DC-7D45-8183-C2CB3F837275}"/>
              </a:ext>
            </a:extLst>
          </p:cNvPr>
          <p:cNvSpPr>
            <a:spLocks noGrp="1"/>
          </p:cNvSpPr>
          <p:nvPr>
            <p:ph type="ctrTitle" hasCustomPrompt="1"/>
          </p:nvPr>
        </p:nvSpPr>
        <p:spPr>
          <a:xfrm>
            <a:off x="-8238" y="3410014"/>
            <a:ext cx="6301947" cy="1733486"/>
          </a:xfrm>
          <a:no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spTree>
    <p:extLst>
      <p:ext uri="{BB962C8B-B14F-4D97-AF65-F5344CB8AC3E}">
        <p14:creationId xmlns:p14="http://schemas.microsoft.com/office/powerpoint/2010/main" val="71083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ection-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540E362-4F0E-9641-8E15-F615497ACEB8}"/>
              </a:ext>
            </a:extLst>
          </p:cNvPr>
          <p:cNvSpPr>
            <a:spLocks noGrp="1"/>
          </p:cNvSpPr>
          <p:nvPr>
            <p:ph type="pic" sz="quarter" idx="14"/>
          </p:nvPr>
        </p:nvSpPr>
        <p:spPr>
          <a:xfrm>
            <a:off x="1" y="1087042"/>
            <a:ext cx="7020131" cy="4056458"/>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rot="16200000">
            <a:off x="6542321" y="2409659"/>
            <a:ext cx="3145471" cy="2057895"/>
          </a:xfrm>
          <a:noFill/>
        </p:spPr>
        <p:txBody>
          <a:bodyPr lIns="251999" tIns="180000" rIns="251999" bIns="180000" anchor="t">
            <a:normAutofit/>
          </a:bodyPr>
          <a:lstStyle>
            <a:lvl1pPr algn="l">
              <a:defRPr sz="3000" b="1" i="0">
                <a:solidFill>
                  <a:schemeClr val="tx1"/>
                </a:solidFill>
                <a:latin typeface="Century Gothic" panose="020B0502020202020204" pitchFamily="34" charset="0"/>
              </a:defRPr>
            </a:lvl1pPr>
          </a:lstStyle>
          <a:p>
            <a:r>
              <a:rPr lang="en-GB" dirty="0"/>
              <a:t>Lorem ipsum</a:t>
            </a:r>
            <a:br>
              <a:rPr lang="en-GB" dirty="0"/>
            </a:br>
            <a:endParaRPr lang="en-US" dirty="0"/>
          </a:p>
        </p:txBody>
      </p:sp>
      <p:sp>
        <p:nvSpPr>
          <p:cNvPr id="12" name="Picture Placeholder 11">
            <a:extLst>
              <a:ext uri="{FF2B5EF4-FFF2-40B4-BE49-F238E27FC236}">
                <a16:creationId xmlns:a16="http://schemas.microsoft.com/office/drawing/2014/main" id="{F5A24778-6C1F-CD4D-ACE9-167A24C330AF}"/>
              </a:ext>
            </a:extLst>
          </p:cNvPr>
          <p:cNvSpPr>
            <a:spLocks noGrp="1"/>
          </p:cNvSpPr>
          <p:nvPr>
            <p:ph type="pic" sz="quarter" idx="15"/>
          </p:nvPr>
        </p:nvSpPr>
        <p:spPr>
          <a:xfrm>
            <a:off x="3959225" y="900116"/>
            <a:ext cx="3060907" cy="188999"/>
          </a:xfrm>
          <a:solidFill>
            <a:schemeClr val="tx2"/>
          </a:solidFill>
        </p:spPr>
        <p:txBody>
          <a:bodyPr/>
          <a:lstStyle>
            <a:lvl1pPr marL="0" indent="0">
              <a:buNone/>
              <a:defRPr>
                <a:noFill/>
              </a:defRPr>
            </a:lvl1pPr>
          </a:lstStyle>
          <a:p>
            <a:r>
              <a:rPr lang="en-GB" dirty="0"/>
              <a:t>Click icon to add picture</a:t>
            </a:r>
            <a:endParaRPr lang="en-US" dirty="0"/>
          </a:p>
        </p:txBody>
      </p:sp>
      <p:sp>
        <p:nvSpPr>
          <p:cNvPr id="13" name="Picture Placeholder 11">
            <a:extLst>
              <a:ext uri="{FF2B5EF4-FFF2-40B4-BE49-F238E27FC236}">
                <a16:creationId xmlns:a16="http://schemas.microsoft.com/office/drawing/2014/main" id="{E4D25BED-3B8D-2D4D-BD5F-3306860F4A80}"/>
              </a:ext>
            </a:extLst>
          </p:cNvPr>
          <p:cNvSpPr>
            <a:spLocks noGrp="1"/>
          </p:cNvSpPr>
          <p:nvPr>
            <p:ph type="pic" sz="quarter" idx="16" hasCustomPrompt="1"/>
          </p:nvPr>
        </p:nvSpPr>
        <p:spPr>
          <a:xfrm>
            <a:off x="7019926" y="897732"/>
            <a:ext cx="251999" cy="890588"/>
          </a:xfrm>
          <a:solidFill>
            <a:schemeClr val="tx2"/>
          </a:solidFill>
        </p:spPr>
        <p:txBody>
          <a:bodyPr/>
          <a:lstStyle>
            <a:lvl1pPr marL="0" indent="0">
              <a:buNone/>
              <a:defRPr>
                <a:noFill/>
              </a:defRPr>
            </a:lvl1pPr>
          </a:lstStyle>
          <a:p>
            <a:r>
              <a:rPr lang="en-US" dirty="0"/>
              <a:t> </a:t>
            </a:r>
          </a:p>
        </p:txBody>
      </p:sp>
      <p:pic>
        <p:nvPicPr>
          <p:cNvPr id="9" name="Picture 8">
            <a:extLst>
              <a:ext uri="{FF2B5EF4-FFF2-40B4-BE49-F238E27FC236}">
                <a16:creationId xmlns:a16="http://schemas.microsoft.com/office/drawing/2014/main" id="{D31FE6BB-5FAE-BD40-8929-611AB311E0AE}"/>
              </a:ext>
            </a:extLst>
          </p:cNvPr>
          <p:cNvPicPr>
            <a:picLocks noChangeAspect="1"/>
          </p:cNvPicPr>
          <p:nvPr userDrawn="1"/>
        </p:nvPicPr>
        <p:blipFill>
          <a:blip r:embed="rId2"/>
          <a:stretch>
            <a:fillRect/>
          </a:stretch>
        </p:blipFill>
        <p:spPr>
          <a:xfrm>
            <a:off x="263525" y="195263"/>
            <a:ext cx="1765300" cy="438150"/>
          </a:xfrm>
          <a:prstGeom prst="rect">
            <a:avLst/>
          </a:prstGeom>
        </p:spPr>
      </p:pic>
    </p:spTree>
    <p:extLst>
      <p:ext uri="{BB962C8B-B14F-4D97-AF65-F5344CB8AC3E}">
        <p14:creationId xmlns:p14="http://schemas.microsoft.com/office/powerpoint/2010/main" val="235099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ntents">
    <p:bg>
      <p:bgPr>
        <a:solidFill>
          <a:srgbClr val="EAE4DE"/>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06178B-0F06-DA48-B0F4-313776E65E4B}"/>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7" name="Picture Placeholder 10">
            <a:extLst>
              <a:ext uri="{FF2B5EF4-FFF2-40B4-BE49-F238E27FC236}">
                <a16:creationId xmlns:a16="http://schemas.microsoft.com/office/drawing/2014/main" id="{759807DF-2583-CC42-BE59-F199CD469A18}"/>
              </a:ext>
            </a:extLst>
          </p:cNvPr>
          <p:cNvSpPr>
            <a:spLocks noGrp="1"/>
          </p:cNvSpPr>
          <p:nvPr>
            <p:ph type="pic" sz="quarter" idx="14"/>
          </p:nvPr>
        </p:nvSpPr>
        <p:spPr>
          <a:xfrm>
            <a:off x="6084888" y="1087041"/>
            <a:ext cx="3059112" cy="3482578"/>
          </a:xfrm>
          <a:solidFill>
            <a:schemeClr val="bg1"/>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9" name="Title 1">
            <a:extLst>
              <a:ext uri="{FF2B5EF4-FFF2-40B4-BE49-F238E27FC236}">
                <a16:creationId xmlns:a16="http://schemas.microsoft.com/office/drawing/2014/main" id="{8EAD78BD-6CCF-D847-B247-1222024834D0}"/>
              </a:ext>
            </a:extLst>
          </p:cNvPr>
          <p:cNvSpPr>
            <a:spLocks noGrp="1"/>
          </p:cNvSpPr>
          <p:nvPr>
            <p:ph type="ctrTitle" hasCustomPrompt="1"/>
          </p:nvPr>
        </p:nvSpPr>
        <p:spPr>
          <a:xfrm>
            <a:off x="215929" y="900369"/>
            <a:ext cx="4013459" cy="966788"/>
          </a:xfrm>
          <a:prstGeom prst="rect">
            <a:avLst/>
          </a:prstGeom>
          <a:no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a:t>
            </a:r>
            <a:endParaRPr lang="en-US" dirty="0"/>
          </a:p>
        </p:txBody>
      </p:sp>
      <p:sp>
        <p:nvSpPr>
          <p:cNvPr id="10" name="Subtitle 2">
            <a:extLst>
              <a:ext uri="{FF2B5EF4-FFF2-40B4-BE49-F238E27FC236}">
                <a16:creationId xmlns:a16="http://schemas.microsoft.com/office/drawing/2014/main" id="{CF06C96D-EC6E-0442-AB6F-9B38CFD75C61}"/>
              </a:ext>
            </a:extLst>
          </p:cNvPr>
          <p:cNvSpPr>
            <a:spLocks noGrp="1"/>
          </p:cNvSpPr>
          <p:nvPr>
            <p:ph type="subTitle" idx="1" hasCustomPrompt="1"/>
          </p:nvPr>
        </p:nvSpPr>
        <p:spPr>
          <a:xfrm>
            <a:off x="1052763" y="2275285"/>
            <a:ext cx="5714752" cy="2351168"/>
          </a:xfrm>
          <a:solidFill>
            <a:srgbClr val="EAE4DE"/>
          </a:solidFill>
        </p:spPr>
        <p:txBody>
          <a:bodyPr lIns="251999" tIns="216000" rIns="251999" bIns="216000" numCol="2" spcCol="252000">
            <a:noAutofit/>
          </a:bodyPr>
          <a:lstStyle>
            <a:lvl1pPr marL="0" indent="0" algn="l">
              <a:lnSpc>
                <a:spcPct val="100000"/>
              </a:lnSpc>
              <a:buNone/>
              <a:defRPr sz="1013" b="0" i="0">
                <a:solidFill>
                  <a:schemeClr val="tx1"/>
                </a:solidFill>
                <a:latin typeface="Century Gothic" panose="020B050202020202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a:p>
            <a:r>
              <a:rPr lang="en-GB" dirty="0" err="1"/>
              <a:t>Donec</a:t>
            </a:r>
            <a:r>
              <a:rPr lang="en-GB" dirty="0"/>
              <a:t> </a:t>
            </a:r>
            <a:r>
              <a:rPr lang="en-GB" dirty="0" err="1"/>
              <a:t>mollis</a:t>
            </a:r>
            <a:r>
              <a:rPr lang="en-GB" dirty="0"/>
              <a:t> ligula </a:t>
            </a:r>
            <a:r>
              <a:rPr lang="en-GB" dirty="0" err="1"/>
              <a:t>sed</a:t>
            </a:r>
            <a:r>
              <a:rPr lang="en-GB" dirty="0"/>
              <a:t> </a:t>
            </a:r>
            <a:r>
              <a:rPr lang="en-GB" dirty="0" err="1"/>
              <a:t>leo</a:t>
            </a:r>
            <a:r>
              <a:rPr lang="en-GB" dirty="0"/>
              <a:t> </a:t>
            </a:r>
            <a:r>
              <a:rPr lang="en-GB" dirty="0" err="1"/>
              <a:t>congue</a:t>
            </a:r>
            <a:r>
              <a:rPr lang="en-GB" dirty="0"/>
              <a:t> </a:t>
            </a:r>
            <a:r>
              <a:rPr lang="en-GB" dirty="0" err="1"/>
              <a:t>faucibus</a:t>
            </a:r>
            <a:r>
              <a:rPr lang="en-GB" dirty="0"/>
              <a:t>. </a:t>
            </a:r>
            <a:r>
              <a:rPr lang="en-GB" dirty="0" err="1"/>
              <a:t>Mauris</a:t>
            </a:r>
            <a:r>
              <a:rPr lang="en-GB" dirty="0"/>
              <a:t> convallis lorem </a:t>
            </a:r>
            <a:r>
              <a:rPr lang="en-GB" dirty="0" err="1"/>
              <a:t>vel</a:t>
            </a:r>
            <a:r>
              <a:rPr lang="en-GB" dirty="0"/>
              <a:t> </a:t>
            </a:r>
            <a:r>
              <a:rPr lang="en-GB" dirty="0" err="1"/>
              <a:t>malesuada</a:t>
            </a:r>
            <a:r>
              <a:rPr lang="en-GB" dirty="0"/>
              <a:t> vestibulum. </a:t>
            </a:r>
          </a:p>
          <a:p>
            <a:r>
              <a:rPr lang="en-GB" dirty="0" err="1"/>
              <a:t>Donec</a:t>
            </a:r>
            <a:r>
              <a:rPr lang="en-GB" dirty="0"/>
              <a:t> </a:t>
            </a:r>
            <a:r>
              <a:rPr lang="en-GB" dirty="0" err="1"/>
              <a:t>mollis</a:t>
            </a:r>
            <a:r>
              <a:rPr lang="en-GB" dirty="0"/>
              <a:t> ligula </a:t>
            </a:r>
            <a:r>
              <a:rPr lang="en-GB" dirty="0" err="1"/>
              <a:t>sed</a:t>
            </a:r>
            <a:r>
              <a:rPr lang="en-GB" dirty="0"/>
              <a:t> </a:t>
            </a:r>
            <a:r>
              <a:rPr lang="en-GB" dirty="0" err="1"/>
              <a:t>leo</a:t>
            </a:r>
            <a:r>
              <a:rPr lang="en-GB" dirty="0"/>
              <a:t> </a:t>
            </a:r>
            <a:r>
              <a:rPr lang="en-GB" dirty="0" err="1"/>
              <a:t>congue</a:t>
            </a:r>
            <a:r>
              <a:rPr lang="en-GB" dirty="0"/>
              <a:t> </a:t>
            </a:r>
            <a:r>
              <a:rPr lang="en-GB" dirty="0" err="1"/>
              <a:t>faucibus</a:t>
            </a:r>
            <a:r>
              <a:rPr lang="en-GB" dirty="0"/>
              <a:t>. </a:t>
            </a:r>
            <a:endParaRPr lang="en-US" dirty="0"/>
          </a:p>
        </p:txBody>
      </p:sp>
      <p:sp>
        <p:nvSpPr>
          <p:cNvPr id="11" name="Text Placeholder 12">
            <a:extLst>
              <a:ext uri="{FF2B5EF4-FFF2-40B4-BE49-F238E27FC236}">
                <a16:creationId xmlns:a16="http://schemas.microsoft.com/office/drawing/2014/main" id="{1E436319-B7A9-D141-A3E6-879EECBDC26A}"/>
              </a:ext>
            </a:extLst>
          </p:cNvPr>
          <p:cNvSpPr>
            <a:spLocks noGrp="1"/>
          </p:cNvSpPr>
          <p:nvPr>
            <p:ph type="body" sz="quarter" idx="15" hasCustomPrompt="1"/>
          </p:nvPr>
        </p:nvSpPr>
        <p:spPr>
          <a:xfrm>
            <a:off x="1171553" y="1369930"/>
            <a:ext cx="4660923" cy="1093474"/>
          </a:xfrm>
        </p:spPr>
        <p:txBody>
          <a:bodyPr tIns="288000" bIns="36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ipsum</a:t>
            </a:r>
          </a:p>
        </p:txBody>
      </p:sp>
      <p:sp>
        <p:nvSpPr>
          <p:cNvPr id="12" name="Text Placeholder 6">
            <a:extLst>
              <a:ext uri="{FF2B5EF4-FFF2-40B4-BE49-F238E27FC236}">
                <a16:creationId xmlns:a16="http://schemas.microsoft.com/office/drawing/2014/main" id="{9017FA6E-78B2-CD49-98C6-A1B26AA2B7CB}"/>
              </a:ext>
            </a:extLst>
          </p:cNvPr>
          <p:cNvSpPr>
            <a:spLocks noGrp="1"/>
          </p:cNvSpPr>
          <p:nvPr>
            <p:ph type="body" sz="quarter" idx="16" hasCustomPrompt="1"/>
          </p:nvPr>
        </p:nvSpPr>
        <p:spPr>
          <a:xfrm>
            <a:off x="3969001" y="2976563"/>
            <a:ext cx="3060647" cy="1116806"/>
          </a:xfrm>
          <a:noFill/>
        </p:spPr>
        <p:txBody>
          <a:bodyPr lIns="251999" tIns="216000">
            <a:noAutofit/>
          </a:bodyPr>
          <a:lstStyle>
            <a:lvl1pPr marL="0" indent="0">
              <a:buNone/>
              <a:defRPr sz="1350">
                <a:latin typeface="Palatino" pitchFamily="2" charset="77"/>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endParaRPr lang="en-US" dirty="0"/>
          </a:p>
        </p:txBody>
      </p:sp>
    </p:spTree>
    <p:extLst>
      <p:ext uri="{BB962C8B-B14F-4D97-AF65-F5344CB8AC3E}">
        <p14:creationId xmlns:p14="http://schemas.microsoft.com/office/powerpoint/2010/main" val="2006248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s">
    <p:bg>
      <p:bgPr>
        <a:solidFill>
          <a:schemeClr val="tx1"/>
        </a:solidFill>
        <a:effectLst/>
      </p:bgPr>
    </p:bg>
    <p:spTree>
      <p:nvGrpSpPr>
        <p:cNvPr id="1" name=""/>
        <p:cNvGrpSpPr/>
        <p:nvPr/>
      </p:nvGrpSpPr>
      <p:grpSpPr>
        <a:xfrm>
          <a:off x="0" y="0"/>
          <a:ext cx="0" cy="0"/>
          <a:chOff x="0" y="0"/>
          <a:chExt cx="0" cy="0"/>
        </a:xfrm>
      </p:grpSpPr>
      <p:sp>
        <p:nvSpPr>
          <p:cNvPr id="17" name="Picture Placeholder 11">
            <a:extLst>
              <a:ext uri="{FF2B5EF4-FFF2-40B4-BE49-F238E27FC236}">
                <a16:creationId xmlns:a16="http://schemas.microsoft.com/office/drawing/2014/main" id="{8D6BAAF9-1D96-334C-96A0-628B6EB33363}"/>
              </a:ext>
            </a:extLst>
          </p:cNvPr>
          <p:cNvSpPr>
            <a:spLocks noGrp="1"/>
          </p:cNvSpPr>
          <p:nvPr>
            <p:ph type="pic" sz="quarter" idx="17"/>
          </p:nvPr>
        </p:nvSpPr>
        <p:spPr>
          <a:xfrm>
            <a:off x="1" y="1"/>
            <a:ext cx="961539" cy="5143499"/>
          </a:xfrm>
          <a:solidFill>
            <a:schemeClr val="bg1"/>
          </a:solidFill>
        </p:spPr>
        <p:txBody>
          <a:bodyPr/>
          <a:lstStyle>
            <a:lvl1pPr marL="0" indent="0">
              <a:buNone/>
              <a:defRPr>
                <a:noFill/>
              </a:defRPr>
            </a:lvl1pPr>
          </a:lstStyle>
          <a:p>
            <a:r>
              <a:rPr lang="en-GB" dirty="0"/>
              <a:t>Click icon to add picture</a:t>
            </a:r>
            <a:endParaRPr lang="en-US" dirty="0"/>
          </a:p>
        </p:txBody>
      </p:sp>
      <p:pic>
        <p:nvPicPr>
          <p:cNvPr id="9" name="Picture 8">
            <a:extLst>
              <a:ext uri="{FF2B5EF4-FFF2-40B4-BE49-F238E27FC236}">
                <a16:creationId xmlns:a16="http://schemas.microsoft.com/office/drawing/2014/main" id="{B5AB6EF1-E543-E045-9C11-1379836A2C04}"/>
              </a:ext>
            </a:extLst>
          </p:cNvPr>
          <p:cNvPicPr>
            <a:picLocks noChangeAspect="1"/>
          </p:cNvPicPr>
          <p:nvPr userDrawn="1"/>
        </p:nvPicPr>
        <p:blipFill>
          <a:blip r:embed="rId2"/>
          <a:stretch>
            <a:fillRect/>
          </a:stretch>
        </p:blipFill>
        <p:spPr>
          <a:xfrm>
            <a:off x="7127875" y="195263"/>
            <a:ext cx="1800000" cy="440218"/>
          </a:xfrm>
          <a:prstGeom prst="rect">
            <a:avLst/>
          </a:prstGeom>
        </p:spPr>
      </p:pic>
      <p:sp>
        <p:nvSpPr>
          <p:cNvPr id="10" name="Title 1">
            <a:extLst>
              <a:ext uri="{FF2B5EF4-FFF2-40B4-BE49-F238E27FC236}">
                <a16:creationId xmlns:a16="http://schemas.microsoft.com/office/drawing/2014/main" id="{68BC7C7D-7982-FC47-9A51-3AA1D825C280}"/>
              </a:ext>
            </a:extLst>
          </p:cNvPr>
          <p:cNvSpPr>
            <a:spLocks noGrp="1"/>
          </p:cNvSpPr>
          <p:nvPr>
            <p:ph type="ctrTitle" hasCustomPrompt="1"/>
          </p:nvPr>
        </p:nvSpPr>
        <p:spPr>
          <a:xfrm rot="16200000">
            <a:off x="-1267292" y="2914667"/>
            <a:ext cx="3658775" cy="798887"/>
          </a:xfrm>
          <a:prstGeom prst="rect">
            <a:avLst/>
          </a:prstGeom>
          <a:solidFill>
            <a:schemeClr val="bg1"/>
          </a:solid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 ipsum</a:t>
            </a:r>
            <a:br>
              <a:rPr lang="en-GB" dirty="0"/>
            </a:br>
            <a:endParaRPr lang="en-US" dirty="0"/>
          </a:p>
        </p:txBody>
      </p:sp>
      <p:sp>
        <p:nvSpPr>
          <p:cNvPr id="11" name="Subtitle 2">
            <a:extLst>
              <a:ext uri="{FF2B5EF4-FFF2-40B4-BE49-F238E27FC236}">
                <a16:creationId xmlns:a16="http://schemas.microsoft.com/office/drawing/2014/main" id="{EEFD0983-C630-F846-B329-00674D8C81C0}"/>
              </a:ext>
            </a:extLst>
          </p:cNvPr>
          <p:cNvSpPr>
            <a:spLocks noGrp="1"/>
          </p:cNvSpPr>
          <p:nvPr>
            <p:ph type="subTitle" idx="1" hasCustomPrompt="1"/>
          </p:nvPr>
        </p:nvSpPr>
        <p:spPr>
          <a:xfrm rot="16200000">
            <a:off x="-893437" y="1663736"/>
            <a:ext cx="4217193" cy="889723"/>
          </a:xfrm>
          <a:solidFill>
            <a:schemeClr val="bg1"/>
          </a:solidFill>
        </p:spPr>
        <p:txBody>
          <a:bodyPr lIns="251999" tIns="251999" rIns="251999" bIns="36000">
            <a:noAutofit/>
          </a:bodyPr>
          <a:lstStyle>
            <a:lvl1pPr marL="0" indent="0" algn="l">
              <a:lnSpc>
                <a:spcPct val="80000"/>
              </a:lnSpc>
              <a:buNone/>
              <a:defRPr sz="3038"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err="1"/>
              <a:t>dolor</a:t>
            </a:r>
            <a:r>
              <a:rPr lang="en-GB" dirty="0"/>
              <a:t> sit </a:t>
            </a:r>
            <a:r>
              <a:rPr lang="en-GB" dirty="0" err="1"/>
              <a:t>amet</a:t>
            </a:r>
            <a:endParaRPr lang="en-GB" dirty="0"/>
          </a:p>
        </p:txBody>
      </p:sp>
      <p:sp>
        <p:nvSpPr>
          <p:cNvPr id="12" name="Text Placeholder 4">
            <a:extLst>
              <a:ext uri="{FF2B5EF4-FFF2-40B4-BE49-F238E27FC236}">
                <a16:creationId xmlns:a16="http://schemas.microsoft.com/office/drawing/2014/main" id="{62FC7788-FA66-204A-B8E0-76C12753016E}"/>
              </a:ext>
            </a:extLst>
          </p:cNvPr>
          <p:cNvSpPr>
            <a:spLocks noGrp="1"/>
          </p:cNvSpPr>
          <p:nvPr>
            <p:ph type="body" sz="quarter" idx="16" hasCustomPrompt="1"/>
          </p:nvPr>
        </p:nvSpPr>
        <p:spPr>
          <a:xfrm>
            <a:off x="3333007" y="1788319"/>
            <a:ext cx="2326287" cy="1993106"/>
          </a:xfrm>
        </p:spPr>
        <p:txBody>
          <a:bodyPr lIns="72000">
            <a:noAutofit/>
          </a:bodyPr>
          <a:lstStyle>
            <a:lvl1pPr marL="0" indent="0">
              <a:buNone/>
              <a:tabLst/>
              <a:defRPr sz="1013">
                <a:solidFill>
                  <a:schemeClr val="bg1"/>
                </a:solidFill>
              </a:defRPr>
            </a:lvl1pPr>
          </a:lstStyle>
          <a:p>
            <a:pPr lvl="0"/>
            <a:r>
              <a:rPr lang="en-US" dirty="0"/>
              <a:t>Acknowledgement </a:t>
            </a:r>
            <a:br>
              <a:rPr lang="en-US" dirty="0"/>
            </a:br>
            <a:r>
              <a:rPr lang="en-US" dirty="0"/>
              <a:t>of country</a:t>
            </a:r>
          </a:p>
          <a:p>
            <a:pPr lvl="0"/>
            <a:r>
              <a:rPr lang="en-US" dirty="0"/>
              <a:t>Seek Wisdom</a:t>
            </a:r>
          </a:p>
          <a:p>
            <a:pPr lvl="0"/>
            <a:r>
              <a:rPr lang="en-US" dirty="0"/>
              <a:t>UWA’s location</a:t>
            </a:r>
          </a:p>
          <a:p>
            <a:pPr lvl="0"/>
            <a:r>
              <a:rPr lang="en-US" dirty="0"/>
              <a:t>A meeting of minds</a:t>
            </a:r>
          </a:p>
          <a:p>
            <a:pPr lvl="0"/>
            <a:r>
              <a:rPr lang="en-US" dirty="0"/>
              <a:t>A network of wisdom</a:t>
            </a:r>
          </a:p>
        </p:txBody>
      </p:sp>
      <p:sp>
        <p:nvSpPr>
          <p:cNvPr id="13" name="Text Placeholder 4">
            <a:extLst>
              <a:ext uri="{FF2B5EF4-FFF2-40B4-BE49-F238E27FC236}">
                <a16:creationId xmlns:a16="http://schemas.microsoft.com/office/drawing/2014/main" id="{A47EF0A3-9290-4847-869C-1C8725B937D9}"/>
              </a:ext>
            </a:extLst>
          </p:cNvPr>
          <p:cNvSpPr>
            <a:spLocks noGrp="1"/>
          </p:cNvSpPr>
          <p:nvPr>
            <p:ph type="body" sz="quarter" idx="20" hasCustomPrompt="1"/>
          </p:nvPr>
        </p:nvSpPr>
        <p:spPr>
          <a:xfrm>
            <a:off x="2822906" y="1788319"/>
            <a:ext cx="490839" cy="1993106"/>
          </a:xfrm>
        </p:spPr>
        <p:txBody>
          <a:bodyPr rIns="0">
            <a:noAutofit/>
          </a:bodyPr>
          <a:lstStyle>
            <a:lvl1pPr marL="0" indent="0">
              <a:buNone/>
              <a:tabLst/>
              <a:defRPr sz="1013" b="1">
                <a:solidFill>
                  <a:schemeClr val="bg1"/>
                </a:solidFill>
              </a:defRPr>
            </a:lvl1pPr>
          </a:lstStyle>
          <a:p>
            <a:pPr lvl="0"/>
            <a:r>
              <a:rPr lang="en-US" dirty="0"/>
              <a:t>3</a:t>
            </a:r>
            <a:br>
              <a:rPr lang="en-US" dirty="0"/>
            </a:br>
            <a:endParaRPr lang="en-US" dirty="0"/>
          </a:p>
          <a:p>
            <a:pPr lvl="0"/>
            <a:r>
              <a:rPr lang="en-US" dirty="0"/>
              <a:t>4</a:t>
            </a:r>
          </a:p>
          <a:p>
            <a:pPr lvl="0"/>
            <a:r>
              <a:rPr lang="en-US" dirty="0"/>
              <a:t>6</a:t>
            </a:r>
          </a:p>
          <a:p>
            <a:pPr lvl="0"/>
            <a:r>
              <a:rPr lang="en-US" dirty="0"/>
              <a:t>7</a:t>
            </a:r>
          </a:p>
          <a:p>
            <a:pPr lvl="0"/>
            <a:r>
              <a:rPr lang="en-US" dirty="0"/>
              <a:t>8</a:t>
            </a:r>
          </a:p>
        </p:txBody>
      </p:sp>
      <p:sp>
        <p:nvSpPr>
          <p:cNvPr id="14" name="Text Placeholder 4">
            <a:extLst>
              <a:ext uri="{FF2B5EF4-FFF2-40B4-BE49-F238E27FC236}">
                <a16:creationId xmlns:a16="http://schemas.microsoft.com/office/drawing/2014/main" id="{BA0D757E-3DB4-9D4D-B664-A02C4F309656}"/>
              </a:ext>
            </a:extLst>
          </p:cNvPr>
          <p:cNvSpPr>
            <a:spLocks noGrp="1"/>
          </p:cNvSpPr>
          <p:nvPr>
            <p:ph type="body" sz="quarter" idx="21" hasCustomPrompt="1"/>
          </p:nvPr>
        </p:nvSpPr>
        <p:spPr>
          <a:xfrm>
            <a:off x="6101684" y="1788319"/>
            <a:ext cx="2614779" cy="1993106"/>
          </a:xfrm>
        </p:spPr>
        <p:txBody>
          <a:bodyPr lIns="72000">
            <a:noAutofit/>
          </a:bodyPr>
          <a:lstStyle>
            <a:lvl1pPr marL="0" indent="0">
              <a:buNone/>
              <a:tabLst/>
              <a:defRPr sz="1013">
                <a:solidFill>
                  <a:schemeClr val="bg1"/>
                </a:solidFill>
              </a:defRPr>
            </a:lvl1pPr>
          </a:lstStyle>
          <a:p>
            <a:pPr lvl="0"/>
            <a:r>
              <a:rPr lang="en-US" dirty="0"/>
              <a:t>Lorem ipsum dolor sit </a:t>
            </a:r>
            <a:r>
              <a:rPr lang="en-US" dirty="0" err="1"/>
              <a:t>amet</a:t>
            </a:r>
            <a:r>
              <a:rPr lang="en-US" dirty="0"/>
              <a:t>,</a:t>
            </a:r>
          </a:p>
          <a:p>
            <a:pPr lvl="0"/>
            <a:r>
              <a:rPr lang="en-US" dirty="0" err="1"/>
              <a:t>Consecteturdipiscingelit</a:t>
            </a:r>
            <a:r>
              <a:rPr lang="en-US" dirty="0"/>
              <a:t>. </a:t>
            </a:r>
            <a:r>
              <a:rPr lang="en-US" dirty="0" err="1"/>
              <a:t>Proin</a:t>
            </a:r>
            <a:r>
              <a:rPr lang="en-US" dirty="0"/>
              <a:t> </a:t>
            </a:r>
            <a:r>
              <a:rPr lang="en-US" dirty="0" err="1"/>
              <a:t>justo</a:t>
            </a:r>
            <a:r>
              <a:rPr lang="en-US" dirty="0"/>
              <a:t> nisi,</a:t>
            </a:r>
          </a:p>
          <a:p>
            <a:pPr lvl="0"/>
            <a:r>
              <a:rPr lang="en-US" dirty="0" err="1"/>
              <a:t>eleifend</a:t>
            </a:r>
            <a:r>
              <a:rPr lang="en-US" dirty="0"/>
              <a:t> pharetra </a:t>
            </a:r>
            <a:r>
              <a:rPr lang="en-US" dirty="0" err="1"/>
              <a:t>porttitor</a:t>
            </a:r>
            <a:r>
              <a:rPr lang="en-US" dirty="0"/>
              <a:t>.</a:t>
            </a:r>
          </a:p>
          <a:p>
            <a:pPr lvl="0"/>
            <a:r>
              <a:rPr lang="en-US" dirty="0" err="1"/>
              <a:t>Donec</a:t>
            </a:r>
            <a:r>
              <a:rPr lang="en-US" dirty="0"/>
              <a:t> </a:t>
            </a:r>
            <a:r>
              <a:rPr lang="en-US" dirty="0" err="1"/>
              <a:t>sodales</a:t>
            </a:r>
            <a:r>
              <a:rPr lang="en-US" dirty="0"/>
              <a:t> </a:t>
            </a:r>
            <a:r>
              <a:rPr lang="en-US" dirty="0" err="1"/>
              <a:t>blandi</a:t>
            </a:r>
            <a:r>
              <a:rPr lang="en-US" dirty="0"/>
              <a:t>. </a:t>
            </a:r>
          </a:p>
        </p:txBody>
      </p:sp>
      <p:sp>
        <p:nvSpPr>
          <p:cNvPr id="15" name="Text Placeholder 4">
            <a:extLst>
              <a:ext uri="{FF2B5EF4-FFF2-40B4-BE49-F238E27FC236}">
                <a16:creationId xmlns:a16="http://schemas.microsoft.com/office/drawing/2014/main" id="{6F40D695-BEA8-3C49-9105-2461C941B99B}"/>
              </a:ext>
            </a:extLst>
          </p:cNvPr>
          <p:cNvSpPr>
            <a:spLocks noGrp="1"/>
          </p:cNvSpPr>
          <p:nvPr>
            <p:ph type="body" sz="quarter" idx="22" hasCustomPrompt="1"/>
          </p:nvPr>
        </p:nvSpPr>
        <p:spPr>
          <a:xfrm>
            <a:off x="5583579" y="1788319"/>
            <a:ext cx="514071" cy="1993106"/>
          </a:xfrm>
        </p:spPr>
        <p:txBody>
          <a:bodyPr rIns="0">
            <a:noAutofit/>
          </a:bodyPr>
          <a:lstStyle>
            <a:lvl1pPr marL="0" indent="0">
              <a:buNone/>
              <a:tabLst/>
              <a:defRPr sz="1013" b="1">
                <a:solidFill>
                  <a:schemeClr val="bg1"/>
                </a:solidFill>
              </a:defRPr>
            </a:lvl1pPr>
          </a:lstStyle>
          <a:p>
            <a:pPr lvl="0"/>
            <a:r>
              <a:rPr lang="en-US" dirty="0"/>
              <a:t>9</a:t>
            </a:r>
            <a:br>
              <a:rPr lang="en-US" dirty="0"/>
            </a:br>
            <a:endParaRPr lang="en-US" dirty="0"/>
          </a:p>
          <a:p>
            <a:pPr lvl="0"/>
            <a:r>
              <a:rPr lang="en-US" dirty="0"/>
              <a:t>11</a:t>
            </a:r>
            <a:br>
              <a:rPr lang="en-US" dirty="0"/>
            </a:br>
            <a:endParaRPr lang="en-US" dirty="0"/>
          </a:p>
          <a:p>
            <a:pPr lvl="0"/>
            <a:r>
              <a:rPr lang="en-US" dirty="0"/>
              <a:t>17</a:t>
            </a:r>
          </a:p>
          <a:p>
            <a:pPr lvl="0"/>
            <a:r>
              <a:rPr lang="en-US" dirty="0"/>
              <a:t>19</a:t>
            </a:r>
          </a:p>
        </p:txBody>
      </p:sp>
      <p:sp>
        <p:nvSpPr>
          <p:cNvPr id="16" name="Text Placeholder 7">
            <a:extLst>
              <a:ext uri="{FF2B5EF4-FFF2-40B4-BE49-F238E27FC236}">
                <a16:creationId xmlns:a16="http://schemas.microsoft.com/office/drawing/2014/main" id="{66DEA9C3-4535-D047-B089-102DAD7C92DC}"/>
              </a:ext>
            </a:extLst>
          </p:cNvPr>
          <p:cNvSpPr>
            <a:spLocks noGrp="1"/>
          </p:cNvSpPr>
          <p:nvPr>
            <p:ph type="body" sz="quarter" idx="23" hasCustomPrompt="1"/>
          </p:nvPr>
        </p:nvSpPr>
        <p:spPr>
          <a:xfrm>
            <a:off x="2088495" y="904801"/>
            <a:ext cx="4967011" cy="1074065"/>
          </a:xfrm>
        </p:spPr>
        <p:txBody>
          <a:bodyPr tIns="180000" bIns="180000">
            <a:noAutofit/>
          </a:bodyPr>
          <a:lstStyle>
            <a:lvl1pPr marL="0" indent="0">
              <a:buNone/>
              <a:defRPr sz="3038" b="1">
                <a:solidFill>
                  <a:schemeClr val="bg1"/>
                </a:solidFill>
              </a:defRPr>
            </a:lvl1pPr>
          </a:lstStyle>
          <a:p>
            <a:pPr lvl="0"/>
            <a:r>
              <a:rPr lang="en-US" dirty="0"/>
              <a:t>Lorem ipsum</a:t>
            </a:r>
          </a:p>
        </p:txBody>
      </p:sp>
    </p:spTree>
    <p:extLst>
      <p:ext uri="{BB962C8B-B14F-4D97-AF65-F5344CB8AC3E}">
        <p14:creationId xmlns:p14="http://schemas.microsoft.com/office/powerpoint/2010/main" val="536580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6F2C17B-3BE4-9749-B0C0-A66AF55F5F1B}"/>
              </a:ext>
            </a:extLst>
          </p:cNvPr>
          <p:cNvSpPr>
            <a:spLocks noGrp="1"/>
          </p:cNvSpPr>
          <p:nvPr>
            <p:ph type="body" sz="quarter" idx="16" hasCustomPrompt="1"/>
          </p:nvPr>
        </p:nvSpPr>
        <p:spPr>
          <a:xfrm>
            <a:off x="1727995" y="2090617"/>
            <a:ext cx="5976144" cy="1993106"/>
          </a:xfrm>
        </p:spPr>
        <p:txBody>
          <a:bodyPr lIns="72000">
            <a:normAutofit/>
          </a:bodyPr>
          <a:lstStyle>
            <a:lvl1pPr marL="0" indent="0">
              <a:buNone/>
              <a:tabLst/>
              <a:defRPr sz="1350">
                <a:solidFill>
                  <a:schemeClr val="tx1"/>
                </a:solidFill>
              </a:defRPr>
            </a:lvl1pPr>
          </a:lstStyle>
          <a:p>
            <a:pPr lvl="0"/>
            <a:r>
              <a:rPr lang="en-US" dirty="0"/>
              <a:t>Acknowledgement </a:t>
            </a:r>
            <a:br>
              <a:rPr lang="en-US" dirty="0"/>
            </a:br>
            <a:r>
              <a:rPr lang="en-US" dirty="0"/>
              <a:t>of country</a:t>
            </a:r>
          </a:p>
          <a:p>
            <a:pPr lvl="0"/>
            <a:r>
              <a:rPr lang="en-US" dirty="0"/>
              <a:t>Seek Wisdom</a:t>
            </a:r>
          </a:p>
          <a:p>
            <a:pPr lvl="0"/>
            <a:r>
              <a:rPr lang="en-US" dirty="0"/>
              <a:t>UWA’s location</a:t>
            </a:r>
          </a:p>
          <a:p>
            <a:pPr lvl="0"/>
            <a:r>
              <a:rPr lang="en-US" dirty="0"/>
              <a:t>A meeting of minds</a:t>
            </a:r>
          </a:p>
          <a:p>
            <a:pPr lvl="0"/>
            <a:r>
              <a:rPr lang="en-US" dirty="0"/>
              <a:t>A network of wisdom</a:t>
            </a:r>
          </a:p>
        </p:txBody>
      </p:sp>
      <p:sp>
        <p:nvSpPr>
          <p:cNvPr id="20" name="Text Placeholder 4">
            <a:extLst>
              <a:ext uri="{FF2B5EF4-FFF2-40B4-BE49-F238E27FC236}">
                <a16:creationId xmlns:a16="http://schemas.microsoft.com/office/drawing/2014/main" id="{3CD0559D-6E67-1A44-8513-2C26307CDFD2}"/>
              </a:ext>
            </a:extLst>
          </p:cNvPr>
          <p:cNvSpPr>
            <a:spLocks noGrp="1"/>
          </p:cNvSpPr>
          <p:nvPr>
            <p:ph type="body" sz="quarter" idx="20" hasCustomPrompt="1"/>
          </p:nvPr>
        </p:nvSpPr>
        <p:spPr>
          <a:xfrm>
            <a:off x="1187451" y="2090617"/>
            <a:ext cx="540544" cy="1993106"/>
          </a:xfrm>
        </p:spPr>
        <p:txBody>
          <a:bodyPr rIns="0">
            <a:normAutofit/>
          </a:bodyPr>
          <a:lstStyle>
            <a:lvl1pPr marL="0" indent="0">
              <a:buNone/>
              <a:tabLst/>
              <a:defRPr sz="1350" b="1">
                <a:solidFill>
                  <a:schemeClr val="tx1"/>
                </a:solidFill>
              </a:defRPr>
            </a:lvl1pPr>
          </a:lstStyle>
          <a:p>
            <a:pPr lvl="0"/>
            <a:r>
              <a:rPr lang="en-US" dirty="0"/>
              <a:t>3</a:t>
            </a:r>
            <a:br>
              <a:rPr lang="en-US" dirty="0"/>
            </a:br>
            <a:endParaRPr lang="en-US" dirty="0"/>
          </a:p>
          <a:p>
            <a:pPr lvl="0"/>
            <a:r>
              <a:rPr lang="en-US" dirty="0"/>
              <a:t>4</a:t>
            </a:r>
          </a:p>
          <a:p>
            <a:pPr lvl="0"/>
            <a:r>
              <a:rPr lang="en-US" dirty="0"/>
              <a:t>6</a:t>
            </a:r>
          </a:p>
          <a:p>
            <a:pPr lvl="0"/>
            <a:r>
              <a:rPr lang="en-US" dirty="0"/>
              <a:t>7</a:t>
            </a:r>
          </a:p>
          <a:p>
            <a:pPr lvl="0"/>
            <a:r>
              <a:rPr lang="en-US" dirty="0"/>
              <a:t>8</a:t>
            </a:r>
          </a:p>
        </p:txBody>
      </p:sp>
      <p:sp>
        <p:nvSpPr>
          <p:cNvPr id="8" name="Text Placeholder 7">
            <a:extLst>
              <a:ext uri="{FF2B5EF4-FFF2-40B4-BE49-F238E27FC236}">
                <a16:creationId xmlns:a16="http://schemas.microsoft.com/office/drawing/2014/main" id="{3C0F6D6D-8E12-1D46-A4AF-26F22F54F0A1}"/>
              </a:ext>
            </a:extLst>
          </p:cNvPr>
          <p:cNvSpPr>
            <a:spLocks noGrp="1"/>
          </p:cNvSpPr>
          <p:nvPr>
            <p:ph type="body" sz="quarter" idx="23" hasCustomPrompt="1"/>
          </p:nvPr>
        </p:nvSpPr>
        <p:spPr>
          <a:xfrm>
            <a:off x="250826" y="1389340"/>
            <a:ext cx="5191221" cy="1074065"/>
          </a:xfrm>
        </p:spPr>
        <p:txBody>
          <a:bodyPr tIns="180000" bIns="180000">
            <a:noAutofit/>
          </a:bodyPr>
          <a:lstStyle>
            <a:lvl1pPr marL="0" indent="0">
              <a:buNone/>
              <a:defRPr sz="3000" b="1">
                <a:solidFill>
                  <a:schemeClr val="tx1"/>
                </a:solidFill>
              </a:defRPr>
            </a:lvl1pPr>
          </a:lstStyle>
          <a:p>
            <a:pPr lvl="0"/>
            <a:r>
              <a:rPr lang="en-US" dirty="0"/>
              <a:t>Lorem ipsum</a:t>
            </a:r>
          </a:p>
        </p:txBody>
      </p:sp>
      <p:pic>
        <p:nvPicPr>
          <p:cNvPr id="6" name="Picture 5">
            <a:extLst>
              <a:ext uri="{FF2B5EF4-FFF2-40B4-BE49-F238E27FC236}">
                <a16:creationId xmlns:a16="http://schemas.microsoft.com/office/drawing/2014/main" id="{3106178B-0F06-DA48-B0F4-313776E65E4B}"/>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4079476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8813" y="733426"/>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fld id="{B099420A-AB6D-9F48-90BA-0FEF9014BA36}" type="slidenum">
              <a:rPr lang="en-US" smtClean="0"/>
              <a:pPr/>
              <a:t>‹#›</a:t>
            </a:fld>
            <a:endParaRPr lang="en-US" dirty="0"/>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6" y="1572818"/>
            <a:ext cx="8642351" cy="299816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72FE3512-5E25-D841-9AC1-BD44C3F96775}"/>
              </a:ext>
            </a:extLst>
          </p:cNvPr>
          <p:cNvSpPr>
            <a:spLocks noGrp="1"/>
          </p:cNvSpPr>
          <p:nvPr>
            <p:ph type="body" sz="quarter" idx="11" hasCustomPrompt="1"/>
          </p:nvPr>
        </p:nvSpPr>
        <p:spPr>
          <a:xfrm>
            <a:off x="241639" y="1098708"/>
            <a:ext cx="8651536" cy="175262"/>
          </a:xfrm>
          <a:prstGeom prst="rect">
            <a:avLst/>
          </a:prstGeom>
        </p:spPr>
        <p:txBody>
          <a:bodyPr lIns="0" tIns="0" rIns="0" bIns="0">
            <a:noAutofit/>
          </a:bodyPr>
          <a:lstStyle>
            <a:lvl1pPr marL="0" indent="0">
              <a:buNone/>
              <a:defRPr sz="1650" baseline="0"/>
            </a:lvl1pPr>
          </a:lstStyle>
          <a:p>
            <a:pPr lvl="0"/>
            <a:r>
              <a:rPr lang="en-US" dirty="0"/>
              <a:t>Subheading</a:t>
            </a:r>
          </a:p>
        </p:txBody>
      </p:sp>
      <p:pic>
        <p:nvPicPr>
          <p:cNvPr id="12" name="Picture 11">
            <a:extLst>
              <a:ext uri="{FF2B5EF4-FFF2-40B4-BE49-F238E27FC236}">
                <a16:creationId xmlns:a16="http://schemas.microsoft.com/office/drawing/2014/main" id="{88C5BC8E-F3E8-914B-9677-6E014E1E4DF2}"/>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1678458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3680" y="723971"/>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fld id="{B099420A-AB6D-9F48-90BA-0FEF9014BA36}" type="slidenum">
              <a:rPr lang="en-US" smtClean="0"/>
              <a:pPr/>
              <a:t>‹#›</a:t>
            </a:fld>
            <a:endParaRPr lang="en-US" dirty="0"/>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5" y="1572817"/>
            <a:ext cx="2555875" cy="299680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49A95D3C-C3B2-9A43-A8A3-C5AAFF73A3DC}"/>
              </a:ext>
            </a:extLst>
          </p:cNvPr>
          <p:cNvSpPr>
            <a:spLocks noGrp="1"/>
          </p:cNvSpPr>
          <p:nvPr>
            <p:ph type="body" sz="quarter" idx="11" hasCustomPrompt="1"/>
          </p:nvPr>
        </p:nvSpPr>
        <p:spPr>
          <a:xfrm>
            <a:off x="241639" y="1098708"/>
            <a:ext cx="8651536" cy="175262"/>
          </a:xfrm>
          <a:prstGeom prst="rect">
            <a:avLst/>
          </a:prstGeom>
        </p:spPr>
        <p:txBody>
          <a:bodyPr lIns="0" tIns="0" rIns="0" bIns="0">
            <a:noAutofit/>
          </a:bodyPr>
          <a:lstStyle>
            <a:lvl1pPr marL="0" indent="0">
              <a:buNone/>
              <a:defRPr sz="1650" baseline="0"/>
            </a:lvl1pPr>
          </a:lstStyle>
          <a:p>
            <a:pPr lvl="0"/>
            <a:r>
              <a:rPr lang="en-US" dirty="0"/>
              <a:t>Subheading</a:t>
            </a:r>
          </a:p>
        </p:txBody>
      </p:sp>
      <p:sp>
        <p:nvSpPr>
          <p:cNvPr id="13" name="Content Placeholder 13">
            <a:extLst>
              <a:ext uri="{FF2B5EF4-FFF2-40B4-BE49-F238E27FC236}">
                <a16:creationId xmlns:a16="http://schemas.microsoft.com/office/drawing/2014/main" id="{DC8EE663-A0AA-D14C-872A-1DA00B7B4135}"/>
              </a:ext>
            </a:extLst>
          </p:cNvPr>
          <p:cNvSpPr>
            <a:spLocks noGrp="1"/>
          </p:cNvSpPr>
          <p:nvPr>
            <p:ph sz="quarter" idx="21"/>
          </p:nvPr>
        </p:nvSpPr>
        <p:spPr>
          <a:xfrm>
            <a:off x="3314048" y="1572817"/>
            <a:ext cx="2555875" cy="299680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Content Placeholder 13">
            <a:extLst>
              <a:ext uri="{FF2B5EF4-FFF2-40B4-BE49-F238E27FC236}">
                <a16:creationId xmlns:a16="http://schemas.microsoft.com/office/drawing/2014/main" id="{090540A7-29D4-DA44-9B81-5B491CF04A45}"/>
              </a:ext>
            </a:extLst>
          </p:cNvPr>
          <p:cNvSpPr>
            <a:spLocks noGrp="1"/>
          </p:cNvSpPr>
          <p:nvPr>
            <p:ph sz="quarter" idx="22"/>
          </p:nvPr>
        </p:nvSpPr>
        <p:spPr>
          <a:xfrm>
            <a:off x="6088244" y="1572817"/>
            <a:ext cx="2555875" cy="2996803"/>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08C9277B-36A0-7144-BC5C-53AC8FBF9F7B}"/>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760313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pic>
        <p:nvPicPr>
          <p:cNvPr id="8" name="Picture 3" descr="W:\Emily\Presentation assets\UWAM0289 Presentation pg3.png">
            <a:extLst>
              <a:ext uri="{FF2B5EF4-FFF2-40B4-BE49-F238E27FC236}">
                <a16:creationId xmlns:a16="http://schemas.microsoft.com/office/drawing/2014/main" id="{099D9344-9E54-2742-B4D5-A804B88F847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4233"/>
          <a:stretch/>
        </p:blipFill>
        <p:spPr bwMode="auto">
          <a:xfrm>
            <a:off x="-8813" y="733426"/>
            <a:ext cx="9162000" cy="441952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fld id="{B099420A-AB6D-9F48-90BA-0FEF9014BA36}" type="slidenum">
              <a:rPr lang="en-US" smtClean="0"/>
              <a:pPr/>
              <a:t>‹#›</a:t>
            </a:fld>
            <a:endParaRPr lang="en-US" dirty="0"/>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6"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13">
            <a:extLst>
              <a:ext uri="{FF2B5EF4-FFF2-40B4-BE49-F238E27FC236}">
                <a16:creationId xmlns:a16="http://schemas.microsoft.com/office/drawing/2014/main" id="{6EB0C9BE-AD11-984D-B7E7-AF48531AB46F}"/>
              </a:ext>
            </a:extLst>
          </p:cNvPr>
          <p:cNvSpPr>
            <a:spLocks noGrp="1"/>
          </p:cNvSpPr>
          <p:nvPr>
            <p:ph sz="quarter" idx="22"/>
          </p:nvPr>
        </p:nvSpPr>
        <p:spPr>
          <a:xfrm>
            <a:off x="4707189"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D3FDBCCF-B442-D846-9E24-A67444BBDC44}"/>
              </a:ext>
            </a:extLst>
          </p:cNvPr>
          <p:cNvSpPr>
            <a:spLocks noGrp="1"/>
          </p:cNvSpPr>
          <p:nvPr>
            <p:ph type="body" sz="quarter" idx="11" hasCustomPrompt="1"/>
          </p:nvPr>
        </p:nvSpPr>
        <p:spPr>
          <a:xfrm>
            <a:off x="241639"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sp>
        <p:nvSpPr>
          <p:cNvPr id="12" name="Text Placeholder 4">
            <a:extLst>
              <a:ext uri="{FF2B5EF4-FFF2-40B4-BE49-F238E27FC236}">
                <a16:creationId xmlns:a16="http://schemas.microsoft.com/office/drawing/2014/main" id="{6866E072-1E53-B245-AFA2-E6A5E929C68B}"/>
              </a:ext>
            </a:extLst>
          </p:cNvPr>
          <p:cNvSpPr>
            <a:spLocks noGrp="1"/>
          </p:cNvSpPr>
          <p:nvPr>
            <p:ph type="body" sz="quarter" idx="23" hasCustomPrompt="1"/>
          </p:nvPr>
        </p:nvSpPr>
        <p:spPr>
          <a:xfrm>
            <a:off x="4707188"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pic>
        <p:nvPicPr>
          <p:cNvPr id="15" name="Picture 14">
            <a:extLst>
              <a:ext uri="{FF2B5EF4-FFF2-40B4-BE49-F238E27FC236}">
                <a16:creationId xmlns:a16="http://schemas.microsoft.com/office/drawing/2014/main" id="{C6F1E97F-1464-4940-BB6E-E6409F7D35D0}"/>
              </a:ext>
            </a:extLst>
          </p:cNvPr>
          <p:cNvPicPr>
            <a:picLocks noChangeAspect="1"/>
          </p:cNvPicPr>
          <p:nvPr userDrawn="1"/>
        </p:nvPicPr>
        <p:blipFill>
          <a:blip r:embed="rId3"/>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405739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8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7" name="Title 1">
            <a:extLst>
              <a:ext uri="{FF2B5EF4-FFF2-40B4-BE49-F238E27FC236}">
                <a16:creationId xmlns:a16="http://schemas.microsoft.com/office/drawing/2014/main" id="{B4F7465E-0131-8A4A-A23A-18B52C4E19FE}"/>
              </a:ext>
            </a:extLst>
          </p:cNvPr>
          <p:cNvSpPr>
            <a:spLocks noGrp="1"/>
          </p:cNvSpPr>
          <p:nvPr>
            <p:ph type="ctrTitle" hasCustomPrompt="1"/>
          </p:nvPr>
        </p:nvSpPr>
        <p:spPr>
          <a:xfrm>
            <a:off x="216727" y="902220"/>
            <a:ext cx="8793679" cy="1060206"/>
          </a:xfrm>
          <a:prstGeom prst="rect">
            <a:avLst/>
          </a:prstGeom>
          <a:solidFill>
            <a:schemeClr val="bg1"/>
          </a:solid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8" name="Text Placeholder 12">
            <a:extLst>
              <a:ext uri="{FF2B5EF4-FFF2-40B4-BE49-F238E27FC236}">
                <a16:creationId xmlns:a16="http://schemas.microsoft.com/office/drawing/2014/main" id="{0A58B7BB-C32D-FB47-8F48-8B98E6694A51}"/>
              </a:ext>
            </a:extLst>
          </p:cNvPr>
          <p:cNvSpPr>
            <a:spLocks noGrp="1"/>
          </p:cNvSpPr>
          <p:nvPr>
            <p:ph type="body" sz="quarter" idx="15" hasCustomPrompt="1"/>
          </p:nvPr>
        </p:nvSpPr>
        <p:spPr>
          <a:xfrm>
            <a:off x="1179803" y="1382649"/>
            <a:ext cx="7830603" cy="575325"/>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 </a:t>
            </a:r>
            <a:r>
              <a:rPr lang="en-US" dirty="0" err="1"/>
              <a:t>amet</a:t>
            </a:r>
            <a:endParaRPr lang="en-US" dirty="0"/>
          </a:p>
        </p:txBody>
      </p:sp>
      <p:sp>
        <p:nvSpPr>
          <p:cNvPr id="13" name="Text Placeholder 3">
            <a:extLst>
              <a:ext uri="{FF2B5EF4-FFF2-40B4-BE49-F238E27FC236}">
                <a16:creationId xmlns:a16="http://schemas.microsoft.com/office/drawing/2014/main" id="{70A9FD74-813E-2548-8609-1F177C797973}"/>
              </a:ext>
            </a:extLst>
          </p:cNvPr>
          <p:cNvSpPr>
            <a:spLocks noGrp="1"/>
          </p:cNvSpPr>
          <p:nvPr>
            <p:ph type="body" sz="quarter" idx="16" hasCustomPrompt="1"/>
          </p:nvPr>
        </p:nvSpPr>
        <p:spPr>
          <a:xfrm>
            <a:off x="1187450" y="2275285"/>
            <a:ext cx="5931695" cy="1490078"/>
          </a:xfrm>
        </p:spPr>
        <p:txBody>
          <a:bodyPr numCol="1" spcCol="0">
            <a:noAutofit/>
          </a:bodyPr>
          <a:lstStyle>
            <a:lvl1pPr marL="0" indent="0">
              <a:lnSpc>
                <a:spcPct val="100000"/>
              </a:lnSpc>
              <a:buNone/>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a:p>
            <a:pPr lvl="0"/>
            <a:r>
              <a:rPr lang="en-US" dirty="0" err="1"/>
              <a:t>Fusce</a:t>
            </a:r>
            <a:r>
              <a:rPr lang="en-US" dirty="0"/>
              <a:t> tempus </a:t>
            </a:r>
            <a:r>
              <a:rPr lang="en-US" dirty="0" err="1"/>
              <a:t>sapien</a:t>
            </a:r>
            <a:r>
              <a:rPr lang="en-US" dirty="0"/>
              <a:t> </a:t>
            </a:r>
            <a:r>
              <a:rPr lang="en-US" dirty="0" err="1"/>
              <a:t>nec</a:t>
            </a:r>
            <a:r>
              <a:rPr lang="en-US" dirty="0"/>
              <a:t> </a:t>
            </a:r>
            <a:r>
              <a:rPr lang="en-US" dirty="0" err="1"/>
              <a:t>turpis</a:t>
            </a:r>
            <a:r>
              <a:rPr lang="en-US" dirty="0"/>
              <a:t> convallis </a:t>
            </a:r>
            <a:r>
              <a:rPr lang="en-US" dirty="0" err="1"/>
              <a:t>dignissim</a:t>
            </a:r>
            <a:r>
              <a:rPr lang="en-US" dirty="0"/>
              <a:t>. </a:t>
            </a:r>
            <a:r>
              <a:rPr lang="en-US" dirty="0" err="1"/>
              <a:t>Proin</a:t>
            </a:r>
            <a:r>
              <a:rPr lang="en-US" dirty="0"/>
              <a:t> </a:t>
            </a:r>
            <a:r>
              <a:rPr lang="en-US" dirty="0" err="1"/>
              <a:t>nec</a:t>
            </a:r>
            <a:r>
              <a:rPr lang="en-US" dirty="0"/>
              <a:t> </a:t>
            </a:r>
            <a:r>
              <a:rPr lang="en-US" dirty="0" err="1"/>
              <a:t>ornare</a:t>
            </a:r>
            <a:r>
              <a:rPr lang="en-US" dirty="0"/>
              <a:t> </a:t>
            </a:r>
            <a:r>
              <a:rPr lang="en-US" dirty="0" err="1"/>
              <a:t>elit</a:t>
            </a:r>
            <a:r>
              <a:rPr lang="en-US" dirty="0"/>
              <a:t>, at </a:t>
            </a:r>
            <a:r>
              <a:rPr lang="en-US" dirty="0" err="1"/>
              <a:t>ornare</a:t>
            </a:r>
            <a:r>
              <a:rPr lang="en-US" dirty="0"/>
              <a:t> </a:t>
            </a:r>
            <a:r>
              <a:rPr lang="en-US" dirty="0" err="1"/>
              <a:t>augue</a:t>
            </a:r>
            <a:r>
              <a:rPr lang="en-US" dirty="0"/>
              <a:t>. Duis </a:t>
            </a:r>
            <a:r>
              <a:rPr lang="en-US" dirty="0" err="1"/>
              <a:t>scelerisque</a:t>
            </a:r>
            <a:r>
              <a:rPr lang="en-US" dirty="0"/>
              <a:t> </a:t>
            </a:r>
            <a:r>
              <a:rPr lang="en-US" dirty="0" err="1"/>
              <a:t>lacus</a:t>
            </a:r>
            <a:r>
              <a:rPr lang="en-US" dirty="0"/>
              <a:t> </a:t>
            </a:r>
            <a:r>
              <a:rPr lang="en-US" dirty="0" err="1"/>
              <a:t>tortor</a:t>
            </a:r>
            <a:r>
              <a:rPr lang="en-US" dirty="0"/>
              <a:t>, </a:t>
            </a:r>
            <a:r>
              <a:rPr lang="en-US" dirty="0" err="1"/>
              <a:t>ut</a:t>
            </a:r>
            <a:r>
              <a:rPr lang="en-US" dirty="0"/>
              <a:t> </a:t>
            </a:r>
            <a:r>
              <a:rPr lang="en-US" dirty="0" err="1"/>
              <a:t>luctus</a:t>
            </a:r>
            <a:r>
              <a:rPr lang="en-US" dirty="0"/>
              <a:t> ex </a:t>
            </a:r>
            <a:r>
              <a:rPr lang="en-US" dirty="0" err="1"/>
              <a:t>vehicula</a:t>
            </a:r>
            <a:r>
              <a:rPr lang="en-US" dirty="0"/>
              <a:t> </a:t>
            </a:r>
            <a:r>
              <a:rPr lang="en-US" dirty="0" err="1"/>
              <a:t>eget</a:t>
            </a:r>
            <a:r>
              <a:rPr lang="en-US" dirty="0"/>
              <a:t>. </a:t>
            </a:r>
          </a:p>
          <a:p>
            <a:pPr lvl="0"/>
            <a:r>
              <a:rPr lang="en-US" dirty="0" err="1"/>
              <a:t>Donec</a:t>
            </a:r>
            <a:r>
              <a:rPr lang="en-US" dirty="0"/>
              <a:t> </a:t>
            </a:r>
            <a:r>
              <a:rPr lang="en-US" dirty="0" err="1"/>
              <a:t>mollis</a:t>
            </a:r>
            <a:r>
              <a:rPr lang="en-US" dirty="0"/>
              <a:t> ligula sed </a:t>
            </a:r>
            <a:r>
              <a:rPr lang="en-US" dirty="0" err="1"/>
              <a:t>leo</a:t>
            </a:r>
            <a:r>
              <a:rPr lang="en-US" dirty="0"/>
              <a:t> </a:t>
            </a:r>
            <a:r>
              <a:rPr lang="en-US" dirty="0" err="1"/>
              <a:t>congue</a:t>
            </a:r>
            <a:r>
              <a:rPr lang="en-US" dirty="0"/>
              <a:t> </a:t>
            </a:r>
            <a:r>
              <a:rPr lang="en-US" dirty="0" err="1"/>
              <a:t>faucibus</a:t>
            </a:r>
            <a:r>
              <a:rPr lang="en-US" dirty="0"/>
              <a:t>. </a:t>
            </a:r>
            <a:r>
              <a:rPr lang="en-US" dirty="0" err="1"/>
              <a:t>Mauris</a:t>
            </a:r>
            <a:r>
              <a:rPr lang="en-US" dirty="0"/>
              <a:t> convallis lorem vel </a:t>
            </a:r>
            <a:r>
              <a:rPr lang="en-US" dirty="0" err="1"/>
              <a:t>malesuada</a:t>
            </a:r>
            <a:r>
              <a:rPr lang="en-US" dirty="0"/>
              <a:t> vestibulum. </a:t>
            </a:r>
          </a:p>
        </p:txBody>
      </p:sp>
      <p:sp>
        <p:nvSpPr>
          <p:cNvPr id="15" name="Slide Number Placeholder 5">
            <a:extLst>
              <a:ext uri="{FF2B5EF4-FFF2-40B4-BE49-F238E27FC236}">
                <a16:creationId xmlns:a16="http://schemas.microsoft.com/office/drawing/2014/main" id="{4564C524-2884-5B4A-ACCD-8CEFB327D2C7}"/>
              </a:ext>
            </a:extLst>
          </p:cNvPr>
          <p:cNvSpPr>
            <a:spLocks noGrp="1"/>
          </p:cNvSpPr>
          <p:nvPr>
            <p:ph type="sldNum" sz="quarter" idx="19"/>
          </p:nvPr>
        </p:nvSpPr>
        <p:spPr>
          <a:xfrm>
            <a:off x="6722269" y="4538664"/>
            <a:ext cx="2057400" cy="273844"/>
          </a:xfrm>
        </p:spPr>
        <p:txBody>
          <a:bodyPr/>
          <a:lstStyle/>
          <a:p>
            <a:fld id="{B099420A-AB6D-9F48-90BA-0FEF9014BA36}" type="slidenum">
              <a:rPr lang="en-US" smtClean="0"/>
              <a:pPr/>
              <a:t>‹#›</a:t>
            </a:fld>
            <a:endParaRPr lang="en-US" dirty="0"/>
          </a:p>
        </p:txBody>
      </p:sp>
    </p:spTree>
    <p:extLst>
      <p:ext uri="{BB962C8B-B14F-4D97-AF65-F5344CB8AC3E}">
        <p14:creationId xmlns:p14="http://schemas.microsoft.com/office/powerpoint/2010/main" val="719880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9" name="Text Placeholder 3">
            <a:extLst>
              <a:ext uri="{FF2B5EF4-FFF2-40B4-BE49-F238E27FC236}">
                <a16:creationId xmlns:a16="http://schemas.microsoft.com/office/drawing/2014/main" id="{59D1206D-0182-394E-8980-6A695D390341}"/>
              </a:ext>
            </a:extLst>
          </p:cNvPr>
          <p:cNvSpPr>
            <a:spLocks noGrp="1"/>
          </p:cNvSpPr>
          <p:nvPr>
            <p:ph type="body" sz="quarter" idx="16" hasCustomPrompt="1"/>
          </p:nvPr>
        </p:nvSpPr>
        <p:spPr>
          <a:xfrm>
            <a:off x="1187450" y="2275285"/>
            <a:ext cx="5931695" cy="1490078"/>
          </a:xfrm>
        </p:spPr>
        <p:txBody>
          <a:bodyPr numCol="2" spcCol="252000">
            <a:noAutofit/>
          </a:bodyPr>
          <a:lstStyle>
            <a:lvl1pPr marL="0" indent="0">
              <a:lnSpc>
                <a:spcPct val="100000"/>
              </a:lnSpc>
              <a:buNone/>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a:p>
            <a:pPr lvl="0"/>
            <a:r>
              <a:rPr lang="en-US" dirty="0" err="1"/>
              <a:t>Fusce</a:t>
            </a:r>
            <a:r>
              <a:rPr lang="en-US" dirty="0"/>
              <a:t> tempus </a:t>
            </a:r>
            <a:r>
              <a:rPr lang="en-US" dirty="0" err="1"/>
              <a:t>sapien</a:t>
            </a:r>
            <a:r>
              <a:rPr lang="en-US" dirty="0"/>
              <a:t> </a:t>
            </a:r>
            <a:r>
              <a:rPr lang="en-US" dirty="0" err="1"/>
              <a:t>nec</a:t>
            </a:r>
            <a:r>
              <a:rPr lang="en-US" dirty="0"/>
              <a:t> </a:t>
            </a:r>
            <a:r>
              <a:rPr lang="en-US" dirty="0" err="1"/>
              <a:t>turpis</a:t>
            </a:r>
            <a:r>
              <a:rPr lang="en-US" dirty="0"/>
              <a:t> convallis </a:t>
            </a:r>
            <a:r>
              <a:rPr lang="en-US" dirty="0" err="1"/>
              <a:t>dignissim</a:t>
            </a:r>
            <a:r>
              <a:rPr lang="en-US" dirty="0"/>
              <a:t>. </a:t>
            </a:r>
            <a:r>
              <a:rPr lang="en-US" dirty="0" err="1"/>
              <a:t>Proin</a:t>
            </a:r>
            <a:r>
              <a:rPr lang="en-US" dirty="0"/>
              <a:t> </a:t>
            </a:r>
            <a:r>
              <a:rPr lang="en-US" dirty="0" err="1"/>
              <a:t>nec</a:t>
            </a:r>
            <a:r>
              <a:rPr lang="en-US" dirty="0"/>
              <a:t> </a:t>
            </a:r>
            <a:r>
              <a:rPr lang="en-US" dirty="0" err="1"/>
              <a:t>ornare</a:t>
            </a:r>
            <a:r>
              <a:rPr lang="en-US" dirty="0"/>
              <a:t> </a:t>
            </a:r>
            <a:r>
              <a:rPr lang="en-US" dirty="0" err="1"/>
              <a:t>elit</a:t>
            </a:r>
            <a:r>
              <a:rPr lang="en-US" dirty="0"/>
              <a:t>, at </a:t>
            </a:r>
            <a:r>
              <a:rPr lang="en-US" dirty="0" err="1"/>
              <a:t>ornare</a:t>
            </a:r>
            <a:r>
              <a:rPr lang="en-US" dirty="0"/>
              <a:t> </a:t>
            </a:r>
            <a:r>
              <a:rPr lang="en-US" dirty="0" err="1"/>
              <a:t>augue</a:t>
            </a:r>
            <a:r>
              <a:rPr lang="en-US" dirty="0"/>
              <a:t>. Duis </a:t>
            </a:r>
            <a:r>
              <a:rPr lang="en-US" dirty="0" err="1"/>
              <a:t>scelerisque</a:t>
            </a:r>
            <a:r>
              <a:rPr lang="en-US" dirty="0"/>
              <a:t> </a:t>
            </a:r>
            <a:r>
              <a:rPr lang="en-US" dirty="0" err="1"/>
              <a:t>lacus</a:t>
            </a:r>
            <a:r>
              <a:rPr lang="en-US" dirty="0"/>
              <a:t> </a:t>
            </a:r>
            <a:r>
              <a:rPr lang="en-US" dirty="0" err="1"/>
              <a:t>tortor</a:t>
            </a:r>
            <a:r>
              <a:rPr lang="en-US" dirty="0"/>
              <a:t>, </a:t>
            </a:r>
            <a:r>
              <a:rPr lang="en-US" dirty="0" err="1"/>
              <a:t>ut</a:t>
            </a:r>
            <a:r>
              <a:rPr lang="en-US" dirty="0"/>
              <a:t> </a:t>
            </a:r>
            <a:r>
              <a:rPr lang="en-US" dirty="0" err="1"/>
              <a:t>luctus</a:t>
            </a:r>
            <a:r>
              <a:rPr lang="en-US" dirty="0"/>
              <a:t> ex </a:t>
            </a:r>
            <a:r>
              <a:rPr lang="en-US" dirty="0" err="1"/>
              <a:t>vehicula</a:t>
            </a:r>
            <a:r>
              <a:rPr lang="en-US" dirty="0"/>
              <a:t> </a:t>
            </a:r>
            <a:r>
              <a:rPr lang="en-US" dirty="0" err="1"/>
              <a:t>eget</a:t>
            </a:r>
            <a:r>
              <a:rPr lang="en-US" dirty="0"/>
              <a:t>. </a:t>
            </a:r>
          </a:p>
          <a:p>
            <a:pPr lvl="0"/>
            <a:r>
              <a:rPr lang="en-US" dirty="0" err="1"/>
              <a:t>Donec</a:t>
            </a:r>
            <a:r>
              <a:rPr lang="en-US" dirty="0"/>
              <a:t> </a:t>
            </a:r>
            <a:r>
              <a:rPr lang="en-US" dirty="0" err="1"/>
              <a:t>mollis</a:t>
            </a:r>
            <a:r>
              <a:rPr lang="en-US" dirty="0"/>
              <a:t> ligula sed </a:t>
            </a:r>
            <a:r>
              <a:rPr lang="en-US" dirty="0" err="1"/>
              <a:t>leo</a:t>
            </a:r>
            <a:r>
              <a:rPr lang="en-US" dirty="0"/>
              <a:t> </a:t>
            </a:r>
            <a:r>
              <a:rPr lang="en-US" dirty="0" err="1"/>
              <a:t>congue</a:t>
            </a:r>
            <a:r>
              <a:rPr lang="en-US" dirty="0"/>
              <a:t> </a:t>
            </a:r>
            <a:r>
              <a:rPr lang="en-US" dirty="0" err="1"/>
              <a:t>faucibus</a:t>
            </a:r>
            <a:r>
              <a:rPr lang="en-US" dirty="0"/>
              <a:t>. </a:t>
            </a:r>
            <a:r>
              <a:rPr lang="en-US" dirty="0" err="1"/>
              <a:t>Mauris</a:t>
            </a:r>
            <a:r>
              <a:rPr lang="en-US" dirty="0"/>
              <a:t> convallis lorem vel </a:t>
            </a:r>
            <a:r>
              <a:rPr lang="en-US" dirty="0" err="1"/>
              <a:t>malesuada</a:t>
            </a:r>
            <a:r>
              <a:rPr lang="en-US" dirty="0"/>
              <a:t> vestibulum. </a:t>
            </a:r>
          </a:p>
        </p:txBody>
      </p:sp>
      <p:sp>
        <p:nvSpPr>
          <p:cNvPr id="10" name="Slide Number Placeholder 5">
            <a:extLst>
              <a:ext uri="{FF2B5EF4-FFF2-40B4-BE49-F238E27FC236}">
                <a16:creationId xmlns:a16="http://schemas.microsoft.com/office/drawing/2014/main" id="{36AD6A27-7BBA-D04C-9799-0B063E24EF11}"/>
              </a:ext>
            </a:extLst>
          </p:cNvPr>
          <p:cNvSpPr>
            <a:spLocks noGrp="1"/>
          </p:cNvSpPr>
          <p:nvPr>
            <p:ph type="sldNum" sz="quarter" idx="19"/>
          </p:nvPr>
        </p:nvSpPr>
        <p:spPr>
          <a:xfrm>
            <a:off x="6722269" y="4538664"/>
            <a:ext cx="2057400" cy="273844"/>
          </a:xfrm>
        </p:spPr>
        <p:txBody>
          <a:bodyPr/>
          <a:lstStyle/>
          <a:p>
            <a:fld id="{B099420A-AB6D-9F48-90BA-0FEF9014BA36}" type="slidenum">
              <a:rPr lang="en-US" smtClean="0"/>
              <a:pPr/>
              <a:t>‹#›</a:t>
            </a:fld>
            <a:endParaRPr lang="en-US" dirty="0"/>
          </a:p>
        </p:txBody>
      </p:sp>
      <p:sp>
        <p:nvSpPr>
          <p:cNvPr id="11" name="Title 1">
            <a:extLst>
              <a:ext uri="{FF2B5EF4-FFF2-40B4-BE49-F238E27FC236}">
                <a16:creationId xmlns:a16="http://schemas.microsoft.com/office/drawing/2014/main" id="{306ACD0E-3EB4-0F40-8FCD-30FCCE53B5CD}"/>
              </a:ext>
            </a:extLst>
          </p:cNvPr>
          <p:cNvSpPr>
            <a:spLocks noGrp="1"/>
          </p:cNvSpPr>
          <p:nvPr>
            <p:ph type="ctrTitle" hasCustomPrompt="1"/>
          </p:nvPr>
        </p:nvSpPr>
        <p:spPr>
          <a:xfrm>
            <a:off x="216727" y="902220"/>
            <a:ext cx="8793679" cy="1060206"/>
          </a:xfrm>
          <a:prstGeom prst="rect">
            <a:avLst/>
          </a:prstGeom>
          <a:solidFill>
            <a:schemeClr val="bg1"/>
          </a:solid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14" name="Text Placeholder 12">
            <a:extLst>
              <a:ext uri="{FF2B5EF4-FFF2-40B4-BE49-F238E27FC236}">
                <a16:creationId xmlns:a16="http://schemas.microsoft.com/office/drawing/2014/main" id="{56FB93F0-765E-E640-A880-E615C6A6029C}"/>
              </a:ext>
            </a:extLst>
          </p:cNvPr>
          <p:cNvSpPr>
            <a:spLocks noGrp="1"/>
          </p:cNvSpPr>
          <p:nvPr>
            <p:ph type="body" sz="quarter" idx="15" hasCustomPrompt="1"/>
          </p:nvPr>
        </p:nvSpPr>
        <p:spPr>
          <a:xfrm>
            <a:off x="1179803" y="1382649"/>
            <a:ext cx="7830603" cy="575325"/>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 </a:t>
            </a:r>
            <a:r>
              <a:rPr lang="en-US" dirty="0" err="1"/>
              <a:t>amet</a:t>
            </a:r>
            <a:endParaRPr lang="en-US" dirty="0"/>
          </a:p>
        </p:txBody>
      </p:sp>
    </p:spTree>
    <p:extLst>
      <p:ext uri="{BB962C8B-B14F-4D97-AF65-F5344CB8AC3E}">
        <p14:creationId xmlns:p14="http://schemas.microsoft.com/office/powerpoint/2010/main" val="38188532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3" name="Picture Placeholder 4">
            <a:extLst>
              <a:ext uri="{FF2B5EF4-FFF2-40B4-BE49-F238E27FC236}">
                <a16:creationId xmlns:a16="http://schemas.microsoft.com/office/drawing/2014/main" id="{1245413A-EBB9-304F-A533-4394C447D72B}"/>
              </a:ext>
            </a:extLst>
          </p:cNvPr>
          <p:cNvSpPr>
            <a:spLocks noGrp="1"/>
          </p:cNvSpPr>
          <p:nvPr>
            <p:ph type="pic" sz="quarter" idx="17"/>
          </p:nvPr>
        </p:nvSpPr>
        <p:spPr>
          <a:xfrm>
            <a:off x="2" y="0"/>
            <a:ext cx="4211639" cy="4381500"/>
          </a:xfrm>
          <a:solidFill>
            <a:schemeClr val="bg2"/>
          </a:solidFill>
        </p:spPr>
        <p:txBody>
          <a:bodyPr/>
          <a:lstStyle>
            <a:lvl1pPr marL="0" indent="0">
              <a:buNone/>
              <a:defRPr/>
            </a:lvl1pPr>
          </a:lstStyle>
          <a:p>
            <a:r>
              <a:rPr lang="en-GB"/>
              <a:t>Click icon to add picture</a:t>
            </a:r>
            <a:endParaRPr lang="en-US" dirty="0"/>
          </a:p>
        </p:txBody>
      </p:sp>
      <p:sp>
        <p:nvSpPr>
          <p:cNvPr id="24" name="Title 1">
            <a:extLst>
              <a:ext uri="{FF2B5EF4-FFF2-40B4-BE49-F238E27FC236}">
                <a16:creationId xmlns:a16="http://schemas.microsoft.com/office/drawing/2014/main" id="{74B92426-195F-DD4F-9C17-3A5C0627FD27}"/>
              </a:ext>
            </a:extLst>
          </p:cNvPr>
          <p:cNvSpPr>
            <a:spLocks noGrp="1"/>
          </p:cNvSpPr>
          <p:nvPr>
            <p:ph type="ctrTitle" hasCustomPrompt="1"/>
          </p:nvPr>
        </p:nvSpPr>
        <p:spPr>
          <a:xfrm>
            <a:off x="4895850" y="897522"/>
            <a:ext cx="3997327" cy="677893"/>
          </a:xfrm>
          <a:prstGeom prst="rect">
            <a:avLst/>
          </a:prstGeom>
          <a:solidFill>
            <a:schemeClr val="bg1"/>
          </a:solid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a:t>
            </a:r>
            <a:r>
              <a:rPr lang="en-GB" dirty="0" err="1"/>
              <a:t>ipsumsit</a:t>
            </a:r>
            <a:r>
              <a:rPr lang="en-GB" dirty="0"/>
              <a:t> </a:t>
            </a:r>
            <a:r>
              <a:rPr lang="en-GB" dirty="0" err="1"/>
              <a:t>amet</a:t>
            </a:r>
            <a:endParaRPr lang="en-US" dirty="0"/>
          </a:p>
        </p:txBody>
      </p:sp>
      <p:sp>
        <p:nvSpPr>
          <p:cNvPr id="25" name="Text Placeholder 3">
            <a:extLst>
              <a:ext uri="{FF2B5EF4-FFF2-40B4-BE49-F238E27FC236}">
                <a16:creationId xmlns:a16="http://schemas.microsoft.com/office/drawing/2014/main" id="{88091AD2-DAD1-0D4F-8D43-F0BD5B28F7BA}"/>
              </a:ext>
            </a:extLst>
          </p:cNvPr>
          <p:cNvSpPr>
            <a:spLocks noGrp="1"/>
          </p:cNvSpPr>
          <p:nvPr>
            <p:ph type="body" sz="quarter" idx="16" hasCustomPrompt="1"/>
          </p:nvPr>
        </p:nvSpPr>
        <p:spPr>
          <a:xfrm>
            <a:off x="4901788" y="2039587"/>
            <a:ext cx="4013459" cy="2602876"/>
          </a:xfrm>
        </p:spPr>
        <p:txBody>
          <a:bodyPr numCol="2"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a:p>
            <a:pPr lvl="0"/>
            <a:r>
              <a:rPr lang="en-US" dirty="0" err="1"/>
              <a:t>Fusce</a:t>
            </a:r>
            <a:r>
              <a:rPr lang="en-US" dirty="0"/>
              <a:t> tempus </a:t>
            </a:r>
            <a:r>
              <a:rPr lang="en-US" dirty="0" err="1"/>
              <a:t>sapien</a:t>
            </a:r>
            <a:r>
              <a:rPr lang="en-US" dirty="0"/>
              <a:t> </a:t>
            </a:r>
            <a:r>
              <a:rPr lang="en-US" dirty="0" err="1"/>
              <a:t>nec</a:t>
            </a:r>
            <a:r>
              <a:rPr lang="en-US" dirty="0"/>
              <a:t> </a:t>
            </a:r>
            <a:r>
              <a:rPr lang="en-US" dirty="0" err="1"/>
              <a:t>turpis</a:t>
            </a:r>
            <a:r>
              <a:rPr lang="en-US" dirty="0"/>
              <a:t> convallis </a:t>
            </a:r>
            <a:r>
              <a:rPr lang="en-US" dirty="0" err="1"/>
              <a:t>dignissim</a:t>
            </a:r>
            <a:r>
              <a:rPr lang="en-US" dirty="0"/>
              <a:t>. </a:t>
            </a:r>
            <a:r>
              <a:rPr lang="en-US" dirty="0" err="1"/>
              <a:t>Proin</a:t>
            </a:r>
            <a:r>
              <a:rPr lang="en-US" dirty="0"/>
              <a:t> </a:t>
            </a:r>
            <a:r>
              <a:rPr lang="en-US" dirty="0" err="1"/>
              <a:t>nec</a:t>
            </a:r>
            <a:r>
              <a:rPr lang="en-US" dirty="0"/>
              <a:t> </a:t>
            </a:r>
            <a:r>
              <a:rPr lang="en-US" dirty="0" err="1"/>
              <a:t>ornare</a:t>
            </a:r>
            <a:r>
              <a:rPr lang="en-US" dirty="0"/>
              <a:t> </a:t>
            </a:r>
            <a:r>
              <a:rPr lang="en-US" dirty="0" err="1"/>
              <a:t>elit</a:t>
            </a:r>
            <a:r>
              <a:rPr lang="en-US" dirty="0"/>
              <a:t>, at </a:t>
            </a:r>
            <a:r>
              <a:rPr lang="en-US" dirty="0" err="1"/>
              <a:t>ornare</a:t>
            </a:r>
            <a:r>
              <a:rPr lang="en-US" dirty="0"/>
              <a:t> </a:t>
            </a:r>
            <a:r>
              <a:rPr lang="en-US" dirty="0" err="1"/>
              <a:t>augue</a:t>
            </a:r>
            <a:r>
              <a:rPr lang="en-US" dirty="0"/>
              <a:t>. Duis </a:t>
            </a:r>
            <a:r>
              <a:rPr lang="en-US" dirty="0" err="1"/>
              <a:t>scelerisque</a:t>
            </a:r>
            <a:r>
              <a:rPr lang="en-US" dirty="0"/>
              <a:t> </a:t>
            </a:r>
            <a:r>
              <a:rPr lang="en-US" dirty="0" err="1"/>
              <a:t>lacus</a:t>
            </a:r>
            <a:r>
              <a:rPr lang="en-US" dirty="0"/>
              <a:t> </a:t>
            </a:r>
            <a:r>
              <a:rPr lang="en-US" dirty="0" err="1"/>
              <a:t>tortor</a:t>
            </a:r>
            <a:r>
              <a:rPr lang="en-US" dirty="0"/>
              <a:t>, </a:t>
            </a:r>
            <a:r>
              <a:rPr lang="en-US" dirty="0" err="1"/>
              <a:t>ut</a:t>
            </a:r>
            <a:r>
              <a:rPr lang="en-US" dirty="0"/>
              <a:t> </a:t>
            </a:r>
            <a:r>
              <a:rPr lang="en-US" dirty="0" err="1"/>
              <a:t>luctus</a:t>
            </a:r>
            <a:r>
              <a:rPr lang="en-US" dirty="0"/>
              <a:t> ex </a:t>
            </a:r>
            <a:r>
              <a:rPr lang="en-US" dirty="0" err="1"/>
              <a:t>vehicula</a:t>
            </a:r>
            <a:r>
              <a:rPr lang="en-US" dirty="0"/>
              <a:t> </a:t>
            </a:r>
            <a:r>
              <a:rPr lang="en-US" dirty="0" err="1"/>
              <a:t>eget</a:t>
            </a:r>
            <a:r>
              <a:rPr lang="en-US" dirty="0"/>
              <a:t>. </a:t>
            </a:r>
          </a:p>
          <a:p>
            <a:pPr lvl="0"/>
            <a:r>
              <a:rPr lang="en-US" dirty="0" err="1"/>
              <a:t>Donec</a:t>
            </a:r>
            <a:r>
              <a:rPr lang="en-US" dirty="0"/>
              <a:t> </a:t>
            </a:r>
            <a:r>
              <a:rPr lang="en-US" dirty="0" err="1"/>
              <a:t>mollis</a:t>
            </a:r>
            <a:r>
              <a:rPr lang="en-US" dirty="0"/>
              <a:t> ligula sed </a:t>
            </a:r>
            <a:r>
              <a:rPr lang="en-US" dirty="0" err="1"/>
              <a:t>leo</a:t>
            </a:r>
            <a:r>
              <a:rPr lang="en-US" dirty="0"/>
              <a:t> </a:t>
            </a:r>
            <a:r>
              <a:rPr lang="en-US" dirty="0" err="1"/>
              <a:t>congue</a:t>
            </a:r>
            <a:r>
              <a:rPr lang="en-US" dirty="0"/>
              <a:t> </a:t>
            </a:r>
            <a:r>
              <a:rPr lang="en-US" dirty="0" err="1"/>
              <a:t>faucibus</a:t>
            </a:r>
            <a:r>
              <a:rPr lang="en-US" dirty="0"/>
              <a:t>. </a:t>
            </a:r>
            <a:r>
              <a:rPr lang="en-US" dirty="0" err="1"/>
              <a:t>Mauris</a:t>
            </a:r>
            <a:r>
              <a:rPr lang="en-US" dirty="0"/>
              <a:t> convallis lorem vel </a:t>
            </a:r>
            <a:r>
              <a:rPr lang="en-US" dirty="0" err="1"/>
              <a:t>malesuada</a:t>
            </a:r>
            <a:r>
              <a:rPr lang="en-US" dirty="0"/>
              <a:t> vestibulum.</a:t>
            </a:r>
          </a:p>
        </p:txBody>
      </p:sp>
      <p:sp>
        <p:nvSpPr>
          <p:cNvPr id="26" name="Picture Placeholder 11">
            <a:extLst>
              <a:ext uri="{FF2B5EF4-FFF2-40B4-BE49-F238E27FC236}">
                <a16:creationId xmlns:a16="http://schemas.microsoft.com/office/drawing/2014/main" id="{6A7D17C5-9072-B846-861B-3BCB0026330C}"/>
              </a:ext>
            </a:extLst>
          </p:cNvPr>
          <p:cNvSpPr>
            <a:spLocks noGrp="1"/>
          </p:cNvSpPr>
          <p:nvPr>
            <p:ph type="pic" sz="quarter" idx="23"/>
          </p:nvPr>
        </p:nvSpPr>
        <p:spPr>
          <a:xfrm>
            <a:off x="3059113" y="4381500"/>
            <a:ext cx="1408248" cy="191700"/>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27" name="Picture Placeholder 11">
            <a:extLst>
              <a:ext uri="{FF2B5EF4-FFF2-40B4-BE49-F238E27FC236}">
                <a16:creationId xmlns:a16="http://schemas.microsoft.com/office/drawing/2014/main" id="{8332DFB8-D0BE-D943-8EBF-182FFA113E8A}"/>
              </a:ext>
            </a:extLst>
          </p:cNvPr>
          <p:cNvSpPr>
            <a:spLocks noGrp="1"/>
          </p:cNvSpPr>
          <p:nvPr>
            <p:ph type="pic" sz="quarter" idx="24" hasCustomPrompt="1"/>
          </p:nvPr>
        </p:nvSpPr>
        <p:spPr>
          <a:xfrm>
            <a:off x="4211639" y="2275286"/>
            <a:ext cx="255723" cy="2297915"/>
          </a:xfrm>
          <a:solidFill>
            <a:schemeClr val="accent1"/>
          </a:solidFill>
        </p:spPr>
        <p:txBody>
          <a:bodyPr/>
          <a:lstStyle>
            <a:lvl1pPr marL="0" indent="0">
              <a:buNone/>
              <a:defRPr>
                <a:noFill/>
              </a:defRPr>
            </a:lvl1pPr>
          </a:lstStyle>
          <a:p>
            <a:r>
              <a:rPr lang="en-US" dirty="0"/>
              <a:t> </a:t>
            </a:r>
          </a:p>
        </p:txBody>
      </p:sp>
      <p:sp>
        <p:nvSpPr>
          <p:cNvPr id="28" name="Slide Number Placeholder 6">
            <a:extLst>
              <a:ext uri="{FF2B5EF4-FFF2-40B4-BE49-F238E27FC236}">
                <a16:creationId xmlns:a16="http://schemas.microsoft.com/office/drawing/2014/main" id="{266BB6F7-BA43-1845-90D8-915BCAF594A8}"/>
              </a:ext>
            </a:extLst>
          </p:cNvPr>
          <p:cNvSpPr>
            <a:spLocks noGrp="1"/>
          </p:cNvSpPr>
          <p:nvPr>
            <p:ph type="sldNum" sz="quarter" idx="27"/>
          </p:nvPr>
        </p:nvSpPr>
        <p:spPr>
          <a:xfrm>
            <a:off x="371475" y="4538664"/>
            <a:ext cx="2057400" cy="273844"/>
          </a:xfrm>
        </p:spPr>
        <p:txBody>
          <a:bodyPr lIns="0" rIns="0"/>
          <a:lstStyle>
            <a:lvl1pPr algn="l">
              <a:defRPr/>
            </a:lvl1pPr>
          </a:lstStyle>
          <a:p>
            <a:fld id="{B099420A-AB6D-9F48-90BA-0FEF9014BA36}" type="slidenum">
              <a:rPr lang="en-US" smtClean="0"/>
              <a:pPr/>
              <a:t>‹#›</a:t>
            </a:fld>
            <a:endParaRPr lang="en-US" dirty="0"/>
          </a:p>
        </p:txBody>
      </p:sp>
    </p:spTree>
    <p:extLst>
      <p:ext uri="{BB962C8B-B14F-4D97-AF65-F5344CB8AC3E}">
        <p14:creationId xmlns:p14="http://schemas.microsoft.com/office/powerpoint/2010/main" val="18257103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4" name="Picture Placeholder 10">
            <a:extLst>
              <a:ext uri="{FF2B5EF4-FFF2-40B4-BE49-F238E27FC236}">
                <a16:creationId xmlns:a16="http://schemas.microsoft.com/office/drawing/2014/main" id="{7843FEFB-4C9F-B945-B06C-DA5308243C5D}"/>
              </a:ext>
            </a:extLst>
          </p:cNvPr>
          <p:cNvSpPr>
            <a:spLocks noGrp="1"/>
          </p:cNvSpPr>
          <p:nvPr>
            <p:ph type="pic" sz="quarter" idx="14"/>
          </p:nvPr>
        </p:nvSpPr>
        <p:spPr>
          <a:xfrm>
            <a:off x="0" y="2"/>
            <a:ext cx="3311525" cy="4381499"/>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15" name="Title 1">
            <a:extLst>
              <a:ext uri="{FF2B5EF4-FFF2-40B4-BE49-F238E27FC236}">
                <a16:creationId xmlns:a16="http://schemas.microsoft.com/office/drawing/2014/main" id="{757345E3-937A-AD49-8841-E404AFDCF1E3}"/>
              </a:ext>
            </a:extLst>
          </p:cNvPr>
          <p:cNvSpPr>
            <a:spLocks noGrp="1"/>
          </p:cNvSpPr>
          <p:nvPr>
            <p:ph type="ctrTitle" hasCustomPrompt="1"/>
          </p:nvPr>
        </p:nvSpPr>
        <p:spPr>
          <a:xfrm>
            <a:off x="5554133" y="1366215"/>
            <a:ext cx="4013459" cy="966789"/>
          </a:xfrm>
          <a:prstGeom prst="rect">
            <a:avLst/>
          </a:prstGeom>
          <a:no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a:t>
            </a:r>
            <a:endParaRPr lang="en-US" dirty="0"/>
          </a:p>
        </p:txBody>
      </p:sp>
      <p:sp>
        <p:nvSpPr>
          <p:cNvPr id="16" name="Text Placeholder 7">
            <a:extLst>
              <a:ext uri="{FF2B5EF4-FFF2-40B4-BE49-F238E27FC236}">
                <a16:creationId xmlns:a16="http://schemas.microsoft.com/office/drawing/2014/main" id="{76CD146B-63B1-6D42-A235-86B3C89329A8}"/>
              </a:ext>
            </a:extLst>
          </p:cNvPr>
          <p:cNvSpPr>
            <a:spLocks noGrp="1"/>
          </p:cNvSpPr>
          <p:nvPr>
            <p:ph type="body" sz="quarter" idx="13" hasCustomPrompt="1"/>
          </p:nvPr>
        </p:nvSpPr>
        <p:spPr>
          <a:xfrm>
            <a:off x="6775516" y="1941305"/>
            <a:ext cx="2372077" cy="2449134"/>
          </a:xfrm>
          <a:solidFill>
            <a:schemeClr val="bg1"/>
          </a:solidFill>
        </p:spPr>
        <p:txBody>
          <a:bodyPr lIns="251999" tIns="684000" rIns="503998" bIns="216000">
            <a:noAutofit/>
          </a:bodyPr>
          <a:lstStyle>
            <a:lvl1pPr marL="0" indent="0">
              <a:lnSpc>
                <a:spcPct val="100000"/>
              </a:lnSpc>
              <a:buNone/>
              <a:defRPr sz="1013" b="1" i="0">
                <a:solidFill>
                  <a:schemeClr val="tx1"/>
                </a:solidFill>
                <a:latin typeface="Century Gothic" panose="020B0502020202020204" pitchFamily="34" charset="0"/>
              </a:defRPr>
            </a:lvl1pPr>
            <a:lvl2pPr marL="126802" indent="-100906" algn="l">
              <a:lnSpc>
                <a:spcPct val="100000"/>
              </a:lnSpc>
              <a:tabLst/>
              <a:defRPr sz="1013" b="0" i="0">
                <a:solidFill>
                  <a:schemeClr val="tx1"/>
                </a:solidFill>
                <a:latin typeface="Century Gothic" panose="020B0502020202020204" pitchFamily="34" charset="0"/>
              </a:defRPr>
            </a:lvl2pPr>
            <a:lvl3pPr marL="253604" indent="-100906" algn="l">
              <a:lnSpc>
                <a:spcPct val="100000"/>
              </a:lnSpc>
              <a:tabLst/>
              <a:defRPr sz="788" b="0" i="0">
                <a:latin typeface="Montserrat Light" pitchFamily="2" charset="77"/>
              </a:defRPr>
            </a:lvl3pPr>
            <a:lvl4pPr marL="380405" indent="-100013" algn="l">
              <a:lnSpc>
                <a:spcPct val="100000"/>
              </a:lnSpc>
              <a:tabLst/>
              <a:defRPr sz="788" b="0" i="0">
                <a:latin typeface="Montserrat Light" pitchFamily="2" charset="77"/>
              </a:defRPr>
            </a:lvl4pPr>
            <a:lvl5pPr marL="500063" indent="-100013" algn="l">
              <a:lnSpc>
                <a:spcPct val="100000"/>
              </a:lnSpc>
              <a:tabLst/>
              <a:defRPr sz="788" b="0" i="0">
                <a:latin typeface="Montserrat Light" pitchFamily="2" charset="77"/>
              </a:defRPr>
            </a:lvl5pPr>
          </a:lstStyle>
          <a:p>
            <a:pPr lvl="0"/>
            <a:r>
              <a:rPr lang="en-GB" dirty="0"/>
              <a:t>LOREM IPSUM</a:t>
            </a:r>
          </a:p>
          <a:p>
            <a:pPr lvl="1"/>
            <a:r>
              <a:rPr lang="en-GB" dirty="0" err="1"/>
              <a:t>Dolor</a:t>
            </a:r>
            <a:r>
              <a:rPr lang="en-GB" dirty="0"/>
              <a:t> sit </a:t>
            </a:r>
            <a:r>
              <a:rPr lang="en-GB" dirty="0" err="1"/>
              <a:t>amet</a:t>
            </a:r>
            <a:endParaRPr lang="en-GB" dirty="0"/>
          </a:p>
          <a:p>
            <a:pPr lvl="1"/>
            <a:r>
              <a:rPr lang="en-GB" dirty="0" err="1"/>
              <a:t>Consectetur</a:t>
            </a:r>
            <a:endParaRPr lang="en-GB" dirty="0"/>
          </a:p>
          <a:p>
            <a:pPr lvl="1"/>
            <a:r>
              <a:rPr lang="en-GB" dirty="0" err="1"/>
              <a:t>Adipiscing</a:t>
            </a:r>
            <a:r>
              <a:rPr lang="en-GB" dirty="0"/>
              <a:t> </a:t>
            </a:r>
            <a:r>
              <a:rPr lang="en-GB" dirty="0" err="1"/>
              <a:t>elit</a:t>
            </a:r>
            <a:endParaRPr lang="en-GB" dirty="0"/>
          </a:p>
          <a:p>
            <a:pPr lvl="1"/>
            <a:r>
              <a:rPr lang="en-GB" dirty="0"/>
              <a:t>Nam </a:t>
            </a:r>
            <a:r>
              <a:rPr lang="en-GB" dirty="0" err="1"/>
              <a:t>sed</a:t>
            </a:r>
            <a:r>
              <a:rPr lang="en-GB" dirty="0"/>
              <a:t> </a:t>
            </a:r>
            <a:r>
              <a:rPr lang="en-GB" dirty="0" err="1"/>
              <a:t>sollicitudin</a:t>
            </a:r>
            <a:endParaRPr lang="en-GB" dirty="0"/>
          </a:p>
          <a:p>
            <a:pPr lvl="1"/>
            <a:r>
              <a:rPr lang="en-GB" dirty="0"/>
              <a:t>Ipsum</a:t>
            </a:r>
          </a:p>
          <a:p>
            <a:pPr lvl="1"/>
            <a:endParaRPr lang="en-US" dirty="0"/>
          </a:p>
        </p:txBody>
      </p:sp>
      <p:sp>
        <p:nvSpPr>
          <p:cNvPr id="17" name="Text Placeholder 12">
            <a:extLst>
              <a:ext uri="{FF2B5EF4-FFF2-40B4-BE49-F238E27FC236}">
                <a16:creationId xmlns:a16="http://schemas.microsoft.com/office/drawing/2014/main" id="{D376EBED-DA49-DC49-BAF5-20B93BBACCEB}"/>
              </a:ext>
            </a:extLst>
          </p:cNvPr>
          <p:cNvSpPr>
            <a:spLocks noGrp="1"/>
          </p:cNvSpPr>
          <p:nvPr>
            <p:ph type="body" sz="quarter" idx="15" hasCustomPrompt="1"/>
          </p:nvPr>
        </p:nvSpPr>
        <p:spPr>
          <a:xfrm>
            <a:off x="4895852" y="902185"/>
            <a:ext cx="4013457" cy="1093474"/>
          </a:xfrm>
        </p:spPr>
        <p:txBody>
          <a:bodyPr tIns="288000" bIns="36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Ipsum</a:t>
            </a:r>
          </a:p>
        </p:txBody>
      </p:sp>
      <p:sp>
        <p:nvSpPr>
          <p:cNvPr id="20" name="Slide Number Placeholder 5">
            <a:extLst>
              <a:ext uri="{FF2B5EF4-FFF2-40B4-BE49-F238E27FC236}">
                <a16:creationId xmlns:a16="http://schemas.microsoft.com/office/drawing/2014/main" id="{D894610B-88A9-354D-ACA4-AE55F45D019F}"/>
              </a:ext>
            </a:extLst>
          </p:cNvPr>
          <p:cNvSpPr>
            <a:spLocks noGrp="1"/>
          </p:cNvSpPr>
          <p:nvPr>
            <p:ph type="sldNum" sz="quarter" idx="20"/>
          </p:nvPr>
        </p:nvSpPr>
        <p:spPr>
          <a:xfrm>
            <a:off x="6583363" y="4574073"/>
            <a:ext cx="2057400" cy="273844"/>
          </a:xfrm>
        </p:spPr>
        <p:txBody>
          <a:bodyPr rIns="0"/>
          <a:lstStyle/>
          <a:p>
            <a:fld id="{B099420A-AB6D-9F48-90BA-0FEF9014BA36}" type="slidenum">
              <a:rPr lang="en-US" smtClean="0"/>
              <a:pPr/>
              <a:t>‹#›</a:t>
            </a:fld>
            <a:endParaRPr lang="en-US" dirty="0"/>
          </a:p>
        </p:txBody>
      </p:sp>
      <p:sp>
        <p:nvSpPr>
          <p:cNvPr id="21" name="Rectangle 20">
            <a:extLst>
              <a:ext uri="{FF2B5EF4-FFF2-40B4-BE49-F238E27FC236}">
                <a16:creationId xmlns:a16="http://schemas.microsoft.com/office/drawing/2014/main" id="{DEA5AD26-558E-0D4B-8C90-149F0FCEC9C0}"/>
              </a:ext>
            </a:extLst>
          </p:cNvPr>
          <p:cNvSpPr/>
          <p:nvPr userDrawn="1"/>
        </p:nvSpPr>
        <p:spPr>
          <a:xfrm>
            <a:off x="2132080" y="2026317"/>
            <a:ext cx="2010121" cy="26204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2" name="Picture Placeholder 11">
            <a:extLst>
              <a:ext uri="{FF2B5EF4-FFF2-40B4-BE49-F238E27FC236}">
                <a16:creationId xmlns:a16="http://schemas.microsoft.com/office/drawing/2014/main" id="{9DC87A20-97D0-1949-9E9B-7EFBC4C51CA6}"/>
              </a:ext>
            </a:extLst>
          </p:cNvPr>
          <p:cNvSpPr>
            <a:spLocks noGrp="1"/>
          </p:cNvSpPr>
          <p:nvPr>
            <p:ph type="pic" sz="quarter" idx="21"/>
          </p:nvPr>
        </p:nvSpPr>
        <p:spPr>
          <a:xfrm>
            <a:off x="2119058" y="1788319"/>
            <a:ext cx="1424383" cy="3199318"/>
          </a:xfrm>
          <a:solidFill>
            <a:schemeClr val="bg1"/>
          </a:solidFill>
        </p:spPr>
        <p:txBody>
          <a:bodyPr/>
          <a:lstStyle>
            <a:lvl1pPr marL="0" indent="0">
              <a:buNone/>
              <a:defRPr>
                <a:noFill/>
              </a:defRPr>
            </a:lvl1pPr>
          </a:lstStyle>
          <a:p>
            <a:r>
              <a:rPr lang="en-GB" dirty="0"/>
              <a:t>Click icon to add picture</a:t>
            </a:r>
            <a:endParaRPr lang="en-US" dirty="0"/>
          </a:p>
        </p:txBody>
      </p:sp>
      <p:sp>
        <p:nvSpPr>
          <p:cNvPr id="23" name="Subtitle 2">
            <a:extLst>
              <a:ext uri="{FF2B5EF4-FFF2-40B4-BE49-F238E27FC236}">
                <a16:creationId xmlns:a16="http://schemas.microsoft.com/office/drawing/2014/main" id="{9AF056C2-CDB2-8D46-938E-0934A99A2860}"/>
              </a:ext>
            </a:extLst>
          </p:cNvPr>
          <p:cNvSpPr>
            <a:spLocks noGrp="1"/>
          </p:cNvSpPr>
          <p:nvPr>
            <p:ph type="subTitle" idx="1" hasCustomPrompt="1"/>
          </p:nvPr>
        </p:nvSpPr>
        <p:spPr>
          <a:xfrm>
            <a:off x="3068524" y="2275285"/>
            <a:ext cx="3454341" cy="2009291"/>
          </a:xfrm>
        </p:spPr>
        <p:txBody>
          <a:bodyPr lIns="251999" tIns="216000" rIns="251999" bIns="216000">
            <a:noAutofit/>
          </a:bodyPr>
          <a:lstStyle>
            <a:lvl1pPr marL="0" indent="0" algn="l">
              <a:lnSpc>
                <a:spcPct val="100000"/>
              </a:lnSpc>
              <a:buNone/>
              <a:defRPr sz="1125" b="0" i="0">
                <a:solidFill>
                  <a:schemeClr val="tx1"/>
                </a:solidFill>
                <a:latin typeface="Palatino Linotype" panose="02040502050505030304" pitchFamily="18"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endParaRPr lang="en-US" dirty="0"/>
          </a:p>
        </p:txBody>
      </p:sp>
      <p:sp>
        <p:nvSpPr>
          <p:cNvPr id="18" name="Picture Placeholder 11">
            <a:extLst>
              <a:ext uri="{FF2B5EF4-FFF2-40B4-BE49-F238E27FC236}">
                <a16:creationId xmlns:a16="http://schemas.microsoft.com/office/drawing/2014/main" id="{00DDA5B3-6C13-7048-B86B-535B9B5BD684}"/>
              </a:ext>
            </a:extLst>
          </p:cNvPr>
          <p:cNvSpPr>
            <a:spLocks noGrp="1"/>
          </p:cNvSpPr>
          <p:nvPr>
            <p:ph type="pic" sz="quarter" idx="16"/>
          </p:nvPr>
        </p:nvSpPr>
        <p:spPr>
          <a:xfrm>
            <a:off x="1887143" y="1572817"/>
            <a:ext cx="1424383" cy="215503"/>
          </a:xfrm>
          <a:solidFill>
            <a:schemeClr val="tx2"/>
          </a:solidFill>
        </p:spPr>
        <p:txBody>
          <a:bodyPr/>
          <a:lstStyle>
            <a:lvl1pPr marL="0" indent="0">
              <a:buNone/>
              <a:defRPr>
                <a:noFill/>
              </a:defRPr>
            </a:lvl1pPr>
          </a:lstStyle>
          <a:p>
            <a:r>
              <a:rPr lang="en-GB" dirty="0"/>
              <a:t>Click icon to add picture</a:t>
            </a:r>
            <a:endParaRPr lang="en-US" dirty="0"/>
          </a:p>
        </p:txBody>
      </p:sp>
      <p:sp>
        <p:nvSpPr>
          <p:cNvPr id="19" name="Picture Placeholder 11">
            <a:extLst>
              <a:ext uri="{FF2B5EF4-FFF2-40B4-BE49-F238E27FC236}">
                <a16:creationId xmlns:a16="http://schemas.microsoft.com/office/drawing/2014/main" id="{B728D693-98B5-A146-BBAB-BF4F4E8A8FB4}"/>
              </a:ext>
            </a:extLst>
          </p:cNvPr>
          <p:cNvSpPr>
            <a:spLocks noGrp="1"/>
          </p:cNvSpPr>
          <p:nvPr>
            <p:ph type="pic" sz="quarter" idx="17" hasCustomPrompt="1"/>
          </p:nvPr>
        </p:nvSpPr>
        <p:spPr>
          <a:xfrm>
            <a:off x="1866647" y="1572818"/>
            <a:ext cx="257429" cy="2106215"/>
          </a:xfrm>
          <a:solidFill>
            <a:schemeClr val="tx2"/>
          </a:solidFill>
        </p:spPr>
        <p:txBody>
          <a:bodyPr/>
          <a:lstStyle>
            <a:lvl1pPr marL="0" indent="0">
              <a:buNone/>
              <a:defRPr>
                <a:noFill/>
              </a:defRPr>
            </a:lvl1pPr>
          </a:lstStyle>
          <a:p>
            <a:r>
              <a:rPr lang="en-US" dirty="0"/>
              <a:t> </a:t>
            </a:r>
          </a:p>
        </p:txBody>
      </p:sp>
    </p:spTree>
    <p:extLst>
      <p:ext uri="{BB962C8B-B14F-4D97-AF65-F5344CB8AC3E}">
        <p14:creationId xmlns:p14="http://schemas.microsoft.com/office/powerpoint/2010/main" val="2182940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Content">
    <p:spTree>
      <p:nvGrpSpPr>
        <p:cNvPr id="1" name=""/>
        <p:cNvGrpSpPr/>
        <p:nvPr/>
      </p:nvGrpSpPr>
      <p:grpSpPr>
        <a:xfrm>
          <a:off x="0" y="0"/>
          <a:ext cx="0" cy="0"/>
          <a:chOff x="0" y="0"/>
          <a:chExt cx="0" cy="0"/>
        </a:xfrm>
      </p:grpSpPr>
      <p:pic>
        <p:nvPicPr>
          <p:cNvPr id="39" name="Picture Placeholder 19">
            <a:extLst>
              <a:ext uri="{FF2B5EF4-FFF2-40B4-BE49-F238E27FC236}">
                <a16:creationId xmlns:a16="http://schemas.microsoft.com/office/drawing/2014/main" id="{A6603A1D-4226-FF43-B495-F0755A8B99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9028" r="19028"/>
          <a:stretch>
            <a:fillRect/>
          </a:stretch>
        </p:blipFill>
        <p:spPr>
          <a:xfrm>
            <a:off x="-37273" y="0"/>
            <a:ext cx="4248149" cy="5143500"/>
          </a:xfrm>
          <a:prstGeom prst="rect">
            <a:avLst/>
          </a:prstGeom>
        </p:spPr>
      </p:pic>
      <p:pic>
        <p:nvPicPr>
          <p:cNvPr id="12" name="Picture 11">
            <a:extLst>
              <a:ext uri="{FF2B5EF4-FFF2-40B4-BE49-F238E27FC236}">
                <a16:creationId xmlns:a16="http://schemas.microsoft.com/office/drawing/2014/main" id="{A549F99C-8478-B54C-A2E3-A06A28857491}"/>
              </a:ext>
            </a:extLst>
          </p:cNvPr>
          <p:cNvPicPr>
            <a:picLocks noChangeAspect="1"/>
          </p:cNvPicPr>
          <p:nvPr userDrawn="1"/>
        </p:nvPicPr>
        <p:blipFill>
          <a:blip r:embed="rId3"/>
          <a:stretch>
            <a:fillRect/>
          </a:stretch>
        </p:blipFill>
        <p:spPr>
          <a:xfrm>
            <a:off x="7127875" y="195263"/>
            <a:ext cx="1765300" cy="438150"/>
          </a:xfrm>
          <a:prstGeom prst="rect">
            <a:avLst/>
          </a:prstGeom>
        </p:spPr>
      </p:pic>
      <p:sp>
        <p:nvSpPr>
          <p:cNvPr id="24" name="Picture Placeholder 10">
            <a:extLst>
              <a:ext uri="{FF2B5EF4-FFF2-40B4-BE49-F238E27FC236}">
                <a16:creationId xmlns:a16="http://schemas.microsoft.com/office/drawing/2014/main" id="{1E2EC0DF-7213-124D-B743-E7CE511836C1}"/>
              </a:ext>
            </a:extLst>
          </p:cNvPr>
          <p:cNvSpPr>
            <a:spLocks noGrp="1"/>
          </p:cNvSpPr>
          <p:nvPr>
            <p:ph type="pic" sz="quarter" idx="14"/>
          </p:nvPr>
        </p:nvSpPr>
        <p:spPr>
          <a:xfrm>
            <a:off x="-37273" y="0"/>
            <a:ext cx="4248149" cy="5143500"/>
          </a:xfrm>
          <a:solidFill>
            <a:schemeClr val="bg2"/>
          </a:solidFill>
        </p:spPr>
        <p:txBody>
          <a:bodyPr/>
          <a:lstStyle>
            <a:lvl1pPr marL="0" indent="0">
              <a:buNone/>
              <a:defRPr>
                <a:latin typeface="Century Gothic" panose="020B0502020202020204" pitchFamily="34" charset="0"/>
              </a:defRPr>
            </a:lvl1pPr>
          </a:lstStyle>
          <a:p>
            <a:r>
              <a:rPr lang="en-GB" dirty="0"/>
              <a:t>Click icon to add picture</a:t>
            </a:r>
            <a:endParaRPr lang="en-US" dirty="0"/>
          </a:p>
        </p:txBody>
      </p:sp>
      <p:sp>
        <p:nvSpPr>
          <p:cNvPr id="29" name="Picture Placeholder 4">
            <a:extLst>
              <a:ext uri="{FF2B5EF4-FFF2-40B4-BE49-F238E27FC236}">
                <a16:creationId xmlns:a16="http://schemas.microsoft.com/office/drawing/2014/main" id="{B00FE97F-999E-AF43-AABB-B3793D1BF7F6}"/>
              </a:ext>
            </a:extLst>
          </p:cNvPr>
          <p:cNvSpPr>
            <a:spLocks noGrp="1"/>
          </p:cNvSpPr>
          <p:nvPr>
            <p:ph type="pic" sz="quarter" idx="21"/>
          </p:nvPr>
        </p:nvSpPr>
        <p:spPr>
          <a:xfrm>
            <a:off x="3059121" y="711451"/>
            <a:ext cx="1152519" cy="4432051"/>
          </a:xfrm>
          <a:solidFill>
            <a:schemeClr val="bg1"/>
          </a:solidFill>
        </p:spPr>
        <p:txBody>
          <a:bodyPr/>
          <a:lstStyle>
            <a:lvl1pPr marL="0" indent="0">
              <a:buNone/>
              <a:defRPr>
                <a:noFill/>
              </a:defRPr>
            </a:lvl1pPr>
          </a:lstStyle>
          <a:p>
            <a:endParaRPr lang="en-US" dirty="0"/>
          </a:p>
        </p:txBody>
      </p:sp>
      <p:sp>
        <p:nvSpPr>
          <p:cNvPr id="32" name="Title 1">
            <a:extLst>
              <a:ext uri="{FF2B5EF4-FFF2-40B4-BE49-F238E27FC236}">
                <a16:creationId xmlns:a16="http://schemas.microsoft.com/office/drawing/2014/main" id="{D5BB0517-8831-F142-B72C-BDD1643E36FF}"/>
              </a:ext>
            </a:extLst>
          </p:cNvPr>
          <p:cNvSpPr>
            <a:spLocks noGrp="1"/>
          </p:cNvSpPr>
          <p:nvPr>
            <p:ph type="ctrTitle" hasCustomPrompt="1"/>
          </p:nvPr>
        </p:nvSpPr>
        <p:spPr>
          <a:xfrm>
            <a:off x="3925973" y="1103625"/>
            <a:ext cx="4780219" cy="966789"/>
          </a:xfrm>
          <a:prstGeom prst="rect">
            <a:avLst/>
          </a:prstGeom>
          <a:noFill/>
        </p:spPr>
        <p:txBody>
          <a:bodyPr lIns="251999" tIns="180000" rIns="251999" bIns="180000"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33" name="Subtitle 2">
            <a:extLst>
              <a:ext uri="{FF2B5EF4-FFF2-40B4-BE49-F238E27FC236}">
                <a16:creationId xmlns:a16="http://schemas.microsoft.com/office/drawing/2014/main" id="{871DDA4C-B425-FA4A-B35A-C41675051CF6}"/>
              </a:ext>
            </a:extLst>
          </p:cNvPr>
          <p:cNvSpPr>
            <a:spLocks noGrp="1"/>
          </p:cNvSpPr>
          <p:nvPr>
            <p:ph type="subTitle" idx="1" hasCustomPrompt="1"/>
          </p:nvPr>
        </p:nvSpPr>
        <p:spPr>
          <a:xfrm>
            <a:off x="3959225" y="2279739"/>
            <a:ext cx="4477315" cy="2009291"/>
          </a:xfrm>
        </p:spPr>
        <p:txBody>
          <a:bodyPr lIns="251999" tIns="216000" rIns="251999" bIns="216000">
            <a:noAutofit/>
          </a:bodyPr>
          <a:lstStyle>
            <a:lvl1pPr marL="192881" marR="0" indent="-192881" algn="l" defTabSz="514350" rtl="0" eaLnBrk="1" fontAlgn="auto" latinLnBrk="0" hangingPunct="1">
              <a:lnSpc>
                <a:spcPct val="100000"/>
              </a:lnSpc>
              <a:spcBef>
                <a:spcPts val="563"/>
              </a:spcBef>
              <a:spcAft>
                <a:spcPts val="0"/>
              </a:spcAft>
              <a:buClrTx/>
              <a:buSzTx/>
              <a:buFont typeface="+mj-lt"/>
              <a:buAutoNum type="arabicPeriod"/>
              <a:tabLst/>
              <a:defRPr sz="1013" b="0" i="0">
                <a:solidFill>
                  <a:schemeClr val="tx1"/>
                </a:solidFill>
                <a:latin typeface="Century Gothic" panose="020B0502020202020204" pitchFamily="34" charset="0"/>
                <a:ea typeface="Palatino" pitchFamily="2" charset="77"/>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a:p>
            <a:r>
              <a:rPr lang="en-GB" dirty="0"/>
              <a:t>Nam </a:t>
            </a:r>
            <a:r>
              <a:rPr lang="en-GB" dirty="0" err="1"/>
              <a:t>sed</a:t>
            </a:r>
            <a:r>
              <a:rPr lang="en-GB" dirty="0"/>
              <a:t> </a:t>
            </a:r>
            <a:r>
              <a:rPr lang="en-GB" dirty="0" err="1"/>
              <a:t>sollicitudin</a:t>
            </a:r>
            <a:r>
              <a:rPr lang="en-GB" dirty="0"/>
              <a:t> ipsum. </a:t>
            </a: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a:p>
            <a:pPr marL="192881" marR="0" lvl="0" indent="-192881" algn="l" defTabSz="514350" rtl="0" eaLnBrk="1" fontAlgn="auto" latinLnBrk="0" hangingPunct="1">
              <a:lnSpc>
                <a:spcPct val="100000"/>
              </a:lnSpc>
              <a:spcBef>
                <a:spcPts val="563"/>
              </a:spcBef>
              <a:spcAft>
                <a:spcPts val="0"/>
              </a:spcAft>
              <a:buClrTx/>
              <a:buSzTx/>
              <a:buFont typeface="+mj-lt"/>
              <a:buAutoNum type="arabicPeriod"/>
              <a:tabLst/>
              <a:defRPr/>
            </a:pPr>
            <a:r>
              <a:rPr lang="en-GB" dirty="0" err="1"/>
              <a:t>Donec</a:t>
            </a:r>
            <a:r>
              <a:rPr lang="en-GB" dirty="0"/>
              <a:t> </a:t>
            </a:r>
            <a:r>
              <a:rPr lang="en-GB" dirty="0" err="1"/>
              <a:t>egestas</a:t>
            </a:r>
            <a:r>
              <a:rPr lang="en-GB" dirty="0"/>
              <a:t> </a:t>
            </a:r>
            <a:r>
              <a:rPr lang="en-GB" dirty="0" err="1"/>
              <a:t>eros</a:t>
            </a:r>
            <a:r>
              <a:rPr lang="en-GB" dirty="0"/>
              <a:t> non </a:t>
            </a:r>
            <a:r>
              <a:rPr lang="en-GB" dirty="0" err="1"/>
              <a:t>orci</a:t>
            </a:r>
            <a:r>
              <a:rPr lang="en-GB" dirty="0"/>
              <a:t> </a:t>
            </a:r>
            <a:r>
              <a:rPr lang="en-GB" dirty="0" err="1"/>
              <a:t>varius</a:t>
            </a:r>
            <a:r>
              <a:rPr lang="en-GB" dirty="0"/>
              <a:t> </a:t>
            </a:r>
            <a:r>
              <a:rPr lang="en-GB" dirty="0" err="1"/>
              <a:t>auctor</a:t>
            </a:r>
            <a:r>
              <a:rPr lang="en-GB" dirty="0"/>
              <a:t>. </a:t>
            </a:r>
          </a:p>
        </p:txBody>
      </p:sp>
      <p:sp>
        <p:nvSpPr>
          <p:cNvPr id="34" name="Text Placeholder 12">
            <a:extLst>
              <a:ext uri="{FF2B5EF4-FFF2-40B4-BE49-F238E27FC236}">
                <a16:creationId xmlns:a16="http://schemas.microsoft.com/office/drawing/2014/main" id="{F9B5F74A-61F5-1349-BC7D-D8F3503E1DA7}"/>
              </a:ext>
            </a:extLst>
          </p:cNvPr>
          <p:cNvSpPr>
            <a:spLocks noGrp="1"/>
          </p:cNvSpPr>
          <p:nvPr>
            <p:ph type="body" sz="quarter" idx="15" hasCustomPrompt="1"/>
          </p:nvPr>
        </p:nvSpPr>
        <p:spPr>
          <a:xfrm>
            <a:off x="4634144" y="1579461"/>
            <a:ext cx="4780219" cy="1093474"/>
          </a:xfrm>
        </p:spPr>
        <p:txBody>
          <a:bodyPr tIns="288000" bIns="36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 </a:t>
            </a:r>
            <a:r>
              <a:rPr lang="en-US" dirty="0" err="1"/>
              <a:t>amet</a:t>
            </a:r>
            <a:endParaRPr lang="en-US" dirty="0"/>
          </a:p>
        </p:txBody>
      </p:sp>
      <p:sp>
        <p:nvSpPr>
          <p:cNvPr id="35" name="Picture Placeholder 11">
            <a:extLst>
              <a:ext uri="{FF2B5EF4-FFF2-40B4-BE49-F238E27FC236}">
                <a16:creationId xmlns:a16="http://schemas.microsoft.com/office/drawing/2014/main" id="{FEE0CD1B-F063-4E45-A5DD-6E9D7071F365}"/>
              </a:ext>
            </a:extLst>
          </p:cNvPr>
          <p:cNvSpPr>
            <a:spLocks noGrp="1"/>
          </p:cNvSpPr>
          <p:nvPr>
            <p:ph type="pic" sz="quarter" idx="16"/>
          </p:nvPr>
        </p:nvSpPr>
        <p:spPr>
          <a:xfrm>
            <a:off x="3059121" y="711450"/>
            <a:ext cx="1151756" cy="192743"/>
          </a:xfrm>
          <a:solidFill>
            <a:schemeClr val="tx2"/>
          </a:solidFill>
        </p:spPr>
        <p:txBody>
          <a:bodyPr/>
          <a:lstStyle>
            <a:lvl1pPr marL="0" indent="0">
              <a:buNone/>
              <a:defRPr>
                <a:noFill/>
              </a:defRPr>
            </a:lvl1pPr>
          </a:lstStyle>
          <a:p>
            <a:r>
              <a:rPr lang="en-GB" dirty="0"/>
              <a:t>Click icon to add picture</a:t>
            </a:r>
            <a:endParaRPr lang="en-US" dirty="0"/>
          </a:p>
        </p:txBody>
      </p:sp>
      <p:sp>
        <p:nvSpPr>
          <p:cNvPr id="36" name="Picture Placeholder 11">
            <a:extLst>
              <a:ext uri="{FF2B5EF4-FFF2-40B4-BE49-F238E27FC236}">
                <a16:creationId xmlns:a16="http://schemas.microsoft.com/office/drawing/2014/main" id="{EFE73D9B-8442-B24B-88A4-7A752D6C5F7C}"/>
              </a:ext>
            </a:extLst>
          </p:cNvPr>
          <p:cNvSpPr>
            <a:spLocks noGrp="1"/>
          </p:cNvSpPr>
          <p:nvPr>
            <p:ph type="pic" sz="quarter" idx="17" hasCustomPrompt="1"/>
          </p:nvPr>
        </p:nvSpPr>
        <p:spPr>
          <a:xfrm>
            <a:off x="3059121" y="711451"/>
            <a:ext cx="252404" cy="1358963"/>
          </a:xfrm>
          <a:solidFill>
            <a:schemeClr val="tx2"/>
          </a:solidFill>
        </p:spPr>
        <p:txBody>
          <a:bodyPr/>
          <a:lstStyle>
            <a:lvl1pPr marL="0" indent="0">
              <a:buNone/>
              <a:defRPr>
                <a:noFill/>
              </a:defRPr>
            </a:lvl1pPr>
          </a:lstStyle>
          <a:p>
            <a:r>
              <a:rPr lang="en-US" dirty="0"/>
              <a:t> </a:t>
            </a:r>
          </a:p>
        </p:txBody>
      </p:sp>
      <p:sp>
        <p:nvSpPr>
          <p:cNvPr id="37" name="Slide Number Placeholder 5">
            <a:extLst>
              <a:ext uri="{FF2B5EF4-FFF2-40B4-BE49-F238E27FC236}">
                <a16:creationId xmlns:a16="http://schemas.microsoft.com/office/drawing/2014/main" id="{358C2A88-7D2A-4146-B153-D761FB7112E7}"/>
              </a:ext>
            </a:extLst>
          </p:cNvPr>
          <p:cNvSpPr>
            <a:spLocks noGrp="1"/>
          </p:cNvSpPr>
          <p:nvPr>
            <p:ph type="sldNum" sz="quarter" idx="20"/>
          </p:nvPr>
        </p:nvSpPr>
        <p:spPr>
          <a:xfrm>
            <a:off x="6583363" y="4574073"/>
            <a:ext cx="2057400" cy="273844"/>
          </a:xfrm>
        </p:spPr>
        <p:txBody>
          <a:bodyPr rIns="0"/>
          <a:lstStyle/>
          <a:p>
            <a:fld id="{B099420A-AB6D-9F48-90BA-0FEF9014BA36}" type="slidenum">
              <a:rPr lang="en-US" smtClean="0"/>
              <a:pPr/>
              <a:t>‹#›</a:t>
            </a:fld>
            <a:endParaRPr lang="en-US" dirty="0"/>
          </a:p>
        </p:txBody>
      </p:sp>
    </p:spTree>
    <p:extLst>
      <p:ext uri="{BB962C8B-B14F-4D97-AF65-F5344CB8AC3E}">
        <p14:creationId xmlns:p14="http://schemas.microsoft.com/office/powerpoint/2010/main" val="31032003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Content">
    <p:spTree>
      <p:nvGrpSpPr>
        <p:cNvPr id="1" name=""/>
        <p:cNvGrpSpPr/>
        <p:nvPr/>
      </p:nvGrpSpPr>
      <p:grpSpPr>
        <a:xfrm>
          <a:off x="0" y="0"/>
          <a:ext cx="0" cy="0"/>
          <a:chOff x="0" y="0"/>
          <a:chExt cx="0" cy="0"/>
        </a:xfrm>
      </p:grpSpPr>
      <p:sp>
        <p:nvSpPr>
          <p:cNvPr id="20" name="Picture Placeholder 11">
            <a:extLst>
              <a:ext uri="{FF2B5EF4-FFF2-40B4-BE49-F238E27FC236}">
                <a16:creationId xmlns:a16="http://schemas.microsoft.com/office/drawing/2014/main" id="{0DB20C45-5D1A-FC4B-AE84-C71C1F16EFA0}"/>
              </a:ext>
            </a:extLst>
          </p:cNvPr>
          <p:cNvSpPr>
            <a:spLocks noGrp="1"/>
          </p:cNvSpPr>
          <p:nvPr>
            <p:ph type="pic" sz="quarter" idx="28" hasCustomPrompt="1"/>
          </p:nvPr>
        </p:nvSpPr>
        <p:spPr>
          <a:xfrm>
            <a:off x="4613857" y="1399784"/>
            <a:ext cx="4530144" cy="2914521"/>
          </a:xfrm>
          <a:solidFill>
            <a:srgbClr val="F5F5F5"/>
          </a:solidFill>
        </p:spPr>
        <p:txBody>
          <a:bodyPr/>
          <a:lstStyle>
            <a:lvl1pPr marL="0" indent="0">
              <a:buNone/>
              <a:defRPr>
                <a:noFill/>
              </a:defRPr>
            </a:lvl1pPr>
          </a:lstStyle>
          <a:p>
            <a:r>
              <a:rPr lang="en-US" dirty="0"/>
              <a:t>         </a:t>
            </a:r>
          </a:p>
        </p:txBody>
      </p:sp>
      <p:sp>
        <p:nvSpPr>
          <p:cNvPr id="21" name="Picture Placeholder 3">
            <a:extLst>
              <a:ext uri="{FF2B5EF4-FFF2-40B4-BE49-F238E27FC236}">
                <a16:creationId xmlns:a16="http://schemas.microsoft.com/office/drawing/2014/main" id="{6654C166-7A5B-DF4A-9651-189FB2C7DAFE}"/>
              </a:ext>
            </a:extLst>
          </p:cNvPr>
          <p:cNvSpPr>
            <a:spLocks noGrp="1"/>
          </p:cNvSpPr>
          <p:nvPr>
            <p:ph type="pic" sz="quarter" idx="19"/>
          </p:nvPr>
        </p:nvSpPr>
        <p:spPr>
          <a:xfrm>
            <a:off x="2" y="1572816"/>
            <a:ext cx="5148263" cy="3570684"/>
          </a:xfrm>
          <a:solidFill>
            <a:schemeClr val="bg2"/>
          </a:solidFill>
        </p:spPr>
        <p:txBody>
          <a:bodyPr/>
          <a:lstStyle>
            <a:lvl1pPr marL="0" indent="0">
              <a:buNone/>
              <a:defRPr>
                <a:noFill/>
              </a:defRPr>
            </a:lvl1pPr>
          </a:lstStyle>
          <a:p>
            <a:r>
              <a:rPr lang="en-GB" dirty="0"/>
              <a:t>Click icon to add picture</a:t>
            </a:r>
            <a:endParaRPr lang="en-US" dirty="0"/>
          </a:p>
        </p:txBody>
      </p:sp>
      <p:sp>
        <p:nvSpPr>
          <p:cNvPr id="22" name="Title 1">
            <a:extLst>
              <a:ext uri="{FF2B5EF4-FFF2-40B4-BE49-F238E27FC236}">
                <a16:creationId xmlns:a16="http://schemas.microsoft.com/office/drawing/2014/main" id="{3C8CAF0C-5F3C-7040-A440-9651B2905A69}"/>
              </a:ext>
            </a:extLst>
          </p:cNvPr>
          <p:cNvSpPr>
            <a:spLocks noGrp="1"/>
          </p:cNvSpPr>
          <p:nvPr>
            <p:ph type="ctrTitle" hasCustomPrompt="1"/>
          </p:nvPr>
        </p:nvSpPr>
        <p:spPr>
          <a:xfrm>
            <a:off x="-35626" y="904916"/>
            <a:ext cx="2669060" cy="657617"/>
          </a:xfrm>
          <a:prstGeom prst="rect">
            <a:avLst/>
          </a:prstGeom>
          <a:noFill/>
        </p:spPr>
        <p:txBody>
          <a:bodyPr lIns="503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a:t>
            </a:r>
            <a:endParaRPr lang="en-US" dirty="0"/>
          </a:p>
        </p:txBody>
      </p:sp>
      <p:sp>
        <p:nvSpPr>
          <p:cNvPr id="23" name="Text Placeholder 9">
            <a:extLst>
              <a:ext uri="{FF2B5EF4-FFF2-40B4-BE49-F238E27FC236}">
                <a16:creationId xmlns:a16="http://schemas.microsoft.com/office/drawing/2014/main" id="{64CE9D67-B195-0F4A-9319-10CCBA01EBC7}"/>
              </a:ext>
            </a:extLst>
          </p:cNvPr>
          <p:cNvSpPr>
            <a:spLocks noGrp="1"/>
          </p:cNvSpPr>
          <p:nvPr>
            <p:ph type="body" sz="quarter" idx="21" hasCustomPrompt="1"/>
          </p:nvPr>
        </p:nvSpPr>
        <p:spPr>
          <a:xfrm>
            <a:off x="5838414" y="1590285"/>
            <a:ext cx="3053815" cy="481965"/>
          </a:xfrm>
        </p:spPr>
        <p:txBody>
          <a:bodyPr anchor="b">
            <a:noAutofit/>
          </a:bodyPr>
          <a:lstStyle>
            <a:lvl1pPr marL="0" indent="0">
              <a:buNone/>
              <a:defRPr sz="1013" b="1" strike="noStrike">
                <a:solidFill>
                  <a:schemeClr val="tx1"/>
                </a:solidFill>
                <a:latin typeface="Century Gothic" panose="020B0502020202020204" pitchFamily="34" charset="0"/>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endParaRPr lang="en-US" dirty="0"/>
          </a:p>
        </p:txBody>
      </p:sp>
      <p:sp>
        <p:nvSpPr>
          <p:cNvPr id="25" name="Text Placeholder 3">
            <a:extLst>
              <a:ext uri="{FF2B5EF4-FFF2-40B4-BE49-F238E27FC236}">
                <a16:creationId xmlns:a16="http://schemas.microsoft.com/office/drawing/2014/main" id="{14A0DA03-9B92-C243-88E4-68E2EA716572}"/>
              </a:ext>
            </a:extLst>
          </p:cNvPr>
          <p:cNvSpPr>
            <a:spLocks noGrp="1"/>
          </p:cNvSpPr>
          <p:nvPr>
            <p:ph type="body" sz="quarter" idx="26" hasCustomPrompt="1"/>
          </p:nvPr>
        </p:nvSpPr>
        <p:spPr>
          <a:xfrm>
            <a:off x="5832476" y="1831268"/>
            <a:ext cx="3053815" cy="2900993"/>
          </a:xfrm>
        </p:spPr>
        <p:txBody>
          <a:bodyPr numCol="1" spcCol="252000">
            <a:noAutofit/>
          </a:bodyPr>
          <a:lstStyle>
            <a:lvl1pPr marL="160735" marR="0" indent="-160735" algn="l" defTabSz="514350" rtl="0" eaLnBrk="1" fontAlgn="auto" latinLnBrk="0" hangingPunct="1">
              <a:lnSpc>
                <a:spcPct val="100000"/>
              </a:lnSpc>
              <a:spcBef>
                <a:spcPts val="563"/>
              </a:spcBef>
              <a:spcAft>
                <a:spcPts val="0"/>
              </a:spcAft>
              <a:buClrTx/>
              <a:buSzTx/>
              <a:buFont typeface="Arial" panose="020B0604020202020204" pitchFamily="34" charset="0"/>
              <a:buChar char="•"/>
              <a:tabLst/>
              <a:defRPr sz="1013">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pPr lvl="0"/>
            <a:r>
              <a:rPr lang="en-US" dirty="0"/>
              <a:t>Nam sed </a:t>
            </a:r>
            <a:r>
              <a:rPr lang="en-US" dirty="0" err="1"/>
              <a:t>sollicitudin</a:t>
            </a:r>
            <a:r>
              <a:rPr lang="en-US" dirty="0"/>
              <a:t> ipsum</a:t>
            </a:r>
          </a:p>
          <a:p>
            <a:pPr lvl="0"/>
            <a:r>
              <a:rPr lang="en-US" dirty="0" err="1"/>
              <a:t>Donec</a:t>
            </a:r>
            <a:r>
              <a:rPr lang="en-US" dirty="0"/>
              <a:t> </a:t>
            </a:r>
            <a:r>
              <a:rPr lang="en-US" dirty="0" err="1"/>
              <a:t>egestas</a:t>
            </a:r>
            <a:r>
              <a:rPr lang="en-US" dirty="0"/>
              <a:t> </a:t>
            </a:r>
            <a:r>
              <a:rPr lang="en-US" dirty="0" err="1"/>
              <a:t>eros</a:t>
            </a:r>
            <a:r>
              <a:rPr lang="en-US" dirty="0"/>
              <a:t> non </a:t>
            </a:r>
          </a:p>
          <a:p>
            <a:pPr lvl="0"/>
            <a:r>
              <a:rPr lang="en-US" dirty="0" err="1"/>
              <a:t>Orci</a:t>
            </a:r>
            <a:r>
              <a:rPr lang="en-US" dirty="0"/>
              <a:t> </a:t>
            </a:r>
            <a:r>
              <a:rPr lang="en-US" dirty="0" err="1"/>
              <a:t>varius</a:t>
            </a:r>
            <a:r>
              <a:rPr lang="en-US" dirty="0"/>
              <a:t> </a:t>
            </a:r>
            <a:r>
              <a:rPr lang="en-US" dirty="0" err="1"/>
              <a:t>auctor</a:t>
            </a:r>
            <a:endParaRPr lang="en-US" dirty="0"/>
          </a:p>
          <a:p>
            <a:pPr lvl="0"/>
            <a:r>
              <a:rPr lang="en-US" dirty="0" err="1"/>
              <a:t>Mauris</a:t>
            </a:r>
            <a:r>
              <a:rPr lang="en-US" dirty="0"/>
              <a:t> vestibulum </a:t>
            </a:r>
          </a:p>
          <a:p>
            <a:pPr lvl="0"/>
            <a:r>
              <a:rPr lang="en-US" dirty="0" err="1"/>
              <a:t>Aliquam</a:t>
            </a:r>
            <a:r>
              <a:rPr lang="en-US" dirty="0"/>
              <a:t> </a:t>
            </a:r>
            <a:r>
              <a:rPr lang="en-US" dirty="0" err="1"/>
              <a:t>risus</a:t>
            </a:r>
            <a:endParaRPr lang="en-US" dirty="0"/>
          </a:p>
        </p:txBody>
      </p:sp>
      <p:sp>
        <p:nvSpPr>
          <p:cNvPr id="26" name="Text Placeholder 12">
            <a:extLst>
              <a:ext uri="{FF2B5EF4-FFF2-40B4-BE49-F238E27FC236}">
                <a16:creationId xmlns:a16="http://schemas.microsoft.com/office/drawing/2014/main" id="{FCA28000-3C6C-D246-B7CF-2BA56B2B7187}"/>
              </a:ext>
            </a:extLst>
          </p:cNvPr>
          <p:cNvSpPr>
            <a:spLocks noGrp="1"/>
          </p:cNvSpPr>
          <p:nvPr>
            <p:ph type="body" sz="quarter" idx="15" hasCustomPrompt="1"/>
          </p:nvPr>
        </p:nvSpPr>
        <p:spPr>
          <a:xfrm>
            <a:off x="1144733" y="1405248"/>
            <a:ext cx="2008563" cy="675086"/>
          </a:xfrm>
          <a:solidFill>
            <a:schemeClr val="bg1"/>
          </a:solidFill>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cs typeface="Palatino Linotype" panose="02040502050505030304" pitchFamily="18" charset="0"/>
              </a:defRPr>
            </a:lvl1pPr>
          </a:lstStyle>
          <a:p>
            <a:pPr lvl="0"/>
            <a:r>
              <a:rPr lang="en-US" dirty="0"/>
              <a:t>ipsum</a:t>
            </a:r>
          </a:p>
        </p:txBody>
      </p:sp>
      <p:sp>
        <p:nvSpPr>
          <p:cNvPr id="27" name="Picture Placeholder 11">
            <a:extLst>
              <a:ext uri="{FF2B5EF4-FFF2-40B4-BE49-F238E27FC236}">
                <a16:creationId xmlns:a16="http://schemas.microsoft.com/office/drawing/2014/main" id="{5B71CA9E-52D7-3645-A74D-30329379198E}"/>
              </a:ext>
            </a:extLst>
          </p:cNvPr>
          <p:cNvSpPr>
            <a:spLocks noGrp="1"/>
          </p:cNvSpPr>
          <p:nvPr>
            <p:ph type="pic" sz="quarter" idx="24"/>
          </p:nvPr>
        </p:nvSpPr>
        <p:spPr>
          <a:xfrm>
            <a:off x="3959225" y="1347028"/>
            <a:ext cx="1427128" cy="225788"/>
          </a:xfrm>
          <a:solidFill>
            <a:schemeClr val="tx2"/>
          </a:solidFill>
        </p:spPr>
        <p:txBody>
          <a:bodyPr/>
          <a:lstStyle>
            <a:lvl1pPr marL="0" indent="0">
              <a:buNone/>
              <a:defRPr>
                <a:noFill/>
              </a:defRPr>
            </a:lvl1pPr>
          </a:lstStyle>
          <a:p>
            <a:r>
              <a:rPr lang="en-GB" dirty="0"/>
              <a:t>Click icon to add picture</a:t>
            </a:r>
            <a:endParaRPr lang="en-US" dirty="0"/>
          </a:p>
        </p:txBody>
      </p:sp>
      <p:sp>
        <p:nvSpPr>
          <p:cNvPr id="28" name="Picture Placeholder 11">
            <a:extLst>
              <a:ext uri="{FF2B5EF4-FFF2-40B4-BE49-F238E27FC236}">
                <a16:creationId xmlns:a16="http://schemas.microsoft.com/office/drawing/2014/main" id="{F93174B6-FC44-CC4F-8434-EAB3A37EB7D3}"/>
              </a:ext>
            </a:extLst>
          </p:cNvPr>
          <p:cNvSpPr>
            <a:spLocks noGrp="1"/>
          </p:cNvSpPr>
          <p:nvPr>
            <p:ph type="pic" sz="quarter" idx="16" hasCustomPrompt="1"/>
          </p:nvPr>
        </p:nvSpPr>
        <p:spPr>
          <a:xfrm>
            <a:off x="5148264" y="1347030"/>
            <a:ext cx="252413" cy="1116375"/>
          </a:xfrm>
          <a:solidFill>
            <a:schemeClr val="tx2"/>
          </a:solidFill>
        </p:spPr>
        <p:txBody>
          <a:bodyPr/>
          <a:lstStyle>
            <a:lvl1pPr marL="0" indent="0">
              <a:buNone/>
              <a:defRPr>
                <a:noFill/>
              </a:defRPr>
            </a:lvl1pPr>
          </a:lstStyle>
          <a:p>
            <a:r>
              <a:rPr lang="en-US" dirty="0"/>
              <a:t> </a:t>
            </a:r>
          </a:p>
        </p:txBody>
      </p:sp>
      <p:sp>
        <p:nvSpPr>
          <p:cNvPr id="30" name="Slide Number Placeholder 5">
            <a:extLst>
              <a:ext uri="{FF2B5EF4-FFF2-40B4-BE49-F238E27FC236}">
                <a16:creationId xmlns:a16="http://schemas.microsoft.com/office/drawing/2014/main" id="{A483B1B9-9BE3-254E-B4BD-13558F769DDF}"/>
              </a:ext>
            </a:extLst>
          </p:cNvPr>
          <p:cNvSpPr>
            <a:spLocks noGrp="1"/>
          </p:cNvSpPr>
          <p:nvPr>
            <p:ph type="sldNum" sz="quarter" idx="20"/>
          </p:nvPr>
        </p:nvSpPr>
        <p:spPr>
          <a:xfrm>
            <a:off x="6583363" y="4574073"/>
            <a:ext cx="2057400" cy="273844"/>
          </a:xfrm>
        </p:spPr>
        <p:txBody>
          <a:bodyPr rIns="0"/>
          <a:lstStyle/>
          <a:p>
            <a:fld id="{B099420A-AB6D-9F48-90BA-0FEF9014BA36}" type="slidenum">
              <a:rPr lang="en-US" smtClean="0"/>
              <a:pPr/>
              <a:t>‹#›</a:t>
            </a:fld>
            <a:endParaRPr lang="en-US" dirty="0"/>
          </a:p>
        </p:txBody>
      </p:sp>
      <p:pic>
        <p:nvPicPr>
          <p:cNvPr id="31" name="Picture 30">
            <a:extLst>
              <a:ext uri="{FF2B5EF4-FFF2-40B4-BE49-F238E27FC236}">
                <a16:creationId xmlns:a16="http://schemas.microsoft.com/office/drawing/2014/main" id="{D8081A64-B64A-6943-B590-8F6070D84E5A}"/>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2509331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EA22CF9-9C91-D947-86BE-5E0D2D6F23A1}"/>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39" name="Picture Placeholder 6">
            <a:extLst>
              <a:ext uri="{FF2B5EF4-FFF2-40B4-BE49-F238E27FC236}">
                <a16:creationId xmlns:a16="http://schemas.microsoft.com/office/drawing/2014/main" id="{E92B6718-F24A-B448-9A3F-8BB3DD5F420B}"/>
              </a:ext>
            </a:extLst>
          </p:cNvPr>
          <p:cNvSpPr>
            <a:spLocks noGrp="1"/>
          </p:cNvSpPr>
          <p:nvPr>
            <p:ph type="pic" sz="quarter" idx="18"/>
          </p:nvPr>
        </p:nvSpPr>
        <p:spPr>
          <a:xfrm>
            <a:off x="1" y="2463404"/>
            <a:ext cx="2476500" cy="1918097"/>
          </a:xfrm>
          <a:solidFill>
            <a:schemeClr val="bg2"/>
          </a:solidFill>
        </p:spPr>
        <p:txBody>
          <a:bodyPr/>
          <a:lstStyle>
            <a:lvl1pPr marL="0" indent="0">
              <a:buNone/>
              <a:defRPr/>
            </a:lvl1pPr>
          </a:lstStyle>
          <a:p>
            <a:r>
              <a:rPr lang="en-GB" dirty="0"/>
              <a:t>Click icon to add picture</a:t>
            </a:r>
            <a:endParaRPr lang="en-US" dirty="0"/>
          </a:p>
        </p:txBody>
      </p:sp>
      <p:sp>
        <p:nvSpPr>
          <p:cNvPr id="40" name="Picture Placeholder 6">
            <a:extLst>
              <a:ext uri="{FF2B5EF4-FFF2-40B4-BE49-F238E27FC236}">
                <a16:creationId xmlns:a16="http://schemas.microsoft.com/office/drawing/2014/main" id="{3F7EB9D9-4931-C54A-B414-477FAC95C984}"/>
              </a:ext>
            </a:extLst>
          </p:cNvPr>
          <p:cNvSpPr>
            <a:spLocks noGrp="1"/>
          </p:cNvSpPr>
          <p:nvPr>
            <p:ph type="pic" sz="quarter" idx="25"/>
          </p:nvPr>
        </p:nvSpPr>
        <p:spPr>
          <a:xfrm>
            <a:off x="2476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41" name="Picture Placeholder 6">
            <a:extLst>
              <a:ext uri="{FF2B5EF4-FFF2-40B4-BE49-F238E27FC236}">
                <a16:creationId xmlns:a16="http://schemas.microsoft.com/office/drawing/2014/main" id="{C810CE01-8E31-B046-9681-CFCEFA94DBE8}"/>
              </a:ext>
            </a:extLst>
          </p:cNvPr>
          <p:cNvSpPr>
            <a:spLocks noGrp="1"/>
          </p:cNvSpPr>
          <p:nvPr>
            <p:ph type="pic" sz="quarter" idx="26"/>
          </p:nvPr>
        </p:nvSpPr>
        <p:spPr>
          <a:xfrm>
            <a:off x="6667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42" name="Picture Placeholder 6">
            <a:extLst>
              <a:ext uri="{FF2B5EF4-FFF2-40B4-BE49-F238E27FC236}">
                <a16:creationId xmlns:a16="http://schemas.microsoft.com/office/drawing/2014/main" id="{2D72D917-0C75-1F42-BA4D-E34B0DDC64A0}"/>
              </a:ext>
            </a:extLst>
          </p:cNvPr>
          <p:cNvSpPr>
            <a:spLocks noGrp="1"/>
          </p:cNvSpPr>
          <p:nvPr>
            <p:ph type="pic" sz="quarter" idx="27"/>
          </p:nvPr>
        </p:nvSpPr>
        <p:spPr>
          <a:xfrm>
            <a:off x="4895851" y="1087042"/>
            <a:ext cx="3060700" cy="4056458"/>
          </a:xfrm>
          <a:solidFill>
            <a:schemeClr val="tx2"/>
          </a:solidFill>
        </p:spPr>
        <p:txBody>
          <a:bodyPr/>
          <a:lstStyle>
            <a:lvl1pPr marL="0" indent="0">
              <a:buNone/>
              <a:defRPr>
                <a:noFill/>
              </a:defRPr>
            </a:lvl1pPr>
          </a:lstStyle>
          <a:p>
            <a:r>
              <a:rPr lang="en-GB" dirty="0"/>
              <a:t>Click icon to add picture</a:t>
            </a:r>
            <a:endParaRPr lang="en-US" dirty="0"/>
          </a:p>
        </p:txBody>
      </p:sp>
      <p:sp>
        <p:nvSpPr>
          <p:cNvPr id="43" name="Title 1">
            <a:extLst>
              <a:ext uri="{FF2B5EF4-FFF2-40B4-BE49-F238E27FC236}">
                <a16:creationId xmlns:a16="http://schemas.microsoft.com/office/drawing/2014/main" id="{0410B5BD-C6C3-114A-84DF-0A1CF4E81E07}"/>
              </a:ext>
            </a:extLst>
          </p:cNvPr>
          <p:cNvSpPr>
            <a:spLocks noGrp="1"/>
          </p:cNvSpPr>
          <p:nvPr>
            <p:ph type="ctrTitle" hasCustomPrompt="1"/>
          </p:nvPr>
        </p:nvSpPr>
        <p:spPr>
          <a:xfrm>
            <a:off x="217369"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44" name="Text Placeholder 12">
            <a:extLst>
              <a:ext uri="{FF2B5EF4-FFF2-40B4-BE49-F238E27FC236}">
                <a16:creationId xmlns:a16="http://schemas.microsoft.com/office/drawing/2014/main" id="{F0237B58-E79A-CE46-B00A-B96873B37C90}"/>
              </a:ext>
            </a:extLst>
          </p:cNvPr>
          <p:cNvSpPr>
            <a:spLocks noGrp="1"/>
          </p:cNvSpPr>
          <p:nvPr>
            <p:ph type="body" sz="quarter" idx="15" hasCustomPrompt="1"/>
          </p:nvPr>
        </p:nvSpPr>
        <p:spPr>
          <a:xfrm>
            <a:off x="1128714" y="1375341"/>
            <a:ext cx="3826669" cy="999646"/>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45" name="Text Placeholder 5">
            <a:extLst>
              <a:ext uri="{FF2B5EF4-FFF2-40B4-BE49-F238E27FC236}">
                <a16:creationId xmlns:a16="http://schemas.microsoft.com/office/drawing/2014/main" id="{3374F799-CF35-904D-B75C-A87BEC4B2797}"/>
              </a:ext>
            </a:extLst>
          </p:cNvPr>
          <p:cNvSpPr>
            <a:spLocks noGrp="1"/>
          </p:cNvSpPr>
          <p:nvPr>
            <p:ph type="body" sz="quarter" idx="28" hasCustomPrompt="1"/>
          </p:nvPr>
        </p:nvSpPr>
        <p:spPr>
          <a:xfrm>
            <a:off x="5148262" y="1120251"/>
            <a:ext cx="2678907" cy="3914775"/>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volum</a:t>
            </a:r>
            <a:r>
              <a:rPr lang="en-US" dirty="0"/>
              <a:t> </a:t>
            </a:r>
            <a:r>
              <a:rPr lang="en-US" dirty="0" err="1"/>
              <a:t>accusum</a:t>
            </a:r>
            <a:r>
              <a:rPr lang="en-US" dirty="0"/>
              <a:t> </a:t>
            </a:r>
            <a:r>
              <a:rPr lang="en-US" dirty="0" err="1"/>
              <a:t>demque</a:t>
            </a:r>
            <a:r>
              <a:rPr lang="en-US" dirty="0"/>
              <a:t> </a:t>
            </a:r>
            <a:r>
              <a:rPr lang="en-US" dirty="0" err="1"/>
              <a:t>laudtium</a:t>
            </a:r>
            <a:r>
              <a:rPr lang="en-US" dirty="0"/>
              <a:t>, </a:t>
            </a:r>
            <a:r>
              <a:rPr lang="en-US" dirty="0" err="1"/>
              <a:t>toam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46" name="Slide Number Placeholder 5">
            <a:extLst>
              <a:ext uri="{FF2B5EF4-FFF2-40B4-BE49-F238E27FC236}">
                <a16:creationId xmlns:a16="http://schemas.microsoft.com/office/drawing/2014/main" id="{B6088186-E65B-0A44-9B48-33EA87FD11BC}"/>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Tree>
    <p:extLst>
      <p:ext uri="{BB962C8B-B14F-4D97-AF65-F5344CB8AC3E}">
        <p14:creationId xmlns:p14="http://schemas.microsoft.com/office/powerpoint/2010/main" val="3930730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Content">
    <p:spTree>
      <p:nvGrpSpPr>
        <p:cNvPr id="1" name=""/>
        <p:cNvGrpSpPr/>
        <p:nvPr/>
      </p:nvGrpSpPr>
      <p:grpSpPr>
        <a:xfrm>
          <a:off x="0" y="0"/>
          <a:ext cx="0" cy="0"/>
          <a:chOff x="0" y="0"/>
          <a:chExt cx="0" cy="0"/>
        </a:xfrm>
      </p:grpSpPr>
      <p:sp>
        <p:nvSpPr>
          <p:cNvPr id="12" name="Picture Placeholder 6">
            <a:extLst>
              <a:ext uri="{FF2B5EF4-FFF2-40B4-BE49-F238E27FC236}">
                <a16:creationId xmlns:a16="http://schemas.microsoft.com/office/drawing/2014/main" id="{9694FE34-68B1-564D-832F-F8CDB5AA31CD}"/>
              </a:ext>
            </a:extLst>
          </p:cNvPr>
          <p:cNvSpPr>
            <a:spLocks noGrp="1"/>
          </p:cNvSpPr>
          <p:nvPr>
            <p:ph type="pic" sz="quarter" idx="18"/>
          </p:nvPr>
        </p:nvSpPr>
        <p:spPr>
          <a:xfrm>
            <a:off x="-36511" y="0"/>
            <a:ext cx="4248149" cy="5143500"/>
          </a:xfrm>
          <a:solidFill>
            <a:schemeClr val="bg2"/>
          </a:solidFill>
        </p:spPr>
        <p:txBody>
          <a:bodyPr/>
          <a:lstStyle>
            <a:lvl1pPr marL="0" indent="0">
              <a:buNone/>
              <a:defRPr/>
            </a:lvl1pPr>
          </a:lstStyle>
          <a:p>
            <a:r>
              <a:rPr lang="en-GB" dirty="0"/>
              <a:t>Click icon to add picture</a:t>
            </a:r>
            <a:endParaRPr lang="en-US" dirty="0"/>
          </a:p>
        </p:txBody>
      </p:sp>
      <p:sp>
        <p:nvSpPr>
          <p:cNvPr id="19" name="Picture Placeholder 6">
            <a:extLst>
              <a:ext uri="{FF2B5EF4-FFF2-40B4-BE49-F238E27FC236}">
                <a16:creationId xmlns:a16="http://schemas.microsoft.com/office/drawing/2014/main" id="{15987EE7-B97E-FE4F-B074-261D98D6E619}"/>
              </a:ext>
            </a:extLst>
          </p:cNvPr>
          <p:cNvSpPr>
            <a:spLocks noGrp="1"/>
          </p:cNvSpPr>
          <p:nvPr>
            <p:ph type="pic" sz="quarter" idx="27"/>
          </p:nvPr>
        </p:nvSpPr>
        <p:spPr>
          <a:xfrm>
            <a:off x="947058" y="2768514"/>
            <a:ext cx="8196943" cy="1801106"/>
          </a:xfrm>
          <a:solidFill>
            <a:schemeClr val="tx2"/>
          </a:solidFill>
        </p:spPr>
        <p:txBody>
          <a:bodyPr/>
          <a:lstStyle>
            <a:lvl1pPr marL="0" indent="0">
              <a:buNone/>
              <a:defRPr>
                <a:noFill/>
              </a:defRPr>
            </a:lvl1pPr>
          </a:lstStyle>
          <a:p>
            <a:r>
              <a:rPr lang="en-GB" dirty="0"/>
              <a:t>Click icon to add picture</a:t>
            </a:r>
            <a:endParaRPr lang="en-US" dirty="0"/>
          </a:p>
        </p:txBody>
      </p:sp>
      <p:sp>
        <p:nvSpPr>
          <p:cNvPr id="20" name="Text Placeholder 5">
            <a:extLst>
              <a:ext uri="{FF2B5EF4-FFF2-40B4-BE49-F238E27FC236}">
                <a16:creationId xmlns:a16="http://schemas.microsoft.com/office/drawing/2014/main" id="{E18C611D-709E-D842-9A92-985AE90921C8}"/>
              </a:ext>
            </a:extLst>
          </p:cNvPr>
          <p:cNvSpPr>
            <a:spLocks noGrp="1"/>
          </p:cNvSpPr>
          <p:nvPr>
            <p:ph type="body" sz="quarter" idx="28" hasCustomPrompt="1"/>
          </p:nvPr>
        </p:nvSpPr>
        <p:spPr>
          <a:xfrm>
            <a:off x="1187451" y="2976564"/>
            <a:ext cx="7635525" cy="1044719"/>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volupam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21" name="Title 1">
            <a:extLst>
              <a:ext uri="{FF2B5EF4-FFF2-40B4-BE49-F238E27FC236}">
                <a16:creationId xmlns:a16="http://schemas.microsoft.com/office/drawing/2014/main" id="{0B51006E-B59F-B944-B680-618BA1A21702}"/>
              </a:ext>
            </a:extLst>
          </p:cNvPr>
          <p:cNvSpPr>
            <a:spLocks noGrp="1"/>
          </p:cNvSpPr>
          <p:nvPr>
            <p:ph type="ctrTitle" hasCustomPrompt="1"/>
          </p:nvPr>
        </p:nvSpPr>
        <p:spPr>
          <a:xfrm>
            <a:off x="4613190"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2" name="Text Placeholder 12">
            <a:extLst>
              <a:ext uri="{FF2B5EF4-FFF2-40B4-BE49-F238E27FC236}">
                <a16:creationId xmlns:a16="http://schemas.microsoft.com/office/drawing/2014/main" id="{D3232675-67DE-D441-8225-C4411B90ABF6}"/>
              </a:ext>
            </a:extLst>
          </p:cNvPr>
          <p:cNvSpPr>
            <a:spLocks noGrp="1"/>
          </p:cNvSpPr>
          <p:nvPr>
            <p:ph type="body" sz="quarter" idx="15" hasCustomPrompt="1"/>
          </p:nvPr>
        </p:nvSpPr>
        <p:spPr>
          <a:xfrm>
            <a:off x="5066792" y="1375341"/>
            <a:ext cx="3826669" cy="999646"/>
          </a:xfrm>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3" name="Slide Number Placeholder 5">
            <a:extLst>
              <a:ext uri="{FF2B5EF4-FFF2-40B4-BE49-F238E27FC236}">
                <a16:creationId xmlns:a16="http://schemas.microsoft.com/office/drawing/2014/main" id="{4AB0AA8D-1E97-9640-A9BA-D019530025B5}"/>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4" name="Picture 23">
            <a:extLst>
              <a:ext uri="{FF2B5EF4-FFF2-40B4-BE49-F238E27FC236}">
                <a16:creationId xmlns:a16="http://schemas.microsoft.com/office/drawing/2014/main" id="{3EA22CF9-9C91-D947-86BE-5E0D2D6F23A1}"/>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2005447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Content">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6677B0AA-CCF3-024C-B9D3-FFF4ED35BAD9}"/>
              </a:ext>
            </a:extLst>
          </p:cNvPr>
          <p:cNvSpPr>
            <a:spLocks noGrp="1"/>
          </p:cNvSpPr>
          <p:nvPr>
            <p:ph type="pic" sz="quarter" idx="19"/>
          </p:nvPr>
        </p:nvSpPr>
        <p:spPr>
          <a:xfrm>
            <a:off x="-36512" y="0"/>
            <a:ext cx="4248151" cy="5156442"/>
          </a:xfrm>
          <a:solidFill>
            <a:schemeClr val="bg2"/>
          </a:solidFill>
        </p:spPr>
        <p:txBody>
          <a:bodyPr/>
          <a:lstStyle/>
          <a:p>
            <a:r>
              <a:rPr lang="en-GB"/>
              <a:t>Click icon to add picture</a:t>
            </a:r>
            <a:endParaRPr lang="en-US"/>
          </a:p>
        </p:txBody>
      </p:sp>
      <p:sp>
        <p:nvSpPr>
          <p:cNvPr id="14" name="Picture Placeholder 11">
            <a:extLst>
              <a:ext uri="{FF2B5EF4-FFF2-40B4-BE49-F238E27FC236}">
                <a16:creationId xmlns:a16="http://schemas.microsoft.com/office/drawing/2014/main" id="{EE8E762D-B6D6-884A-B6D4-534C14B0551D}"/>
              </a:ext>
            </a:extLst>
          </p:cNvPr>
          <p:cNvSpPr>
            <a:spLocks noGrp="1"/>
          </p:cNvSpPr>
          <p:nvPr>
            <p:ph type="pic" sz="quarter" idx="25" hasCustomPrompt="1"/>
          </p:nvPr>
        </p:nvSpPr>
        <p:spPr>
          <a:xfrm>
            <a:off x="3311526" y="2271946"/>
            <a:ext cx="2567407" cy="2884496"/>
          </a:xfrm>
          <a:solidFill>
            <a:schemeClr val="bg1"/>
          </a:solidFill>
        </p:spPr>
        <p:txBody>
          <a:bodyPr/>
          <a:lstStyle>
            <a:lvl1pPr marL="0" indent="0">
              <a:buNone/>
              <a:defRPr>
                <a:noFill/>
              </a:defRPr>
            </a:lvl1pPr>
          </a:lstStyle>
          <a:p>
            <a:r>
              <a:rPr lang="en-US" dirty="0"/>
              <a:t>  </a:t>
            </a:r>
          </a:p>
        </p:txBody>
      </p:sp>
      <p:sp>
        <p:nvSpPr>
          <p:cNvPr id="15" name="Text Placeholder 9">
            <a:extLst>
              <a:ext uri="{FF2B5EF4-FFF2-40B4-BE49-F238E27FC236}">
                <a16:creationId xmlns:a16="http://schemas.microsoft.com/office/drawing/2014/main" id="{D62535FF-C987-2B4E-8EC0-F1D8A1CD2633}"/>
              </a:ext>
            </a:extLst>
          </p:cNvPr>
          <p:cNvSpPr>
            <a:spLocks noGrp="1"/>
          </p:cNvSpPr>
          <p:nvPr>
            <p:ph type="body" sz="quarter" idx="21" hasCustomPrompt="1"/>
          </p:nvPr>
        </p:nvSpPr>
        <p:spPr>
          <a:xfrm>
            <a:off x="3959226" y="2736290"/>
            <a:ext cx="3997325" cy="1645444"/>
          </a:xfrm>
        </p:spPr>
        <p:txBody>
          <a:bodyPr anchor="t">
            <a:noAutofit/>
          </a:bodyPr>
          <a:lstStyle>
            <a:lvl1pPr marL="0" indent="0">
              <a:lnSpc>
                <a:spcPct val="100000"/>
              </a:lnSpc>
              <a:buNone/>
              <a:defRPr sz="1575">
                <a:solidFill>
                  <a:schemeClr val="tx1"/>
                </a:solidFill>
                <a:latin typeface="Palatino Linotype" panose="02040502050505030304" pitchFamily="18" charset="0"/>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adipiscing</a:t>
            </a:r>
            <a:r>
              <a:rPr lang="en-US" dirty="0"/>
              <a:t> </a:t>
            </a:r>
            <a:r>
              <a:rPr lang="en-US" dirty="0" err="1"/>
              <a:t>etu</a:t>
            </a:r>
            <a:r>
              <a:rPr lang="en-US" dirty="0"/>
              <a:t> </a:t>
            </a:r>
            <a:r>
              <a:rPr lang="en-US" dirty="0" err="1"/>
              <a:t>consectetur</a:t>
            </a:r>
            <a:r>
              <a:rPr lang="en-US" dirty="0"/>
              <a:t> </a:t>
            </a:r>
            <a:r>
              <a:rPr lang="en-US" dirty="0" err="1"/>
              <a:t>elit</a:t>
            </a:r>
            <a:r>
              <a:rPr lang="en-US" dirty="0"/>
              <a:t> </a:t>
            </a:r>
            <a:r>
              <a:rPr lang="en-US" dirty="0" err="1"/>
              <a:t>nam</a:t>
            </a:r>
            <a:r>
              <a:rPr lang="en-US" dirty="0"/>
              <a:t> sed </a:t>
            </a:r>
            <a:r>
              <a:rPr lang="en-US" dirty="0" err="1"/>
              <a:t>sollicitudin</a:t>
            </a:r>
            <a:r>
              <a:rPr lang="en-US" dirty="0"/>
              <a:t> ipsum”</a:t>
            </a:r>
          </a:p>
        </p:txBody>
      </p:sp>
      <p:sp>
        <p:nvSpPr>
          <p:cNvPr id="16" name="Picture Placeholder 11">
            <a:extLst>
              <a:ext uri="{FF2B5EF4-FFF2-40B4-BE49-F238E27FC236}">
                <a16:creationId xmlns:a16="http://schemas.microsoft.com/office/drawing/2014/main" id="{6A4CC0C3-7E3E-1F40-BFB3-2E469BCEEE7F}"/>
              </a:ext>
            </a:extLst>
          </p:cNvPr>
          <p:cNvSpPr>
            <a:spLocks noGrp="1"/>
          </p:cNvSpPr>
          <p:nvPr>
            <p:ph type="pic" sz="quarter" idx="23" hasCustomPrompt="1"/>
          </p:nvPr>
        </p:nvSpPr>
        <p:spPr>
          <a:xfrm>
            <a:off x="3059114" y="2083828"/>
            <a:ext cx="1152525" cy="188118"/>
          </a:xfrm>
          <a:solidFill>
            <a:schemeClr val="tx2"/>
          </a:solidFill>
        </p:spPr>
        <p:txBody>
          <a:bodyPr/>
          <a:lstStyle>
            <a:lvl1pPr marL="0" indent="0">
              <a:buNone/>
              <a:defRPr>
                <a:noFill/>
              </a:defRPr>
            </a:lvl1pPr>
          </a:lstStyle>
          <a:p>
            <a:r>
              <a:rPr lang="en-GB" dirty="0"/>
              <a:t>Click icon to add </a:t>
            </a:r>
            <a:r>
              <a:rPr lang="en-GB" dirty="0" err="1"/>
              <a:t>picturev</a:t>
            </a:r>
            <a:endParaRPr lang="en-US" dirty="0"/>
          </a:p>
        </p:txBody>
      </p:sp>
      <p:sp>
        <p:nvSpPr>
          <p:cNvPr id="17" name="Picture Placeholder 11">
            <a:extLst>
              <a:ext uri="{FF2B5EF4-FFF2-40B4-BE49-F238E27FC236}">
                <a16:creationId xmlns:a16="http://schemas.microsoft.com/office/drawing/2014/main" id="{F4324BDA-1FE5-5D47-A1F0-2DF0F12FEDBF}"/>
              </a:ext>
            </a:extLst>
          </p:cNvPr>
          <p:cNvSpPr>
            <a:spLocks noGrp="1"/>
          </p:cNvSpPr>
          <p:nvPr>
            <p:ph type="pic" sz="quarter" idx="24" hasCustomPrompt="1"/>
          </p:nvPr>
        </p:nvSpPr>
        <p:spPr>
          <a:xfrm>
            <a:off x="3059115" y="2106412"/>
            <a:ext cx="252412" cy="1572620"/>
          </a:xfrm>
          <a:solidFill>
            <a:schemeClr val="tx2"/>
          </a:solidFill>
        </p:spPr>
        <p:txBody>
          <a:bodyPr/>
          <a:lstStyle>
            <a:lvl1pPr marL="0" indent="0">
              <a:buNone/>
              <a:defRPr>
                <a:noFill/>
              </a:defRPr>
            </a:lvl1pPr>
          </a:lstStyle>
          <a:p>
            <a:r>
              <a:rPr lang="en-US" dirty="0"/>
              <a:t> </a:t>
            </a:r>
          </a:p>
        </p:txBody>
      </p:sp>
      <p:sp>
        <p:nvSpPr>
          <p:cNvPr id="18" name="Title 1">
            <a:extLst>
              <a:ext uri="{FF2B5EF4-FFF2-40B4-BE49-F238E27FC236}">
                <a16:creationId xmlns:a16="http://schemas.microsoft.com/office/drawing/2014/main" id="{2E8E2992-7052-D54B-9DE7-317D502BD7D9}"/>
              </a:ext>
            </a:extLst>
          </p:cNvPr>
          <p:cNvSpPr>
            <a:spLocks noGrp="1"/>
          </p:cNvSpPr>
          <p:nvPr>
            <p:ph type="ctrTitle" hasCustomPrompt="1"/>
          </p:nvPr>
        </p:nvSpPr>
        <p:spPr>
          <a:xfrm>
            <a:off x="4613275"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5" name="Text Placeholder 12">
            <a:extLst>
              <a:ext uri="{FF2B5EF4-FFF2-40B4-BE49-F238E27FC236}">
                <a16:creationId xmlns:a16="http://schemas.microsoft.com/office/drawing/2014/main" id="{29C58135-0726-014E-847F-2C6101F3999F}"/>
              </a:ext>
            </a:extLst>
          </p:cNvPr>
          <p:cNvSpPr>
            <a:spLocks noGrp="1"/>
          </p:cNvSpPr>
          <p:nvPr>
            <p:ph type="body" sz="quarter" idx="15" hasCustomPrompt="1"/>
          </p:nvPr>
        </p:nvSpPr>
        <p:spPr>
          <a:xfrm>
            <a:off x="6063826" y="1375341"/>
            <a:ext cx="2833623" cy="999646"/>
          </a:xfrm>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6" name="Slide Number Placeholder 5">
            <a:extLst>
              <a:ext uri="{FF2B5EF4-FFF2-40B4-BE49-F238E27FC236}">
                <a16:creationId xmlns:a16="http://schemas.microsoft.com/office/drawing/2014/main" id="{82778931-07A2-F646-A751-8E894EE98308}"/>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7" name="Picture 26">
            <a:extLst>
              <a:ext uri="{FF2B5EF4-FFF2-40B4-BE49-F238E27FC236}">
                <a16:creationId xmlns:a16="http://schemas.microsoft.com/office/drawing/2014/main" id="{561CB852-1F71-FD4F-ACD6-2624A4797B46}"/>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986552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Conten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AFEBDCF7-4AFA-CA4A-9A4C-F467473C62A6}"/>
              </a:ext>
            </a:extLst>
          </p:cNvPr>
          <p:cNvSpPr>
            <a:spLocks noGrp="1"/>
          </p:cNvSpPr>
          <p:nvPr>
            <p:ph type="pic" sz="quarter" idx="18"/>
          </p:nvPr>
        </p:nvSpPr>
        <p:spPr>
          <a:xfrm>
            <a:off x="1" y="2463404"/>
            <a:ext cx="2476500" cy="1918097"/>
          </a:xfrm>
          <a:solidFill>
            <a:schemeClr val="bg2"/>
          </a:solidFill>
        </p:spPr>
        <p:txBody>
          <a:bodyPr/>
          <a:lstStyle>
            <a:lvl1pPr marL="0" indent="0">
              <a:buNone/>
              <a:defRPr/>
            </a:lvl1pPr>
          </a:lstStyle>
          <a:p>
            <a:r>
              <a:rPr lang="en-GB" dirty="0"/>
              <a:t>Click icon to add picture</a:t>
            </a:r>
            <a:endParaRPr lang="en-US" dirty="0"/>
          </a:p>
        </p:txBody>
      </p:sp>
      <p:sp>
        <p:nvSpPr>
          <p:cNvPr id="12" name="Picture Placeholder 6">
            <a:extLst>
              <a:ext uri="{FF2B5EF4-FFF2-40B4-BE49-F238E27FC236}">
                <a16:creationId xmlns:a16="http://schemas.microsoft.com/office/drawing/2014/main" id="{F694560C-4043-3449-9275-20B11BCFB3D5}"/>
              </a:ext>
            </a:extLst>
          </p:cNvPr>
          <p:cNvSpPr>
            <a:spLocks noGrp="1"/>
          </p:cNvSpPr>
          <p:nvPr>
            <p:ph type="pic" sz="quarter" idx="25"/>
          </p:nvPr>
        </p:nvSpPr>
        <p:spPr>
          <a:xfrm>
            <a:off x="2476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19" name="Picture Placeholder 6">
            <a:extLst>
              <a:ext uri="{FF2B5EF4-FFF2-40B4-BE49-F238E27FC236}">
                <a16:creationId xmlns:a16="http://schemas.microsoft.com/office/drawing/2014/main" id="{70839E54-C673-9E4E-8B0E-5E5A0FD2AC11}"/>
              </a:ext>
            </a:extLst>
          </p:cNvPr>
          <p:cNvSpPr>
            <a:spLocks noGrp="1"/>
          </p:cNvSpPr>
          <p:nvPr>
            <p:ph type="pic" sz="quarter" idx="26"/>
          </p:nvPr>
        </p:nvSpPr>
        <p:spPr>
          <a:xfrm>
            <a:off x="6667501" y="2463404"/>
            <a:ext cx="2476500" cy="1918097"/>
          </a:xfrm>
          <a:solidFill>
            <a:schemeClr val="bg2"/>
          </a:solidFill>
        </p:spPr>
        <p:txBody>
          <a:bodyPr/>
          <a:lstStyle>
            <a:lvl1pPr marL="0" indent="0">
              <a:buNone/>
              <a:defRPr/>
            </a:lvl1pPr>
          </a:lstStyle>
          <a:p>
            <a:r>
              <a:rPr lang="en-GB"/>
              <a:t>Click icon to add picture</a:t>
            </a:r>
            <a:endParaRPr lang="en-US" dirty="0"/>
          </a:p>
        </p:txBody>
      </p:sp>
      <p:sp>
        <p:nvSpPr>
          <p:cNvPr id="20" name="Picture Placeholder 6">
            <a:extLst>
              <a:ext uri="{FF2B5EF4-FFF2-40B4-BE49-F238E27FC236}">
                <a16:creationId xmlns:a16="http://schemas.microsoft.com/office/drawing/2014/main" id="{59DFF7F5-CAA7-E64C-9E33-1379D1E3CC06}"/>
              </a:ext>
            </a:extLst>
          </p:cNvPr>
          <p:cNvSpPr>
            <a:spLocks noGrp="1"/>
          </p:cNvSpPr>
          <p:nvPr>
            <p:ph type="pic" sz="quarter" idx="27"/>
          </p:nvPr>
        </p:nvSpPr>
        <p:spPr>
          <a:xfrm>
            <a:off x="4895851" y="1087042"/>
            <a:ext cx="3060700" cy="4056458"/>
          </a:xfrm>
          <a:solidFill>
            <a:schemeClr val="tx2"/>
          </a:solidFill>
        </p:spPr>
        <p:txBody>
          <a:bodyPr/>
          <a:lstStyle>
            <a:lvl1pPr marL="0" indent="0">
              <a:buNone/>
              <a:defRPr>
                <a:noFill/>
              </a:defRPr>
            </a:lvl1pPr>
          </a:lstStyle>
          <a:p>
            <a:r>
              <a:rPr lang="en-GB" dirty="0"/>
              <a:t>Click icon to add picture</a:t>
            </a:r>
            <a:endParaRPr lang="en-US" dirty="0"/>
          </a:p>
        </p:txBody>
      </p:sp>
      <p:sp>
        <p:nvSpPr>
          <p:cNvPr id="21" name="Title 1">
            <a:extLst>
              <a:ext uri="{FF2B5EF4-FFF2-40B4-BE49-F238E27FC236}">
                <a16:creationId xmlns:a16="http://schemas.microsoft.com/office/drawing/2014/main" id="{DA4F1660-0145-8D4E-BD51-0531F17FF32D}"/>
              </a:ext>
            </a:extLst>
          </p:cNvPr>
          <p:cNvSpPr>
            <a:spLocks noGrp="1"/>
          </p:cNvSpPr>
          <p:nvPr>
            <p:ph type="ctrTitle" hasCustomPrompt="1"/>
          </p:nvPr>
        </p:nvSpPr>
        <p:spPr>
          <a:xfrm>
            <a:off x="217369"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2" name="Text Placeholder 12">
            <a:extLst>
              <a:ext uri="{FF2B5EF4-FFF2-40B4-BE49-F238E27FC236}">
                <a16:creationId xmlns:a16="http://schemas.microsoft.com/office/drawing/2014/main" id="{84E0CF31-5A8A-E549-98C2-D9B5B66DE95E}"/>
              </a:ext>
            </a:extLst>
          </p:cNvPr>
          <p:cNvSpPr>
            <a:spLocks noGrp="1"/>
          </p:cNvSpPr>
          <p:nvPr>
            <p:ph type="body" sz="quarter" idx="15" hasCustomPrompt="1"/>
          </p:nvPr>
        </p:nvSpPr>
        <p:spPr>
          <a:xfrm>
            <a:off x="1128714" y="1375341"/>
            <a:ext cx="3826669" cy="999646"/>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3" name="Text Placeholder 5">
            <a:extLst>
              <a:ext uri="{FF2B5EF4-FFF2-40B4-BE49-F238E27FC236}">
                <a16:creationId xmlns:a16="http://schemas.microsoft.com/office/drawing/2014/main" id="{1BE0260D-C491-EF44-BCA6-82753A8581C3}"/>
              </a:ext>
            </a:extLst>
          </p:cNvPr>
          <p:cNvSpPr>
            <a:spLocks noGrp="1"/>
          </p:cNvSpPr>
          <p:nvPr>
            <p:ph type="body" sz="quarter" idx="28" hasCustomPrompt="1"/>
          </p:nvPr>
        </p:nvSpPr>
        <p:spPr>
          <a:xfrm>
            <a:off x="5148262" y="1120251"/>
            <a:ext cx="2678907" cy="3914775"/>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volum</a:t>
            </a:r>
            <a:r>
              <a:rPr lang="en-US" dirty="0"/>
              <a:t> </a:t>
            </a:r>
            <a:r>
              <a:rPr lang="en-US" dirty="0" err="1"/>
              <a:t>accusum</a:t>
            </a:r>
            <a:r>
              <a:rPr lang="en-US" dirty="0"/>
              <a:t> </a:t>
            </a:r>
            <a:r>
              <a:rPr lang="en-US" dirty="0" err="1"/>
              <a:t>demque</a:t>
            </a:r>
            <a:r>
              <a:rPr lang="en-US" dirty="0"/>
              <a:t> </a:t>
            </a:r>
            <a:r>
              <a:rPr lang="en-US" dirty="0" err="1"/>
              <a:t>laudtium</a:t>
            </a:r>
            <a:r>
              <a:rPr lang="en-US" dirty="0"/>
              <a:t>, </a:t>
            </a:r>
            <a:r>
              <a:rPr lang="en-US" dirty="0" err="1"/>
              <a:t>toam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24" name="Slide Number Placeholder 5">
            <a:extLst>
              <a:ext uri="{FF2B5EF4-FFF2-40B4-BE49-F238E27FC236}">
                <a16:creationId xmlns:a16="http://schemas.microsoft.com/office/drawing/2014/main" id="{397ECEBE-5993-DA4E-8B09-85CDB4983EAD}"/>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5" name="Picture 24">
            <a:extLst>
              <a:ext uri="{FF2B5EF4-FFF2-40B4-BE49-F238E27FC236}">
                <a16:creationId xmlns:a16="http://schemas.microsoft.com/office/drawing/2014/main" id="{82F21D89-63E9-AE48-AC79-8A1FD3C186D8}"/>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6796725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Content">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A0381FBC-D882-D948-BD37-2D0D1AD49A86}"/>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
        <p:nvSpPr>
          <p:cNvPr id="14" name="Picture Placeholder 6">
            <a:extLst>
              <a:ext uri="{FF2B5EF4-FFF2-40B4-BE49-F238E27FC236}">
                <a16:creationId xmlns:a16="http://schemas.microsoft.com/office/drawing/2014/main" id="{DEC99DC7-EBBE-9441-8150-DAF59315CE7E}"/>
              </a:ext>
            </a:extLst>
          </p:cNvPr>
          <p:cNvSpPr>
            <a:spLocks noGrp="1"/>
          </p:cNvSpPr>
          <p:nvPr>
            <p:ph type="pic" sz="quarter" idx="18"/>
          </p:nvPr>
        </p:nvSpPr>
        <p:spPr>
          <a:xfrm>
            <a:off x="-36511" y="0"/>
            <a:ext cx="4248149" cy="5143500"/>
          </a:xfrm>
          <a:solidFill>
            <a:schemeClr val="bg2"/>
          </a:solidFill>
        </p:spPr>
        <p:txBody>
          <a:bodyPr/>
          <a:lstStyle>
            <a:lvl1pPr marL="0" indent="0">
              <a:buNone/>
              <a:defRPr/>
            </a:lvl1pPr>
          </a:lstStyle>
          <a:p>
            <a:r>
              <a:rPr lang="en-GB" dirty="0"/>
              <a:t>Click icon to add picture</a:t>
            </a:r>
            <a:endParaRPr lang="en-US" dirty="0"/>
          </a:p>
        </p:txBody>
      </p:sp>
      <p:sp>
        <p:nvSpPr>
          <p:cNvPr id="15" name="Picture Placeholder 6">
            <a:extLst>
              <a:ext uri="{FF2B5EF4-FFF2-40B4-BE49-F238E27FC236}">
                <a16:creationId xmlns:a16="http://schemas.microsoft.com/office/drawing/2014/main" id="{41297FCF-E0B2-E84D-8653-7303E8E54AD9}"/>
              </a:ext>
            </a:extLst>
          </p:cNvPr>
          <p:cNvSpPr>
            <a:spLocks noGrp="1"/>
          </p:cNvSpPr>
          <p:nvPr>
            <p:ph type="pic" sz="quarter" idx="27"/>
          </p:nvPr>
        </p:nvSpPr>
        <p:spPr>
          <a:xfrm>
            <a:off x="947058" y="2768514"/>
            <a:ext cx="8196943" cy="1801106"/>
          </a:xfrm>
          <a:solidFill>
            <a:schemeClr val="tx2"/>
          </a:solidFill>
        </p:spPr>
        <p:txBody>
          <a:bodyPr/>
          <a:lstStyle>
            <a:lvl1pPr marL="0" indent="0">
              <a:buNone/>
              <a:defRPr>
                <a:noFill/>
              </a:defRPr>
            </a:lvl1pPr>
          </a:lstStyle>
          <a:p>
            <a:r>
              <a:rPr lang="en-GB" dirty="0"/>
              <a:t>Click icon to add picture</a:t>
            </a:r>
            <a:endParaRPr lang="en-US" dirty="0"/>
          </a:p>
        </p:txBody>
      </p:sp>
      <p:sp>
        <p:nvSpPr>
          <p:cNvPr id="16" name="Text Placeholder 5">
            <a:extLst>
              <a:ext uri="{FF2B5EF4-FFF2-40B4-BE49-F238E27FC236}">
                <a16:creationId xmlns:a16="http://schemas.microsoft.com/office/drawing/2014/main" id="{3495CD57-2DF1-7E4A-8069-FB00B0CE2974}"/>
              </a:ext>
            </a:extLst>
          </p:cNvPr>
          <p:cNvSpPr>
            <a:spLocks noGrp="1"/>
          </p:cNvSpPr>
          <p:nvPr>
            <p:ph type="body" sz="quarter" idx="28" hasCustomPrompt="1"/>
          </p:nvPr>
        </p:nvSpPr>
        <p:spPr>
          <a:xfrm>
            <a:off x="1187451" y="2976564"/>
            <a:ext cx="7635525" cy="1044719"/>
          </a:xfrm>
        </p:spPr>
        <p:txBody>
          <a:bodyPr>
            <a:noAutofit/>
          </a:bodyPr>
          <a:lstStyle>
            <a:lvl1pPr marL="0" indent="0">
              <a:lnSpc>
                <a:spcPct val="100000"/>
              </a:lnSpc>
              <a:spcBef>
                <a:spcPts val="0"/>
              </a:spcBef>
              <a:buNone/>
              <a:defRPr sz="1575">
                <a:solidFill>
                  <a:schemeClr val="bg1"/>
                </a:solidFill>
                <a:latin typeface="Palatino Linotype" panose="02040502050505030304" pitchFamily="18" charset="0"/>
                <a:ea typeface="Palatino" pitchFamily="2" charset="77"/>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volupam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p>
          <a:p>
            <a:pPr lvl="0"/>
            <a:endParaRPr lang="en-US" dirty="0"/>
          </a:p>
        </p:txBody>
      </p:sp>
      <p:sp>
        <p:nvSpPr>
          <p:cNvPr id="17" name="Title 1">
            <a:extLst>
              <a:ext uri="{FF2B5EF4-FFF2-40B4-BE49-F238E27FC236}">
                <a16:creationId xmlns:a16="http://schemas.microsoft.com/office/drawing/2014/main" id="{59FDB52D-8E29-0249-B773-560B5931FA71}"/>
              </a:ext>
            </a:extLst>
          </p:cNvPr>
          <p:cNvSpPr>
            <a:spLocks noGrp="1"/>
          </p:cNvSpPr>
          <p:nvPr>
            <p:ph type="ctrTitle" hasCustomPrompt="1"/>
          </p:nvPr>
        </p:nvSpPr>
        <p:spPr>
          <a:xfrm>
            <a:off x="4613190"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18" name="Text Placeholder 12">
            <a:extLst>
              <a:ext uri="{FF2B5EF4-FFF2-40B4-BE49-F238E27FC236}">
                <a16:creationId xmlns:a16="http://schemas.microsoft.com/office/drawing/2014/main" id="{600B3BF8-0DB3-2146-81EE-AE9E422BBDDB}"/>
              </a:ext>
            </a:extLst>
          </p:cNvPr>
          <p:cNvSpPr>
            <a:spLocks noGrp="1"/>
          </p:cNvSpPr>
          <p:nvPr>
            <p:ph type="body" sz="quarter" idx="15" hasCustomPrompt="1"/>
          </p:nvPr>
        </p:nvSpPr>
        <p:spPr>
          <a:xfrm>
            <a:off x="5066792" y="1375341"/>
            <a:ext cx="3826669" cy="999646"/>
          </a:xfrm>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pic>
        <p:nvPicPr>
          <p:cNvPr id="19" name="Picture 18">
            <a:extLst>
              <a:ext uri="{FF2B5EF4-FFF2-40B4-BE49-F238E27FC236}">
                <a16:creationId xmlns:a16="http://schemas.microsoft.com/office/drawing/2014/main" id="{918D4C5F-2BFF-3247-A0AE-C7D20AF8FBD2}"/>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1060663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ontent">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3D641A95-58A0-DC41-959A-79450F96EB44}"/>
              </a:ext>
            </a:extLst>
          </p:cNvPr>
          <p:cNvSpPr>
            <a:spLocks noGrp="1"/>
          </p:cNvSpPr>
          <p:nvPr>
            <p:ph type="pic" sz="quarter" idx="19"/>
          </p:nvPr>
        </p:nvSpPr>
        <p:spPr>
          <a:xfrm>
            <a:off x="-36512" y="1"/>
            <a:ext cx="4248151" cy="5156442"/>
          </a:xfrm>
          <a:solidFill>
            <a:schemeClr val="bg2"/>
          </a:solidFill>
        </p:spPr>
        <p:txBody>
          <a:bodyPr/>
          <a:lstStyle/>
          <a:p>
            <a:r>
              <a:rPr lang="en-GB"/>
              <a:t>Click icon to add picture</a:t>
            </a:r>
            <a:endParaRPr lang="en-US"/>
          </a:p>
        </p:txBody>
      </p:sp>
      <p:sp>
        <p:nvSpPr>
          <p:cNvPr id="22" name="Picture Placeholder 11">
            <a:extLst>
              <a:ext uri="{FF2B5EF4-FFF2-40B4-BE49-F238E27FC236}">
                <a16:creationId xmlns:a16="http://schemas.microsoft.com/office/drawing/2014/main" id="{30AE4442-7354-974C-8850-22D92FBBC7E1}"/>
              </a:ext>
            </a:extLst>
          </p:cNvPr>
          <p:cNvSpPr>
            <a:spLocks noGrp="1"/>
          </p:cNvSpPr>
          <p:nvPr>
            <p:ph type="pic" sz="quarter" idx="25" hasCustomPrompt="1"/>
          </p:nvPr>
        </p:nvSpPr>
        <p:spPr>
          <a:xfrm>
            <a:off x="3311526" y="2275286"/>
            <a:ext cx="2520951" cy="2881157"/>
          </a:xfrm>
          <a:solidFill>
            <a:schemeClr val="bg1"/>
          </a:solidFill>
        </p:spPr>
        <p:txBody>
          <a:bodyPr/>
          <a:lstStyle>
            <a:lvl1pPr marL="0" indent="0">
              <a:buNone/>
              <a:defRPr>
                <a:noFill/>
              </a:defRPr>
            </a:lvl1pPr>
          </a:lstStyle>
          <a:p>
            <a:r>
              <a:rPr lang="en-US" dirty="0"/>
              <a:t>  </a:t>
            </a:r>
          </a:p>
        </p:txBody>
      </p:sp>
      <p:sp>
        <p:nvSpPr>
          <p:cNvPr id="23" name="Picture Placeholder 11">
            <a:extLst>
              <a:ext uri="{FF2B5EF4-FFF2-40B4-BE49-F238E27FC236}">
                <a16:creationId xmlns:a16="http://schemas.microsoft.com/office/drawing/2014/main" id="{2636BB9C-1670-DC43-BB64-C1FD82AFEC76}"/>
              </a:ext>
            </a:extLst>
          </p:cNvPr>
          <p:cNvSpPr>
            <a:spLocks noGrp="1"/>
          </p:cNvSpPr>
          <p:nvPr>
            <p:ph type="pic" sz="quarter" idx="23" hasCustomPrompt="1"/>
          </p:nvPr>
        </p:nvSpPr>
        <p:spPr>
          <a:xfrm>
            <a:off x="3059114" y="2087167"/>
            <a:ext cx="1152525" cy="188119"/>
          </a:xfrm>
          <a:solidFill>
            <a:schemeClr val="tx2"/>
          </a:solidFill>
        </p:spPr>
        <p:txBody>
          <a:bodyPr/>
          <a:lstStyle>
            <a:lvl1pPr marL="0" indent="0">
              <a:buNone/>
              <a:defRPr>
                <a:noFill/>
              </a:defRPr>
            </a:lvl1pPr>
          </a:lstStyle>
          <a:p>
            <a:r>
              <a:rPr lang="en-GB" dirty="0"/>
              <a:t>Click icon to add </a:t>
            </a:r>
            <a:r>
              <a:rPr lang="en-GB" dirty="0" err="1"/>
              <a:t>picturev</a:t>
            </a:r>
            <a:endParaRPr lang="en-US" dirty="0"/>
          </a:p>
        </p:txBody>
      </p:sp>
      <p:sp>
        <p:nvSpPr>
          <p:cNvPr id="24" name="Picture Placeholder 11">
            <a:extLst>
              <a:ext uri="{FF2B5EF4-FFF2-40B4-BE49-F238E27FC236}">
                <a16:creationId xmlns:a16="http://schemas.microsoft.com/office/drawing/2014/main" id="{DA58E075-17D1-1945-AC79-87B627EAE52A}"/>
              </a:ext>
            </a:extLst>
          </p:cNvPr>
          <p:cNvSpPr>
            <a:spLocks noGrp="1"/>
          </p:cNvSpPr>
          <p:nvPr>
            <p:ph type="pic" sz="quarter" idx="24" hasCustomPrompt="1"/>
          </p:nvPr>
        </p:nvSpPr>
        <p:spPr>
          <a:xfrm>
            <a:off x="3059114" y="2106412"/>
            <a:ext cx="252412" cy="1572620"/>
          </a:xfrm>
          <a:solidFill>
            <a:schemeClr val="tx2"/>
          </a:solidFill>
        </p:spPr>
        <p:txBody>
          <a:bodyPr/>
          <a:lstStyle>
            <a:lvl1pPr marL="0" indent="0">
              <a:buNone/>
              <a:defRPr>
                <a:noFill/>
              </a:defRPr>
            </a:lvl1pPr>
          </a:lstStyle>
          <a:p>
            <a:r>
              <a:rPr lang="en-US" dirty="0"/>
              <a:t> </a:t>
            </a:r>
          </a:p>
        </p:txBody>
      </p:sp>
      <p:sp>
        <p:nvSpPr>
          <p:cNvPr id="25" name="Text Placeholder 9">
            <a:extLst>
              <a:ext uri="{FF2B5EF4-FFF2-40B4-BE49-F238E27FC236}">
                <a16:creationId xmlns:a16="http://schemas.microsoft.com/office/drawing/2014/main" id="{4B722FE1-F40A-CD48-BCCA-4EDB403D3F27}"/>
              </a:ext>
            </a:extLst>
          </p:cNvPr>
          <p:cNvSpPr>
            <a:spLocks noGrp="1"/>
          </p:cNvSpPr>
          <p:nvPr>
            <p:ph type="body" sz="quarter" idx="21" hasCustomPrompt="1"/>
          </p:nvPr>
        </p:nvSpPr>
        <p:spPr>
          <a:xfrm>
            <a:off x="3959226" y="2281964"/>
            <a:ext cx="4019551" cy="1645444"/>
          </a:xfrm>
        </p:spPr>
        <p:txBody>
          <a:bodyPr anchor="t">
            <a:noAutofit/>
          </a:bodyPr>
          <a:lstStyle>
            <a:lvl1pPr marL="0" indent="0">
              <a:lnSpc>
                <a:spcPct val="100000"/>
              </a:lnSpc>
              <a:buNone/>
              <a:defRPr sz="1575">
                <a:solidFill>
                  <a:schemeClr val="tx1"/>
                </a:solidFill>
                <a:latin typeface="Palatino Linotype" panose="02040502050505030304" pitchFamily="18" charset="0"/>
                <a:ea typeface="Palatino" pitchFamily="2" charset="77"/>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adipiscing</a:t>
            </a:r>
            <a:r>
              <a:rPr lang="en-US" dirty="0"/>
              <a:t> </a:t>
            </a:r>
            <a:r>
              <a:rPr lang="en-US" dirty="0" err="1"/>
              <a:t>etu</a:t>
            </a:r>
            <a:r>
              <a:rPr lang="en-US" dirty="0"/>
              <a:t> </a:t>
            </a:r>
            <a:r>
              <a:rPr lang="en-US" dirty="0" err="1"/>
              <a:t>consectetur</a:t>
            </a:r>
            <a:r>
              <a:rPr lang="en-US" dirty="0"/>
              <a:t> </a:t>
            </a:r>
            <a:r>
              <a:rPr lang="en-US" dirty="0" err="1"/>
              <a:t>elit</a:t>
            </a:r>
            <a:r>
              <a:rPr lang="en-US" dirty="0"/>
              <a:t> </a:t>
            </a:r>
            <a:r>
              <a:rPr lang="en-US" dirty="0" err="1"/>
              <a:t>nam</a:t>
            </a:r>
            <a:r>
              <a:rPr lang="en-US" dirty="0"/>
              <a:t> sed </a:t>
            </a:r>
            <a:r>
              <a:rPr lang="en-US" dirty="0" err="1"/>
              <a:t>sollicitudin</a:t>
            </a:r>
            <a:r>
              <a:rPr lang="en-US" dirty="0"/>
              <a:t> ipsum”</a:t>
            </a:r>
          </a:p>
        </p:txBody>
      </p:sp>
      <p:sp>
        <p:nvSpPr>
          <p:cNvPr id="26" name="Title 1">
            <a:extLst>
              <a:ext uri="{FF2B5EF4-FFF2-40B4-BE49-F238E27FC236}">
                <a16:creationId xmlns:a16="http://schemas.microsoft.com/office/drawing/2014/main" id="{563F4F2F-5CFC-A04B-9815-FD2ABA05EF54}"/>
              </a:ext>
            </a:extLst>
          </p:cNvPr>
          <p:cNvSpPr>
            <a:spLocks noGrp="1"/>
          </p:cNvSpPr>
          <p:nvPr>
            <p:ph type="ctrTitle" hasCustomPrompt="1"/>
          </p:nvPr>
        </p:nvSpPr>
        <p:spPr>
          <a:xfrm>
            <a:off x="4613275"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7" name="Text Placeholder 12">
            <a:extLst>
              <a:ext uri="{FF2B5EF4-FFF2-40B4-BE49-F238E27FC236}">
                <a16:creationId xmlns:a16="http://schemas.microsoft.com/office/drawing/2014/main" id="{1B34F4C9-6D97-E24C-ADDA-A77CE6C81901}"/>
              </a:ext>
            </a:extLst>
          </p:cNvPr>
          <p:cNvSpPr>
            <a:spLocks noGrp="1"/>
          </p:cNvSpPr>
          <p:nvPr>
            <p:ph type="body" sz="quarter" idx="15" hasCustomPrompt="1"/>
          </p:nvPr>
        </p:nvSpPr>
        <p:spPr>
          <a:xfrm>
            <a:off x="4895851" y="1375341"/>
            <a:ext cx="4001597" cy="999646"/>
          </a:xfrm>
        </p:spPr>
        <p:txBody>
          <a:bodyPr tIns="288000">
            <a:noAutofit/>
          </a:bodyPr>
          <a:lstStyle>
            <a:lvl1pPr marL="0" indent="0" algn="l">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8" name="Slide Number Placeholder 5">
            <a:extLst>
              <a:ext uri="{FF2B5EF4-FFF2-40B4-BE49-F238E27FC236}">
                <a16:creationId xmlns:a16="http://schemas.microsoft.com/office/drawing/2014/main" id="{C4A61996-2719-4545-90A3-350A5C2F4701}"/>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9" name="Picture 28">
            <a:extLst>
              <a:ext uri="{FF2B5EF4-FFF2-40B4-BE49-F238E27FC236}">
                <a16:creationId xmlns:a16="http://schemas.microsoft.com/office/drawing/2014/main" id="{88343EB1-6AB4-B840-A5A4-327D10934C06}"/>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949545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Content">
    <p:spTree>
      <p:nvGrpSpPr>
        <p:cNvPr id="1" name=""/>
        <p:cNvGrpSpPr/>
        <p:nvPr/>
      </p:nvGrpSpPr>
      <p:grpSpPr>
        <a:xfrm>
          <a:off x="0" y="0"/>
          <a:ext cx="0" cy="0"/>
          <a:chOff x="0" y="0"/>
          <a:chExt cx="0" cy="0"/>
        </a:xfrm>
      </p:grpSpPr>
      <p:sp>
        <p:nvSpPr>
          <p:cNvPr id="13" name="Picture Placeholder 6">
            <a:extLst>
              <a:ext uri="{FF2B5EF4-FFF2-40B4-BE49-F238E27FC236}">
                <a16:creationId xmlns:a16="http://schemas.microsoft.com/office/drawing/2014/main" id="{8EE9BD45-0D99-A442-9C05-BD532108CFFB}"/>
              </a:ext>
            </a:extLst>
          </p:cNvPr>
          <p:cNvSpPr>
            <a:spLocks noGrp="1"/>
          </p:cNvSpPr>
          <p:nvPr>
            <p:ph type="pic" sz="quarter" idx="18"/>
          </p:nvPr>
        </p:nvSpPr>
        <p:spPr>
          <a:xfrm>
            <a:off x="-794" y="1"/>
            <a:ext cx="2376487" cy="3165872"/>
          </a:xfrm>
          <a:solidFill>
            <a:schemeClr val="bg2"/>
          </a:solidFill>
        </p:spPr>
        <p:txBody>
          <a:bodyPr/>
          <a:lstStyle>
            <a:lvl1pPr marL="0" indent="0">
              <a:buNone/>
              <a:defRPr/>
            </a:lvl1pPr>
          </a:lstStyle>
          <a:p>
            <a:r>
              <a:rPr lang="en-GB"/>
              <a:t>Click icon to add picture</a:t>
            </a:r>
            <a:endParaRPr lang="en-US" dirty="0"/>
          </a:p>
        </p:txBody>
      </p:sp>
      <p:sp>
        <p:nvSpPr>
          <p:cNvPr id="14" name="Text Placeholder 3">
            <a:extLst>
              <a:ext uri="{FF2B5EF4-FFF2-40B4-BE49-F238E27FC236}">
                <a16:creationId xmlns:a16="http://schemas.microsoft.com/office/drawing/2014/main" id="{8E519351-A31E-B648-BC29-955E0661FBD2}"/>
              </a:ext>
            </a:extLst>
          </p:cNvPr>
          <p:cNvSpPr>
            <a:spLocks noGrp="1"/>
          </p:cNvSpPr>
          <p:nvPr>
            <p:ph type="body" sz="quarter" idx="22" hasCustomPrompt="1"/>
          </p:nvPr>
        </p:nvSpPr>
        <p:spPr>
          <a:xfrm>
            <a:off x="679221" y="3266869"/>
            <a:ext cx="2889711" cy="1448006"/>
          </a:xfrm>
        </p:spPr>
        <p:txBody>
          <a:bodyPr lIns="503999" tIns="251999" rIns="251999" bIns="251999" anchor="t">
            <a:noAutofit/>
          </a:bodyPr>
          <a:lstStyle>
            <a:lvl1pPr marL="0" indent="0">
              <a:spcBef>
                <a:spcPts val="225"/>
              </a:spcBef>
              <a:buNone/>
              <a:defRPr sz="1013">
                <a:solidFill>
                  <a:schemeClr val="tx1"/>
                </a:solidFill>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adipisicing</a:t>
            </a:r>
            <a:r>
              <a:rPr lang="en-US" dirty="0"/>
              <a:t> </a:t>
            </a:r>
            <a:r>
              <a:rPr lang="en-US" dirty="0" err="1"/>
              <a:t>etu</a:t>
            </a:r>
            <a:r>
              <a:rPr lang="en-US" dirty="0"/>
              <a:t> </a:t>
            </a:r>
            <a:r>
              <a:rPr lang="en-US" dirty="0" err="1"/>
              <a:t>constectetur</a:t>
            </a:r>
            <a:endParaRPr lang="en-US" dirty="0"/>
          </a:p>
        </p:txBody>
      </p:sp>
      <p:sp>
        <p:nvSpPr>
          <p:cNvPr id="15" name="Text Placeholder 3">
            <a:extLst>
              <a:ext uri="{FF2B5EF4-FFF2-40B4-BE49-F238E27FC236}">
                <a16:creationId xmlns:a16="http://schemas.microsoft.com/office/drawing/2014/main" id="{83F4AC5B-04FD-CA44-B1AD-7812A10E1ADF}"/>
              </a:ext>
            </a:extLst>
          </p:cNvPr>
          <p:cNvSpPr>
            <a:spLocks noGrp="1"/>
          </p:cNvSpPr>
          <p:nvPr>
            <p:ph type="body" sz="quarter" idx="41" hasCustomPrompt="1"/>
          </p:nvPr>
        </p:nvSpPr>
        <p:spPr>
          <a:xfrm>
            <a:off x="6767514" y="2978077"/>
            <a:ext cx="1989199" cy="1448006"/>
          </a:xfrm>
        </p:spPr>
        <p:txBody>
          <a:bodyPr lIns="251999" tIns="251999" rIns="251999" bIns="251999" anchor="t">
            <a:noAutofit/>
          </a:bodyPr>
          <a:lstStyle>
            <a:lvl1pPr marL="0" indent="0">
              <a:spcBef>
                <a:spcPts val="225"/>
              </a:spcBef>
              <a:buNone/>
              <a:defRPr sz="1013">
                <a:solidFill>
                  <a:schemeClr val="tx1"/>
                </a:solidFill>
              </a:defRPr>
            </a:lvl1pPr>
            <a:lvl2pPr marL="100013" indent="0">
              <a:buNone/>
              <a:defRPr/>
            </a:lvl2pPr>
            <a:lvl3pPr marL="200025" indent="0">
              <a:buNone/>
              <a:defRPr/>
            </a:lvl3pPr>
            <a:lvl4pPr marL="300038" indent="0">
              <a:buNone/>
              <a:defRPr/>
            </a:lvl4pPr>
            <a:lvl5pPr marL="400050"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p>
        </p:txBody>
      </p:sp>
      <p:sp>
        <p:nvSpPr>
          <p:cNvPr id="16" name="Picture Placeholder 6">
            <a:extLst>
              <a:ext uri="{FF2B5EF4-FFF2-40B4-BE49-F238E27FC236}">
                <a16:creationId xmlns:a16="http://schemas.microsoft.com/office/drawing/2014/main" id="{1D9D216A-A01B-5D4C-ADB2-2D5655EC83A4}"/>
              </a:ext>
            </a:extLst>
          </p:cNvPr>
          <p:cNvSpPr>
            <a:spLocks noGrp="1"/>
          </p:cNvSpPr>
          <p:nvPr>
            <p:ph type="pic" sz="quarter" idx="42"/>
          </p:nvPr>
        </p:nvSpPr>
        <p:spPr>
          <a:xfrm>
            <a:off x="3327796" y="2978078"/>
            <a:ext cx="2757093" cy="2165423"/>
          </a:xfrm>
          <a:solidFill>
            <a:schemeClr val="bg2"/>
          </a:solidFill>
        </p:spPr>
        <p:txBody>
          <a:bodyPr/>
          <a:lstStyle>
            <a:lvl1pPr marL="0" indent="0">
              <a:buNone/>
              <a:defRPr/>
            </a:lvl1pPr>
          </a:lstStyle>
          <a:p>
            <a:r>
              <a:rPr lang="en-GB"/>
              <a:t>Click icon to add picture</a:t>
            </a:r>
            <a:endParaRPr lang="en-US" dirty="0"/>
          </a:p>
        </p:txBody>
      </p:sp>
      <p:sp>
        <p:nvSpPr>
          <p:cNvPr id="17" name="Picture Placeholder 11">
            <a:extLst>
              <a:ext uri="{FF2B5EF4-FFF2-40B4-BE49-F238E27FC236}">
                <a16:creationId xmlns:a16="http://schemas.microsoft.com/office/drawing/2014/main" id="{C724F13B-1757-0740-B34C-F5151014158D}"/>
              </a:ext>
            </a:extLst>
          </p:cNvPr>
          <p:cNvSpPr>
            <a:spLocks noGrp="1"/>
          </p:cNvSpPr>
          <p:nvPr>
            <p:ph type="pic" sz="quarter" idx="43"/>
          </p:nvPr>
        </p:nvSpPr>
        <p:spPr>
          <a:xfrm>
            <a:off x="4895850" y="2784277"/>
            <a:ext cx="1189039" cy="189311"/>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18" name="Picture Placeholder 11">
            <a:extLst>
              <a:ext uri="{FF2B5EF4-FFF2-40B4-BE49-F238E27FC236}">
                <a16:creationId xmlns:a16="http://schemas.microsoft.com/office/drawing/2014/main" id="{242FA64A-44AB-F44B-BAEF-DDA16BC7790C}"/>
              </a:ext>
            </a:extLst>
          </p:cNvPr>
          <p:cNvSpPr>
            <a:spLocks noGrp="1"/>
          </p:cNvSpPr>
          <p:nvPr>
            <p:ph type="pic" sz="quarter" idx="16" hasCustomPrompt="1"/>
          </p:nvPr>
        </p:nvSpPr>
        <p:spPr>
          <a:xfrm>
            <a:off x="5832476" y="2878931"/>
            <a:ext cx="252413" cy="1346700"/>
          </a:xfrm>
          <a:solidFill>
            <a:schemeClr val="accent1"/>
          </a:solidFill>
        </p:spPr>
        <p:txBody>
          <a:bodyPr/>
          <a:lstStyle>
            <a:lvl1pPr marL="0" indent="0">
              <a:buNone/>
              <a:defRPr>
                <a:noFill/>
              </a:defRPr>
            </a:lvl1pPr>
          </a:lstStyle>
          <a:p>
            <a:r>
              <a:rPr lang="en-US" dirty="0"/>
              <a:t> </a:t>
            </a:r>
          </a:p>
        </p:txBody>
      </p:sp>
      <p:sp>
        <p:nvSpPr>
          <p:cNvPr id="19" name="Title 1">
            <a:extLst>
              <a:ext uri="{FF2B5EF4-FFF2-40B4-BE49-F238E27FC236}">
                <a16:creationId xmlns:a16="http://schemas.microsoft.com/office/drawing/2014/main" id="{B6398FEB-AA01-2B4F-93E9-96B131BB9134}"/>
              </a:ext>
            </a:extLst>
          </p:cNvPr>
          <p:cNvSpPr>
            <a:spLocks noGrp="1"/>
          </p:cNvSpPr>
          <p:nvPr>
            <p:ph type="ctrTitle" hasCustomPrompt="1"/>
          </p:nvPr>
        </p:nvSpPr>
        <p:spPr>
          <a:xfrm>
            <a:off x="3028442" y="902185"/>
            <a:ext cx="4780220" cy="1150144"/>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20" name="Text Placeholder 12">
            <a:extLst>
              <a:ext uri="{FF2B5EF4-FFF2-40B4-BE49-F238E27FC236}">
                <a16:creationId xmlns:a16="http://schemas.microsoft.com/office/drawing/2014/main" id="{DFA8D4B4-ED34-4049-8340-51458A6CB04F}"/>
              </a:ext>
            </a:extLst>
          </p:cNvPr>
          <p:cNvSpPr>
            <a:spLocks noGrp="1"/>
          </p:cNvSpPr>
          <p:nvPr>
            <p:ph type="body" sz="quarter" idx="15" hasCustomPrompt="1"/>
          </p:nvPr>
        </p:nvSpPr>
        <p:spPr>
          <a:xfrm>
            <a:off x="3652872" y="1375341"/>
            <a:ext cx="3826669" cy="999646"/>
          </a:xfrm>
        </p:spPr>
        <p:txBody>
          <a:bodyPr tIns="288000">
            <a:noAutofit/>
          </a:bodyPr>
          <a:lstStyle>
            <a:lvl1pPr marL="0" indent="0">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sit</a:t>
            </a:r>
          </a:p>
        </p:txBody>
      </p:sp>
      <p:sp>
        <p:nvSpPr>
          <p:cNvPr id="21" name="Slide Number Placeholder 5">
            <a:extLst>
              <a:ext uri="{FF2B5EF4-FFF2-40B4-BE49-F238E27FC236}">
                <a16:creationId xmlns:a16="http://schemas.microsoft.com/office/drawing/2014/main" id="{CF10ADC6-8556-8040-BB34-F2382241B785}"/>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pic>
        <p:nvPicPr>
          <p:cNvPr id="22" name="Picture 21">
            <a:extLst>
              <a:ext uri="{FF2B5EF4-FFF2-40B4-BE49-F238E27FC236}">
                <a16:creationId xmlns:a16="http://schemas.microsoft.com/office/drawing/2014/main" id="{C3EA6B50-E4A9-F34D-ADFA-364D84E8EBBC}"/>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1748852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Content">
    <p:spTree>
      <p:nvGrpSpPr>
        <p:cNvPr id="1" name=""/>
        <p:cNvGrpSpPr/>
        <p:nvPr/>
      </p:nvGrpSpPr>
      <p:grpSpPr>
        <a:xfrm>
          <a:off x="0" y="0"/>
          <a:ext cx="0" cy="0"/>
          <a:chOff x="0" y="0"/>
          <a:chExt cx="0" cy="0"/>
        </a:xfrm>
      </p:grpSpPr>
      <p:sp>
        <p:nvSpPr>
          <p:cNvPr id="36" name="Picture Placeholder 6">
            <a:extLst>
              <a:ext uri="{FF2B5EF4-FFF2-40B4-BE49-F238E27FC236}">
                <a16:creationId xmlns:a16="http://schemas.microsoft.com/office/drawing/2014/main" id="{2253A77E-2A45-A244-98D3-0807B2E5D49D}"/>
              </a:ext>
            </a:extLst>
          </p:cNvPr>
          <p:cNvSpPr>
            <a:spLocks noGrp="1"/>
          </p:cNvSpPr>
          <p:nvPr>
            <p:ph type="pic" sz="quarter" idx="18"/>
          </p:nvPr>
        </p:nvSpPr>
        <p:spPr>
          <a:xfrm>
            <a:off x="0" y="1"/>
            <a:ext cx="2376488" cy="4217194"/>
          </a:xfrm>
          <a:solidFill>
            <a:schemeClr val="bg2"/>
          </a:solidFill>
        </p:spPr>
        <p:txBody>
          <a:bodyPr/>
          <a:lstStyle>
            <a:lvl1pPr marL="0" indent="0">
              <a:buNone/>
              <a:defRPr/>
            </a:lvl1pPr>
          </a:lstStyle>
          <a:p>
            <a:r>
              <a:rPr lang="en-GB"/>
              <a:t>Click icon to add picture</a:t>
            </a:r>
            <a:endParaRPr lang="en-US" dirty="0"/>
          </a:p>
        </p:txBody>
      </p:sp>
      <p:sp>
        <p:nvSpPr>
          <p:cNvPr id="37" name="Picture Placeholder 11">
            <a:extLst>
              <a:ext uri="{FF2B5EF4-FFF2-40B4-BE49-F238E27FC236}">
                <a16:creationId xmlns:a16="http://schemas.microsoft.com/office/drawing/2014/main" id="{4F72F97A-BF22-4A4B-B1F8-959FE266D7D3}"/>
              </a:ext>
            </a:extLst>
          </p:cNvPr>
          <p:cNvSpPr>
            <a:spLocks noGrp="1"/>
          </p:cNvSpPr>
          <p:nvPr>
            <p:ph type="pic" sz="quarter" idx="26" hasCustomPrompt="1"/>
          </p:nvPr>
        </p:nvSpPr>
        <p:spPr>
          <a:xfrm>
            <a:off x="1439863" y="3163832"/>
            <a:ext cx="1388451" cy="1979668"/>
          </a:xfrm>
          <a:solidFill>
            <a:schemeClr val="bg1"/>
          </a:solidFill>
        </p:spPr>
        <p:txBody>
          <a:bodyPr/>
          <a:lstStyle>
            <a:lvl1pPr marL="0" indent="0">
              <a:buNone/>
              <a:defRPr>
                <a:noFill/>
              </a:defRPr>
            </a:lvl1pPr>
          </a:lstStyle>
          <a:p>
            <a:r>
              <a:rPr lang="en-US" dirty="0"/>
              <a:t>  </a:t>
            </a:r>
          </a:p>
        </p:txBody>
      </p:sp>
      <p:sp>
        <p:nvSpPr>
          <p:cNvPr id="38" name="Picture Placeholder 11">
            <a:extLst>
              <a:ext uri="{FF2B5EF4-FFF2-40B4-BE49-F238E27FC236}">
                <a16:creationId xmlns:a16="http://schemas.microsoft.com/office/drawing/2014/main" id="{79321CA2-B9EA-AA41-99D2-D0E314A99D22}"/>
              </a:ext>
            </a:extLst>
          </p:cNvPr>
          <p:cNvSpPr>
            <a:spLocks noGrp="1"/>
          </p:cNvSpPr>
          <p:nvPr>
            <p:ph type="pic" sz="quarter" idx="24"/>
          </p:nvPr>
        </p:nvSpPr>
        <p:spPr>
          <a:xfrm>
            <a:off x="1439864" y="2976562"/>
            <a:ext cx="936625" cy="187270"/>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39" name="Picture Placeholder 11">
            <a:extLst>
              <a:ext uri="{FF2B5EF4-FFF2-40B4-BE49-F238E27FC236}">
                <a16:creationId xmlns:a16="http://schemas.microsoft.com/office/drawing/2014/main" id="{080A5FAE-E4A2-104A-8E37-7094B8D8F0B4}"/>
              </a:ext>
            </a:extLst>
          </p:cNvPr>
          <p:cNvSpPr>
            <a:spLocks noGrp="1"/>
          </p:cNvSpPr>
          <p:nvPr>
            <p:ph type="pic" sz="quarter" idx="16" hasCustomPrompt="1"/>
          </p:nvPr>
        </p:nvSpPr>
        <p:spPr>
          <a:xfrm>
            <a:off x="2124076" y="1087043"/>
            <a:ext cx="252413" cy="2078831"/>
          </a:xfrm>
          <a:solidFill>
            <a:schemeClr val="accent1"/>
          </a:solidFill>
        </p:spPr>
        <p:txBody>
          <a:bodyPr/>
          <a:lstStyle>
            <a:lvl1pPr marL="0" indent="0">
              <a:buNone/>
              <a:defRPr>
                <a:noFill/>
              </a:defRPr>
            </a:lvl1pPr>
          </a:lstStyle>
          <a:p>
            <a:r>
              <a:rPr lang="en-US" dirty="0"/>
              <a:t> </a:t>
            </a:r>
          </a:p>
        </p:txBody>
      </p:sp>
      <p:sp>
        <p:nvSpPr>
          <p:cNvPr id="40" name="Slide Number Placeholder 5">
            <a:extLst>
              <a:ext uri="{FF2B5EF4-FFF2-40B4-BE49-F238E27FC236}">
                <a16:creationId xmlns:a16="http://schemas.microsoft.com/office/drawing/2014/main" id="{43227DD8-A965-2D47-B4C4-591DD30E7847}"/>
              </a:ext>
            </a:extLst>
          </p:cNvPr>
          <p:cNvSpPr txBox="1">
            <a:spLocks/>
          </p:cNvSpPr>
          <p:nvPr userDrawn="1"/>
        </p:nvSpPr>
        <p:spPr>
          <a:xfrm>
            <a:off x="512279" y="4569619"/>
            <a:ext cx="2057400" cy="273844"/>
          </a:xfrm>
          <a:prstGeom prst="rect">
            <a:avLst/>
          </a:prstGeom>
        </p:spPr>
        <p:txBody>
          <a:bodyPr vert="horz" lIns="0" tIns="34290" rIns="0" bIns="34290" rtlCol="0" anchor="ctr"/>
          <a:lstStyle>
            <a:defPPr>
              <a:defRPr lang="en-US"/>
            </a:defPPr>
            <a:lvl1pPr marL="0" algn="l"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
        <p:nvSpPr>
          <p:cNvPr id="41" name="Title 1">
            <a:extLst>
              <a:ext uri="{FF2B5EF4-FFF2-40B4-BE49-F238E27FC236}">
                <a16:creationId xmlns:a16="http://schemas.microsoft.com/office/drawing/2014/main" id="{D2AF1390-83A7-CB48-B417-1ED6FADB0301}"/>
              </a:ext>
            </a:extLst>
          </p:cNvPr>
          <p:cNvSpPr>
            <a:spLocks noGrp="1"/>
          </p:cNvSpPr>
          <p:nvPr>
            <p:ph type="ctrTitle" hasCustomPrompt="1"/>
          </p:nvPr>
        </p:nvSpPr>
        <p:spPr>
          <a:xfrm>
            <a:off x="3024189" y="902836"/>
            <a:ext cx="3084428" cy="1173956"/>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a:t>
            </a:r>
            <a:r>
              <a:rPr lang="en-GB" dirty="0" err="1"/>
              <a:t>etu</a:t>
            </a:r>
            <a:r>
              <a:rPr lang="en-GB" dirty="0"/>
              <a:t> ipsum </a:t>
            </a:r>
            <a:r>
              <a:rPr lang="en-GB" dirty="0" err="1"/>
              <a:t>dolor</a:t>
            </a:r>
            <a:endParaRPr lang="en-US" dirty="0"/>
          </a:p>
        </p:txBody>
      </p:sp>
      <p:sp>
        <p:nvSpPr>
          <p:cNvPr id="69" name="Text Placeholder 20">
            <a:extLst>
              <a:ext uri="{FF2B5EF4-FFF2-40B4-BE49-F238E27FC236}">
                <a16:creationId xmlns:a16="http://schemas.microsoft.com/office/drawing/2014/main" id="{0630B74F-9ADA-824D-951C-D46E20156B28}"/>
              </a:ext>
            </a:extLst>
          </p:cNvPr>
          <p:cNvSpPr>
            <a:spLocks noGrp="1"/>
          </p:cNvSpPr>
          <p:nvPr>
            <p:ph type="body" sz="quarter" idx="19" hasCustomPrompt="1"/>
          </p:nvPr>
        </p:nvSpPr>
        <p:spPr>
          <a:xfrm>
            <a:off x="5889181" y="904083"/>
            <a:ext cx="3093668" cy="2072480"/>
          </a:xfrm>
          <a:solidFill>
            <a:schemeClr val="bg1"/>
          </a:solidFill>
        </p:spPr>
        <p:txBody>
          <a:bodyPr rIns="432000" numCol="1" spcCol="252000">
            <a:noAutofit/>
          </a:bodyPr>
          <a:lstStyle>
            <a:lvl1pPr marL="0" marR="0" indent="0" algn="l" defTabSz="514350" rtl="0" eaLnBrk="1" fontAlgn="auto" latinLnBrk="0" hangingPunct="1">
              <a:lnSpc>
                <a:spcPct val="90000"/>
              </a:lnSpc>
              <a:spcBef>
                <a:spcPts val="563"/>
              </a:spcBef>
              <a:spcAft>
                <a:spcPts val="0"/>
              </a:spcAft>
              <a:buClrTx/>
              <a:buSzTx/>
              <a:buFont typeface="Arial" panose="020B0604020202020204" pitchFamily="34" charset="0"/>
              <a:buNone/>
              <a:tabLst/>
              <a:defRPr b="0">
                <a:solidFill>
                  <a:schemeClr val="tx1"/>
                </a:solidFill>
              </a:defRPr>
            </a:lvl1pPr>
          </a:lstStyle>
          <a:p>
            <a:pPr lvl="0"/>
            <a:r>
              <a:rPr lang="en-US" dirty="0"/>
              <a:t>Lorem ipsum</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p:txBody>
      </p:sp>
      <p:sp>
        <p:nvSpPr>
          <p:cNvPr id="70" name="Picture Placeholder 6">
            <a:extLst>
              <a:ext uri="{FF2B5EF4-FFF2-40B4-BE49-F238E27FC236}">
                <a16:creationId xmlns:a16="http://schemas.microsoft.com/office/drawing/2014/main" id="{DE4F4154-8A9F-F049-8751-F143EE9D6A89}"/>
              </a:ext>
            </a:extLst>
          </p:cNvPr>
          <p:cNvSpPr>
            <a:spLocks noGrp="1"/>
          </p:cNvSpPr>
          <p:nvPr>
            <p:ph type="pic" sz="quarter" idx="25"/>
          </p:nvPr>
        </p:nvSpPr>
        <p:spPr>
          <a:xfrm>
            <a:off x="6406901" y="2970610"/>
            <a:ext cx="2737099" cy="2178842"/>
          </a:xfrm>
          <a:solidFill>
            <a:schemeClr val="bg2"/>
          </a:solidFill>
        </p:spPr>
        <p:txBody>
          <a:bodyPr/>
          <a:lstStyle>
            <a:lvl1pPr marL="0" indent="0">
              <a:buNone/>
              <a:defRPr/>
            </a:lvl1pPr>
          </a:lstStyle>
          <a:p>
            <a:r>
              <a:rPr lang="en-GB" dirty="0"/>
              <a:t>Click icon to add picture</a:t>
            </a:r>
            <a:endParaRPr lang="en-US" dirty="0"/>
          </a:p>
        </p:txBody>
      </p:sp>
      <p:sp>
        <p:nvSpPr>
          <p:cNvPr id="71" name="Picture Placeholder 11">
            <a:extLst>
              <a:ext uri="{FF2B5EF4-FFF2-40B4-BE49-F238E27FC236}">
                <a16:creationId xmlns:a16="http://schemas.microsoft.com/office/drawing/2014/main" id="{8593447A-9519-1642-9A5A-49799B0745F0}"/>
              </a:ext>
            </a:extLst>
          </p:cNvPr>
          <p:cNvSpPr>
            <a:spLocks noGrp="1"/>
          </p:cNvSpPr>
          <p:nvPr>
            <p:ph type="pic" sz="quarter" idx="27"/>
          </p:nvPr>
        </p:nvSpPr>
        <p:spPr>
          <a:xfrm>
            <a:off x="3313311" y="2976562"/>
            <a:ext cx="3084428" cy="2172890"/>
          </a:xfrm>
          <a:solidFill>
            <a:schemeClr val="tx2"/>
          </a:solidFill>
        </p:spPr>
        <p:txBody>
          <a:bodyPr/>
          <a:lstStyle>
            <a:lvl1pPr marL="0" indent="0">
              <a:buNone/>
              <a:defRPr>
                <a:noFill/>
              </a:defRPr>
            </a:lvl1pPr>
          </a:lstStyle>
          <a:p>
            <a:r>
              <a:rPr lang="en-GB" dirty="0"/>
              <a:t>Click icon to add picture</a:t>
            </a:r>
            <a:endParaRPr lang="en-US" dirty="0"/>
          </a:p>
        </p:txBody>
      </p:sp>
      <p:sp>
        <p:nvSpPr>
          <p:cNvPr id="72" name="Text Placeholder 20">
            <a:extLst>
              <a:ext uri="{FF2B5EF4-FFF2-40B4-BE49-F238E27FC236}">
                <a16:creationId xmlns:a16="http://schemas.microsoft.com/office/drawing/2014/main" id="{C50A8639-015C-D448-B606-884203A94C60}"/>
              </a:ext>
            </a:extLst>
          </p:cNvPr>
          <p:cNvSpPr>
            <a:spLocks noGrp="1"/>
          </p:cNvSpPr>
          <p:nvPr>
            <p:ph type="body" sz="quarter" idx="21" hasCustomPrompt="1"/>
          </p:nvPr>
        </p:nvSpPr>
        <p:spPr>
          <a:xfrm>
            <a:off x="3304071" y="2976564"/>
            <a:ext cx="3093668" cy="2172889"/>
          </a:xfrm>
        </p:spPr>
        <p:txBody>
          <a:bodyPr lIns="503999" tIns="503999" rIns="503999" numCol="1" spcCol="252000">
            <a:noAutofit/>
          </a:bodyPr>
          <a:lstStyle>
            <a:lvl1pPr marL="0" marR="0" indent="0" algn="l" defTabSz="514350" rtl="0" eaLnBrk="1" fontAlgn="auto" latinLnBrk="0" hangingPunct="1">
              <a:lnSpc>
                <a:spcPct val="90000"/>
              </a:lnSpc>
              <a:spcBef>
                <a:spcPts val="563"/>
              </a:spcBef>
              <a:spcAft>
                <a:spcPts val="0"/>
              </a:spcAft>
              <a:buClrTx/>
              <a:buSzTx/>
              <a:buFont typeface="Arial" panose="020B0604020202020204" pitchFamily="34" charset="0"/>
              <a:buNone/>
              <a:tabLst/>
              <a:defRPr>
                <a:solidFill>
                  <a:schemeClr val="bg1"/>
                </a:solidFill>
              </a:defRPr>
            </a:lvl1pPr>
          </a:lstStyle>
          <a:p>
            <a:pPr lvl="0"/>
            <a:r>
              <a:rPr lang="en-US" dirty="0"/>
              <a:t>Lorem ipsum dolor</a:t>
            </a:r>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p:txBody>
      </p:sp>
      <p:pic>
        <p:nvPicPr>
          <p:cNvPr id="73" name="Picture 72">
            <a:extLst>
              <a:ext uri="{FF2B5EF4-FFF2-40B4-BE49-F238E27FC236}">
                <a16:creationId xmlns:a16="http://schemas.microsoft.com/office/drawing/2014/main" id="{63A6F335-FF64-014B-A15B-6E83163E78CE}"/>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5390206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Content">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8FF8FFFD-4A77-2545-81D2-553EA03FD162}"/>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32" name="Picture Placeholder 11">
            <a:extLst>
              <a:ext uri="{FF2B5EF4-FFF2-40B4-BE49-F238E27FC236}">
                <a16:creationId xmlns:a16="http://schemas.microsoft.com/office/drawing/2014/main" id="{EF9B744A-41D1-0044-B388-C9E51F8D846E}"/>
              </a:ext>
            </a:extLst>
          </p:cNvPr>
          <p:cNvSpPr>
            <a:spLocks noGrp="1"/>
          </p:cNvSpPr>
          <p:nvPr>
            <p:ph type="pic" sz="quarter" idx="24" hasCustomPrompt="1"/>
          </p:nvPr>
        </p:nvSpPr>
        <p:spPr>
          <a:xfrm rot="5400000">
            <a:off x="3186313" y="762995"/>
            <a:ext cx="215503" cy="1835149"/>
          </a:xfrm>
          <a:solidFill>
            <a:schemeClr val="accent1"/>
          </a:solidFill>
        </p:spPr>
        <p:txBody>
          <a:bodyPr/>
          <a:lstStyle>
            <a:lvl1pPr marL="0" indent="0">
              <a:buNone/>
              <a:defRPr>
                <a:noFill/>
              </a:defRPr>
            </a:lvl1pPr>
          </a:lstStyle>
          <a:p>
            <a:r>
              <a:rPr lang="en-US" dirty="0"/>
              <a:t> </a:t>
            </a:r>
          </a:p>
        </p:txBody>
      </p:sp>
      <p:sp>
        <p:nvSpPr>
          <p:cNvPr id="33" name="Picture Placeholder 11">
            <a:extLst>
              <a:ext uri="{FF2B5EF4-FFF2-40B4-BE49-F238E27FC236}">
                <a16:creationId xmlns:a16="http://schemas.microsoft.com/office/drawing/2014/main" id="{9E18E672-802C-7840-9995-F5E27C6ABF9B}"/>
              </a:ext>
            </a:extLst>
          </p:cNvPr>
          <p:cNvSpPr>
            <a:spLocks noGrp="1"/>
          </p:cNvSpPr>
          <p:nvPr>
            <p:ph type="pic" sz="quarter" idx="25" hasCustomPrompt="1"/>
          </p:nvPr>
        </p:nvSpPr>
        <p:spPr>
          <a:xfrm rot="10800000">
            <a:off x="3959225" y="195263"/>
            <a:ext cx="252412" cy="1593057"/>
          </a:xfrm>
          <a:solidFill>
            <a:schemeClr val="accent1"/>
          </a:solidFill>
        </p:spPr>
        <p:txBody>
          <a:bodyPr/>
          <a:lstStyle>
            <a:lvl1pPr marL="0" indent="0">
              <a:buNone/>
              <a:defRPr>
                <a:noFill/>
              </a:defRPr>
            </a:lvl1pPr>
          </a:lstStyle>
          <a:p>
            <a:r>
              <a:rPr lang="en-US" dirty="0"/>
              <a:t> </a:t>
            </a:r>
          </a:p>
        </p:txBody>
      </p:sp>
      <p:sp>
        <p:nvSpPr>
          <p:cNvPr id="34" name="Picture Placeholder 4">
            <a:extLst>
              <a:ext uri="{FF2B5EF4-FFF2-40B4-BE49-F238E27FC236}">
                <a16:creationId xmlns:a16="http://schemas.microsoft.com/office/drawing/2014/main" id="{B5747C06-ACD7-104D-A231-7D0EC2839D7C}"/>
              </a:ext>
            </a:extLst>
          </p:cNvPr>
          <p:cNvSpPr>
            <a:spLocks noGrp="1"/>
          </p:cNvSpPr>
          <p:nvPr>
            <p:ph type="pic" sz="quarter" idx="17"/>
          </p:nvPr>
        </p:nvSpPr>
        <p:spPr>
          <a:xfrm>
            <a:off x="2" y="-3751"/>
            <a:ext cx="1835151" cy="1576567"/>
          </a:xfrm>
          <a:solidFill>
            <a:schemeClr val="bg2"/>
          </a:solidFill>
        </p:spPr>
        <p:txBody>
          <a:bodyPr/>
          <a:lstStyle>
            <a:lvl1pPr marL="0" indent="0">
              <a:buNone/>
              <a:defRPr/>
            </a:lvl1pPr>
          </a:lstStyle>
          <a:p>
            <a:r>
              <a:rPr lang="en-GB"/>
              <a:t>Click icon to add picture</a:t>
            </a:r>
            <a:endParaRPr lang="en-US" dirty="0"/>
          </a:p>
        </p:txBody>
      </p:sp>
      <p:sp>
        <p:nvSpPr>
          <p:cNvPr id="42" name="Picture Placeholder 4">
            <a:extLst>
              <a:ext uri="{FF2B5EF4-FFF2-40B4-BE49-F238E27FC236}">
                <a16:creationId xmlns:a16="http://schemas.microsoft.com/office/drawing/2014/main" id="{98BC6514-2FBD-5C42-BB1D-C382EAEC7DB3}"/>
              </a:ext>
            </a:extLst>
          </p:cNvPr>
          <p:cNvSpPr>
            <a:spLocks noGrp="1"/>
          </p:cNvSpPr>
          <p:nvPr>
            <p:ph type="pic" sz="quarter" idx="26"/>
          </p:nvPr>
        </p:nvSpPr>
        <p:spPr>
          <a:xfrm>
            <a:off x="1835151" y="-3751"/>
            <a:ext cx="2124076" cy="1576567"/>
          </a:xfrm>
          <a:solidFill>
            <a:schemeClr val="bg2"/>
          </a:solidFill>
        </p:spPr>
        <p:txBody>
          <a:bodyPr/>
          <a:lstStyle>
            <a:lvl1pPr marL="0" indent="0">
              <a:buNone/>
              <a:defRPr/>
            </a:lvl1pPr>
          </a:lstStyle>
          <a:p>
            <a:r>
              <a:rPr lang="en-GB"/>
              <a:t>Click icon to add picture</a:t>
            </a:r>
            <a:endParaRPr lang="en-US" dirty="0"/>
          </a:p>
        </p:txBody>
      </p:sp>
      <p:sp>
        <p:nvSpPr>
          <p:cNvPr id="43" name="Text Placeholder 3">
            <a:extLst>
              <a:ext uri="{FF2B5EF4-FFF2-40B4-BE49-F238E27FC236}">
                <a16:creationId xmlns:a16="http://schemas.microsoft.com/office/drawing/2014/main" id="{10101CF3-040C-EC43-BCE1-6CCEFB3546C9}"/>
              </a:ext>
            </a:extLst>
          </p:cNvPr>
          <p:cNvSpPr>
            <a:spLocks noGrp="1"/>
          </p:cNvSpPr>
          <p:nvPr>
            <p:ph type="body" sz="quarter" idx="19" hasCustomPrompt="1"/>
          </p:nvPr>
        </p:nvSpPr>
        <p:spPr>
          <a:xfrm>
            <a:off x="1193389" y="2281594"/>
            <a:ext cx="2098023" cy="901064"/>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44" name="Picture Placeholder 11">
            <a:extLst>
              <a:ext uri="{FF2B5EF4-FFF2-40B4-BE49-F238E27FC236}">
                <a16:creationId xmlns:a16="http://schemas.microsoft.com/office/drawing/2014/main" id="{81C7871B-B274-AD42-8032-EACB042ADD74}"/>
              </a:ext>
            </a:extLst>
          </p:cNvPr>
          <p:cNvSpPr>
            <a:spLocks noGrp="1"/>
          </p:cNvSpPr>
          <p:nvPr>
            <p:ph type="pic" sz="quarter" idx="23"/>
          </p:nvPr>
        </p:nvSpPr>
        <p:spPr>
          <a:xfrm>
            <a:off x="512629"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45" name="Picture Placeholder 11">
            <a:extLst>
              <a:ext uri="{FF2B5EF4-FFF2-40B4-BE49-F238E27FC236}">
                <a16:creationId xmlns:a16="http://schemas.microsoft.com/office/drawing/2014/main" id="{DD5B8CBB-5615-5041-9690-D818061E69CA}"/>
              </a:ext>
            </a:extLst>
          </p:cNvPr>
          <p:cNvSpPr>
            <a:spLocks noGrp="1"/>
          </p:cNvSpPr>
          <p:nvPr>
            <p:ph type="pic" sz="quarter" idx="29"/>
          </p:nvPr>
        </p:nvSpPr>
        <p:spPr>
          <a:xfrm>
            <a:off x="1450074" y="3166201"/>
            <a:ext cx="133305" cy="133305"/>
          </a:xfrm>
          <a:solidFill>
            <a:schemeClr val="tx2"/>
          </a:solidFill>
        </p:spPr>
        <p:txBody>
          <a:bodyPr/>
          <a:lstStyle>
            <a:lvl1pPr marL="0" indent="0">
              <a:buNone/>
              <a:defRPr>
                <a:noFill/>
              </a:defRPr>
            </a:lvl1pPr>
          </a:lstStyle>
          <a:p>
            <a:r>
              <a:rPr lang="en-GB" dirty="0"/>
              <a:t>Click icon to add picture</a:t>
            </a:r>
            <a:endParaRPr lang="en-US" dirty="0"/>
          </a:p>
        </p:txBody>
      </p:sp>
      <p:sp>
        <p:nvSpPr>
          <p:cNvPr id="46" name="Picture Placeholder 11">
            <a:extLst>
              <a:ext uri="{FF2B5EF4-FFF2-40B4-BE49-F238E27FC236}">
                <a16:creationId xmlns:a16="http://schemas.microsoft.com/office/drawing/2014/main" id="{BC4BE4BC-0562-4B47-A3BC-3AA5B14DF19C}"/>
              </a:ext>
            </a:extLst>
          </p:cNvPr>
          <p:cNvSpPr>
            <a:spLocks noGrp="1"/>
          </p:cNvSpPr>
          <p:nvPr>
            <p:ph type="pic" sz="quarter" idx="30"/>
          </p:nvPr>
        </p:nvSpPr>
        <p:spPr>
          <a:xfrm>
            <a:off x="2385014"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47" name="Picture Placeholder 11">
            <a:extLst>
              <a:ext uri="{FF2B5EF4-FFF2-40B4-BE49-F238E27FC236}">
                <a16:creationId xmlns:a16="http://schemas.microsoft.com/office/drawing/2014/main" id="{D6E4122C-015B-1942-AA6A-C58F6630599E}"/>
              </a:ext>
            </a:extLst>
          </p:cNvPr>
          <p:cNvSpPr>
            <a:spLocks noGrp="1"/>
          </p:cNvSpPr>
          <p:nvPr>
            <p:ph type="pic" sz="quarter" idx="31"/>
          </p:nvPr>
        </p:nvSpPr>
        <p:spPr>
          <a:xfrm>
            <a:off x="3319954" y="3166201"/>
            <a:ext cx="133305" cy="133305"/>
          </a:xfrm>
          <a:solidFill>
            <a:schemeClr val="tx2"/>
          </a:solidFill>
        </p:spPr>
        <p:txBody>
          <a:bodyPr/>
          <a:lstStyle>
            <a:lvl1pPr marL="0" indent="0">
              <a:buNone/>
              <a:defRPr>
                <a:noFill/>
              </a:defRPr>
            </a:lvl1pPr>
          </a:lstStyle>
          <a:p>
            <a:r>
              <a:rPr lang="en-GB" dirty="0"/>
              <a:t>Click icon to add picture</a:t>
            </a:r>
            <a:endParaRPr lang="en-US" dirty="0"/>
          </a:p>
        </p:txBody>
      </p:sp>
      <p:sp>
        <p:nvSpPr>
          <p:cNvPr id="48" name="Picture Placeholder 11">
            <a:extLst>
              <a:ext uri="{FF2B5EF4-FFF2-40B4-BE49-F238E27FC236}">
                <a16:creationId xmlns:a16="http://schemas.microsoft.com/office/drawing/2014/main" id="{4FDD85B2-55D3-5749-9099-4D5B0DDB2C6F}"/>
              </a:ext>
            </a:extLst>
          </p:cNvPr>
          <p:cNvSpPr>
            <a:spLocks noGrp="1"/>
          </p:cNvSpPr>
          <p:nvPr>
            <p:ph type="pic" sz="quarter" idx="32"/>
          </p:nvPr>
        </p:nvSpPr>
        <p:spPr>
          <a:xfrm>
            <a:off x="4215582" y="3172260"/>
            <a:ext cx="133305" cy="121187"/>
          </a:xfrm>
          <a:solidFill>
            <a:schemeClr val="tx2"/>
          </a:solidFill>
        </p:spPr>
        <p:txBody>
          <a:bodyPr/>
          <a:lstStyle>
            <a:lvl1pPr marL="0" indent="0">
              <a:buNone/>
              <a:defRPr>
                <a:noFill/>
              </a:defRPr>
            </a:lvl1pPr>
          </a:lstStyle>
          <a:p>
            <a:r>
              <a:rPr lang="en-GB"/>
              <a:t>Click icon to add picture</a:t>
            </a:r>
            <a:endParaRPr lang="en-US" dirty="0"/>
          </a:p>
        </p:txBody>
      </p:sp>
      <p:sp>
        <p:nvSpPr>
          <p:cNvPr id="49" name="Text Placeholder 3">
            <a:extLst>
              <a:ext uri="{FF2B5EF4-FFF2-40B4-BE49-F238E27FC236}">
                <a16:creationId xmlns:a16="http://schemas.microsoft.com/office/drawing/2014/main" id="{CE69ED27-C3ED-AB4B-907D-8943D8942727}"/>
              </a:ext>
            </a:extLst>
          </p:cNvPr>
          <p:cNvSpPr>
            <a:spLocks noGrp="1"/>
          </p:cNvSpPr>
          <p:nvPr>
            <p:ph type="body" sz="quarter" idx="34" hasCustomPrompt="1"/>
          </p:nvPr>
        </p:nvSpPr>
        <p:spPr>
          <a:xfrm>
            <a:off x="3053453" y="2281595"/>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0" name="Picture Placeholder 11">
            <a:extLst>
              <a:ext uri="{FF2B5EF4-FFF2-40B4-BE49-F238E27FC236}">
                <a16:creationId xmlns:a16="http://schemas.microsoft.com/office/drawing/2014/main" id="{088C3799-3422-E14B-A3BD-B76271758A27}"/>
              </a:ext>
            </a:extLst>
          </p:cNvPr>
          <p:cNvSpPr>
            <a:spLocks noGrp="1"/>
          </p:cNvSpPr>
          <p:nvPr>
            <p:ph type="pic" sz="quarter" idx="35"/>
          </p:nvPr>
        </p:nvSpPr>
        <p:spPr>
          <a:xfrm>
            <a:off x="5150522"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51" name="Picture Placeholder 11">
            <a:extLst>
              <a:ext uri="{FF2B5EF4-FFF2-40B4-BE49-F238E27FC236}">
                <a16:creationId xmlns:a16="http://schemas.microsoft.com/office/drawing/2014/main" id="{E585A1D6-EFE7-2146-A72F-CA0C75F3EA70}"/>
              </a:ext>
            </a:extLst>
          </p:cNvPr>
          <p:cNvSpPr>
            <a:spLocks noGrp="1"/>
          </p:cNvSpPr>
          <p:nvPr>
            <p:ph type="pic" sz="quarter" idx="36"/>
          </p:nvPr>
        </p:nvSpPr>
        <p:spPr>
          <a:xfrm>
            <a:off x="6112424" y="3166201"/>
            <a:ext cx="133305" cy="133305"/>
          </a:xfrm>
          <a:solidFill>
            <a:schemeClr val="tx2"/>
          </a:solidFill>
        </p:spPr>
        <p:txBody>
          <a:bodyPr/>
          <a:lstStyle>
            <a:lvl1pPr marL="0" indent="0">
              <a:buNone/>
              <a:defRPr>
                <a:noFill/>
              </a:defRPr>
            </a:lvl1pPr>
          </a:lstStyle>
          <a:p>
            <a:r>
              <a:rPr lang="en-GB" dirty="0"/>
              <a:t>Click icon to add picture</a:t>
            </a:r>
            <a:endParaRPr lang="en-US" dirty="0"/>
          </a:p>
        </p:txBody>
      </p:sp>
      <p:sp>
        <p:nvSpPr>
          <p:cNvPr id="52" name="Picture Placeholder 11">
            <a:extLst>
              <a:ext uri="{FF2B5EF4-FFF2-40B4-BE49-F238E27FC236}">
                <a16:creationId xmlns:a16="http://schemas.microsoft.com/office/drawing/2014/main" id="{1C967850-4606-B84D-95BD-21AA957CBBBE}"/>
              </a:ext>
            </a:extLst>
          </p:cNvPr>
          <p:cNvSpPr>
            <a:spLocks noGrp="1"/>
          </p:cNvSpPr>
          <p:nvPr>
            <p:ph type="pic" sz="quarter" idx="37"/>
          </p:nvPr>
        </p:nvSpPr>
        <p:spPr>
          <a:xfrm>
            <a:off x="7019928" y="3166201"/>
            <a:ext cx="133305" cy="133305"/>
          </a:xfrm>
          <a:solidFill>
            <a:schemeClr val="tx2"/>
          </a:solidFill>
        </p:spPr>
        <p:txBody>
          <a:bodyPr/>
          <a:lstStyle>
            <a:lvl1pPr marL="0" indent="0">
              <a:buNone/>
              <a:defRPr>
                <a:noFill/>
              </a:defRPr>
            </a:lvl1pPr>
          </a:lstStyle>
          <a:p>
            <a:r>
              <a:rPr lang="en-GB"/>
              <a:t>Click icon to add picture</a:t>
            </a:r>
            <a:endParaRPr lang="en-US" dirty="0"/>
          </a:p>
        </p:txBody>
      </p:sp>
      <p:sp>
        <p:nvSpPr>
          <p:cNvPr id="53" name="Text Placeholder 12">
            <a:extLst>
              <a:ext uri="{FF2B5EF4-FFF2-40B4-BE49-F238E27FC236}">
                <a16:creationId xmlns:a16="http://schemas.microsoft.com/office/drawing/2014/main" id="{9C22C35C-6A1A-7547-9A03-374B02ECB2EF}"/>
              </a:ext>
            </a:extLst>
          </p:cNvPr>
          <p:cNvSpPr>
            <a:spLocks noGrp="1"/>
          </p:cNvSpPr>
          <p:nvPr>
            <p:ph type="body" sz="quarter" idx="44" hasCustomPrompt="1"/>
          </p:nvPr>
        </p:nvSpPr>
        <p:spPr>
          <a:xfrm>
            <a:off x="2173743"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54" name="Text Placeholder 3">
            <a:extLst>
              <a:ext uri="{FF2B5EF4-FFF2-40B4-BE49-F238E27FC236}">
                <a16:creationId xmlns:a16="http://schemas.microsoft.com/office/drawing/2014/main" id="{D439ED6B-96C8-FB41-8A98-3CD775A2B9B1}"/>
              </a:ext>
            </a:extLst>
          </p:cNvPr>
          <p:cNvSpPr>
            <a:spLocks noGrp="1"/>
          </p:cNvSpPr>
          <p:nvPr>
            <p:ph type="body" sz="quarter" idx="45" hasCustomPrompt="1"/>
          </p:nvPr>
        </p:nvSpPr>
        <p:spPr>
          <a:xfrm>
            <a:off x="2129213"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5" name="Text Placeholder 12">
            <a:extLst>
              <a:ext uri="{FF2B5EF4-FFF2-40B4-BE49-F238E27FC236}">
                <a16:creationId xmlns:a16="http://schemas.microsoft.com/office/drawing/2014/main" id="{8873C831-8A21-2940-A1B8-3AAA665B6267}"/>
              </a:ext>
            </a:extLst>
          </p:cNvPr>
          <p:cNvSpPr>
            <a:spLocks noGrp="1"/>
          </p:cNvSpPr>
          <p:nvPr>
            <p:ph type="body" sz="quarter" idx="46" hasCustomPrompt="1"/>
          </p:nvPr>
        </p:nvSpPr>
        <p:spPr>
          <a:xfrm>
            <a:off x="4011450"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56" name="Text Placeholder 3">
            <a:extLst>
              <a:ext uri="{FF2B5EF4-FFF2-40B4-BE49-F238E27FC236}">
                <a16:creationId xmlns:a16="http://schemas.microsoft.com/office/drawing/2014/main" id="{B29964C0-962B-F54A-8CAB-0280BBE6B392}"/>
              </a:ext>
            </a:extLst>
          </p:cNvPr>
          <p:cNvSpPr>
            <a:spLocks noGrp="1"/>
          </p:cNvSpPr>
          <p:nvPr>
            <p:ph type="body" sz="quarter" idx="47" hasCustomPrompt="1"/>
          </p:nvPr>
        </p:nvSpPr>
        <p:spPr>
          <a:xfrm>
            <a:off x="3966914"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7" name="Text Placeholder 12">
            <a:extLst>
              <a:ext uri="{FF2B5EF4-FFF2-40B4-BE49-F238E27FC236}">
                <a16:creationId xmlns:a16="http://schemas.microsoft.com/office/drawing/2014/main" id="{6920B3E6-3D84-B44C-B8BA-BA9BBDBF0B60}"/>
              </a:ext>
            </a:extLst>
          </p:cNvPr>
          <p:cNvSpPr>
            <a:spLocks noGrp="1"/>
          </p:cNvSpPr>
          <p:nvPr>
            <p:ph type="body" sz="quarter" idx="48" hasCustomPrompt="1"/>
          </p:nvPr>
        </p:nvSpPr>
        <p:spPr>
          <a:xfrm>
            <a:off x="5905563"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58" name="Text Placeholder 3">
            <a:extLst>
              <a:ext uri="{FF2B5EF4-FFF2-40B4-BE49-F238E27FC236}">
                <a16:creationId xmlns:a16="http://schemas.microsoft.com/office/drawing/2014/main" id="{F55C133F-67F5-D945-9A29-0FFEAE183E8C}"/>
              </a:ext>
            </a:extLst>
          </p:cNvPr>
          <p:cNvSpPr>
            <a:spLocks noGrp="1"/>
          </p:cNvSpPr>
          <p:nvPr>
            <p:ph type="body" sz="quarter" idx="49" hasCustomPrompt="1"/>
          </p:nvPr>
        </p:nvSpPr>
        <p:spPr>
          <a:xfrm>
            <a:off x="5837277"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59" name="Text Placeholder 3">
            <a:extLst>
              <a:ext uri="{FF2B5EF4-FFF2-40B4-BE49-F238E27FC236}">
                <a16:creationId xmlns:a16="http://schemas.microsoft.com/office/drawing/2014/main" id="{B8ADE0AA-62E0-F24D-93CB-12634E395AF7}"/>
              </a:ext>
            </a:extLst>
          </p:cNvPr>
          <p:cNvSpPr>
            <a:spLocks noGrp="1"/>
          </p:cNvSpPr>
          <p:nvPr>
            <p:ph type="body" sz="quarter" idx="51" hasCustomPrompt="1"/>
          </p:nvPr>
        </p:nvSpPr>
        <p:spPr>
          <a:xfrm>
            <a:off x="4902230" y="2281595"/>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60" name="Text Placeholder 3">
            <a:extLst>
              <a:ext uri="{FF2B5EF4-FFF2-40B4-BE49-F238E27FC236}">
                <a16:creationId xmlns:a16="http://schemas.microsoft.com/office/drawing/2014/main" id="{3B4AAFAD-DB04-3742-8E81-AA07E9395293}"/>
              </a:ext>
            </a:extLst>
          </p:cNvPr>
          <p:cNvSpPr>
            <a:spLocks noGrp="1"/>
          </p:cNvSpPr>
          <p:nvPr>
            <p:ph type="body" sz="quarter" idx="53" hasCustomPrompt="1"/>
          </p:nvPr>
        </p:nvSpPr>
        <p:spPr>
          <a:xfrm>
            <a:off x="6762011" y="2281595"/>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
        <p:nvSpPr>
          <p:cNvPr id="61" name="Slide Number Placeholder 5">
            <a:extLst>
              <a:ext uri="{FF2B5EF4-FFF2-40B4-BE49-F238E27FC236}">
                <a16:creationId xmlns:a16="http://schemas.microsoft.com/office/drawing/2014/main" id="{6FDB7C9B-D2FD-D74C-8311-40149A32BCB4}"/>
              </a:ext>
            </a:extLst>
          </p:cNvPr>
          <p:cNvSpPr txBox="1">
            <a:spLocks/>
          </p:cNvSpPr>
          <p:nvPr userDrawn="1"/>
        </p:nvSpPr>
        <p:spPr>
          <a:xfrm>
            <a:off x="6722269" y="4538664"/>
            <a:ext cx="2057400" cy="273844"/>
          </a:xfrm>
          <a:prstGeom prst="rect">
            <a:avLst/>
          </a:prstGeom>
        </p:spPr>
        <p:txBody>
          <a:bodyPr vert="horz" lIns="0" tIns="34290" rIns="0" bIns="34290" rtlCol="0" anchor="ctr"/>
          <a:lstStyle>
            <a:defPPr>
              <a:defRPr lang="en-US"/>
            </a:defPPr>
            <a:lvl1pPr marL="0" algn="r" defTabSz="914400" rtl="0" eaLnBrk="1" latinLnBrk="0" hangingPunct="1">
              <a:defRPr sz="900" kern="1200">
                <a:solidFill>
                  <a:schemeClr val="tx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099420A-AB6D-9F48-90BA-0FEF9014BA36}" type="slidenum">
              <a:rPr lang="en-US" sz="675" smtClean="0"/>
              <a:pPr/>
              <a:t>‹#›</a:t>
            </a:fld>
            <a:endParaRPr lang="en-US" sz="675" dirty="0"/>
          </a:p>
        </p:txBody>
      </p:sp>
      <p:sp>
        <p:nvSpPr>
          <p:cNvPr id="62" name="Text Placeholder 12">
            <a:extLst>
              <a:ext uri="{FF2B5EF4-FFF2-40B4-BE49-F238E27FC236}">
                <a16:creationId xmlns:a16="http://schemas.microsoft.com/office/drawing/2014/main" id="{7E0BFE7E-9AA6-B74F-A3DF-5DCD6C776C12}"/>
              </a:ext>
            </a:extLst>
          </p:cNvPr>
          <p:cNvSpPr>
            <a:spLocks noGrp="1"/>
          </p:cNvSpPr>
          <p:nvPr>
            <p:ph type="body" sz="quarter" idx="15" hasCustomPrompt="1"/>
          </p:nvPr>
        </p:nvSpPr>
        <p:spPr>
          <a:xfrm>
            <a:off x="1243862"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3" name="Text Placeholder 12">
            <a:extLst>
              <a:ext uri="{FF2B5EF4-FFF2-40B4-BE49-F238E27FC236}">
                <a16:creationId xmlns:a16="http://schemas.microsoft.com/office/drawing/2014/main" id="{D4557E82-1006-0D40-8208-9F8C65E548E7}"/>
              </a:ext>
            </a:extLst>
          </p:cNvPr>
          <p:cNvSpPr>
            <a:spLocks noGrp="1"/>
          </p:cNvSpPr>
          <p:nvPr>
            <p:ph type="body" sz="quarter" idx="33" hasCustomPrompt="1"/>
          </p:nvPr>
        </p:nvSpPr>
        <p:spPr>
          <a:xfrm>
            <a:off x="3111894"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4" name="Text Placeholder 12">
            <a:extLst>
              <a:ext uri="{FF2B5EF4-FFF2-40B4-BE49-F238E27FC236}">
                <a16:creationId xmlns:a16="http://schemas.microsoft.com/office/drawing/2014/main" id="{86F194CA-7D66-1142-978A-3FFBFFA22C0E}"/>
              </a:ext>
            </a:extLst>
          </p:cNvPr>
          <p:cNvSpPr>
            <a:spLocks noGrp="1"/>
          </p:cNvSpPr>
          <p:nvPr>
            <p:ph type="body" sz="quarter" idx="50" hasCustomPrompt="1"/>
          </p:nvPr>
        </p:nvSpPr>
        <p:spPr>
          <a:xfrm>
            <a:off x="4952567"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5" name="Text Placeholder 12">
            <a:extLst>
              <a:ext uri="{FF2B5EF4-FFF2-40B4-BE49-F238E27FC236}">
                <a16:creationId xmlns:a16="http://schemas.microsoft.com/office/drawing/2014/main" id="{A3BEBE19-45B9-8945-B262-8EDD0CFA8C33}"/>
              </a:ext>
            </a:extLst>
          </p:cNvPr>
          <p:cNvSpPr>
            <a:spLocks noGrp="1"/>
          </p:cNvSpPr>
          <p:nvPr>
            <p:ph type="body" sz="quarter" idx="52" hasCustomPrompt="1"/>
          </p:nvPr>
        </p:nvSpPr>
        <p:spPr>
          <a:xfrm>
            <a:off x="6819959" y="1840306"/>
            <a:ext cx="1694647" cy="754514"/>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6" name="Title 1">
            <a:extLst>
              <a:ext uri="{FF2B5EF4-FFF2-40B4-BE49-F238E27FC236}">
                <a16:creationId xmlns:a16="http://schemas.microsoft.com/office/drawing/2014/main" id="{8092A7CC-66D5-824D-AC01-78C41C2277A2}"/>
              </a:ext>
            </a:extLst>
          </p:cNvPr>
          <p:cNvSpPr>
            <a:spLocks noGrp="1"/>
          </p:cNvSpPr>
          <p:nvPr>
            <p:ph type="ctrTitle" hasCustomPrompt="1"/>
          </p:nvPr>
        </p:nvSpPr>
        <p:spPr>
          <a:xfrm>
            <a:off x="4608761" y="902757"/>
            <a:ext cx="4599387" cy="881868"/>
          </a:xfrm>
          <a:prstGeom prst="rect">
            <a:avLst/>
          </a:prstGeom>
          <a:noFill/>
        </p:spPr>
        <p:txBody>
          <a:bodyPr lIns="251999" tIns="180000" rIns="251999" bIns="251999" anchor="t">
            <a:noAutofit/>
          </a:bodyPr>
          <a:lstStyle>
            <a:lvl1pPr algn="l">
              <a:defRPr sz="3038" b="1" i="0">
                <a:solidFill>
                  <a:schemeClr val="tx1"/>
                </a:solidFill>
                <a:latin typeface="Century Gothic" panose="020B0502020202020204" pitchFamily="34" charset="0"/>
              </a:defRPr>
            </a:lvl1pPr>
          </a:lstStyle>
          <a:p>
            <a:r>
              <a:rPr lang="en-GB" dirty="0"/>
              <a:t>Lorem ipsum</a:t>
            </a:r>
            <a:endParaRPr lang="en-US" dirty="0"/>
          </a:p>
        </p:txBody>
      </p:sp>
      <p:sp>
        <p:nvSpPr>
          <p:cNvPr id="67" name="Text Placeholder 12">
            <a:extLst>
              <a:ext uri="{FF2B5EF4-FFF2-40B4-BE49-F238E27FC236}">
                <a16:creationId xmlns:a16="http://schemas.microsoft.com/office/drawing/2014/main" id="{CC5F14C1-3415-C749-AC2E-3C423BF336F4}"/>
              </a:ext>
            </a:extLst>
          </p:cNvPr>
          <p:cNvSpPr>
            <a:spLocks noGrp="1"/>
          </p:cNvSpPr>
          <p:nvPr>
            <p:ph type="body" sz="quarter" idx="42" hasCustomPrompt="1"/>
          </p:nvPr>
        </p:nvSpPr>
        <p:spPr>
          <a:xfrm>
            <a:off x="306350" y="3682481"/>
            <a:ext cx="1694647" cy="685922"/>
          </a:xfrm>
          <a:noFill/>
        </p:spPr>
        <p:txBody>
          <a:bodyPr lIns="180000" tIns="288000" rIns="180000">
            <a:noAutofit/>
          </a:bodyPr>
          <a:lstStyle>
            <a:lvl1pPr marL="0" indent="0">
              <a:lnSpc>
                <a:spcPct val="70000"/>
              </a:lnSpc>
              <a:buNone/>
              <a:defRPr sz="2700" b="0" i="0">
                <a:solidFill>
                  <a:schemeClr val="tx1"/>
                </a:solidFill>
                <a:latin typeface="Palatino Linotype" panose="02040502050505030304" pitchFamily="18" charset="0"/>
              </a:defRPr>
            </a:lvl1pPr>
          </a:lstStyle>
          <a:p>
            <a:pPr lvl="0"/>
            <a:r>
              <a:rPr lang="en-US" dirty="0"/>
              <a:t>19XX</a:t>
            </a:r>
          </a:p>
        </p:txBody>
      </p:sp>
      <p:sp>
        <p:nvSpPr>
          <p:cNvPr id="68" name="Text Placeholder 3">
            <a:extLst>
              <a:ext uri="{FF2B5EF4-FFF2-40B4-BE49-F238E27FC236}">
                <a16:creationId xmlns:a16="http://schemas.microsoft.com/office/drawing/2014/main" id="{1067CA0B-77F5-A641-95A1-2F12DBB9BE23}"/>
              </a:ext>
            </a:extLst>
          </p:cNvPr>
          <p:cNvSpPr>
            <a:spLocks noGrp="1"/>
          </p:cNvSpPr>
          <p:nvPr>
            <p:ph type="body" sz="quarter" idx="43" hasCustomPrompt="1"/>
          </p:nvPr>
        </p:nvSpPr>
        <p:spPr>
          <a:xfrm>
            <a:off x="244003" y="4063772"/>
            <a:ext cx="2098023" cy="819149"/>
          </a:xfrm>
        </p:spPr>
        <p:txBody>
          <a:bodyPr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675"/>
            </a:lvl1pPr>
          </a:lstStyle>
          <a:p>
            <a:pPr lvl="0"/>
            <a:r>
              <a:rPr lang="en-US" dirty="0"/>
              <a:t>Lorem ipsum dolor sit </a:t>
            </a:r>
            <a:r>
              <a:rPr lang="en-US" dirty="0" err="1"/>
              <a:t>amet</a:t>
            </a:r>
            <a:r>
              <a:rPr lang="en-US" dirty="0"/>
              <a:t>, </a:t>
            </a:r>
            <a:r>
              <a:rPr lang="en-US" dirty="0" err="1"/>
              <a:t>consectetur</a:t>
            </a:r>
            <a:r>
              <a:rPr lang="en-US" dirty="0"/>
              <a:t> </a:t>
            </a:r>
            <a:r>
              <a:rPr lang="en-US" dirty="0" err="1"/>
              <a:t>elit</a:t>
            </a:r>
            <a:r>
              <a:rPr lang="en-US" dirty="0"/>
              <a:t>.</a:t>
            </a:r>
          </a:p>
        </p:txBody>
      </p:sp>
    </p:spTree>
    <p:extLst>
      <p:ext uri="{BB962C8B-B14F-4D97-AF65-F5344CB8AC3E}">
        <p14:creationId xmlns:p14="http://schemas.microsoft.com/office/powerpoint/2010/main" val="31018615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
    <p:spTree>
      <p:nvGrpSpPr>
        <p:cNvPr id="1" name=""/>
        <p:cNvGrpSpPr/>
        <p:nvPr/>
      </p:nvGrpSpPr>
      <p:grpSpPr>
        <a:xfrm>
          <a:off x="0" y="0"/>
          <a:ext cx="0" cy="0"/>
          <a:chOff x="0" y="0"/>
          <a:chExt cx="0" cy="0"/>
        </a:xfrm>
      </p:grpSpPr>
      <p:sp>
        <p:nvSpPr>
          <p:cNvPr id="15" name="Picture Placeholder 4">
            <a:extLst>
              <a:ext uri="{FF2B5EF4-FFF2-40B4-BE49-F238E27FC236}">
                <a16:creationId xmlns:a16="http://schemas.microsoft.com/office/drawing/2014/main" id="{95282A63-94AE-CF47-9ED7-1C7AEBBE223E}"/>
              </a:ext>
            </a:extLst>
          </p:cNvPr>
          <p:cNvSpPr>
            <a:spLocks noGrp="1"/>
          </p:cNvSpPr>
          <p:nvPr>
            <p:ph type="pic" sz="quarter" idx="17"/>
          </p:nvPr>
        </p:nvSpPr>
        <p:spPr>
          <a:xfrm>
            <a:off x="1" y="3679031"/>
            <a:ext cx="3959224" cy="1464470"/>
          </a:xfrm>
          <a:solidFill>
            <a:schemeClr val="bg2"/>
          </a:solidFill>
        </p:spPr>
        <p:txBody>
          <a:bodyPr/>
          <a:lstStyle>
            <a:lvl1pPr marL="0" indent="0">
              <a:buNone/>
              <a:defRPr/>
            </a:lvl1pPr>
          </a:lstStyle>
          <a:p>
            <a:r>
              <a:rPr lang="en-GB"/>
              <a:t>Click icon to add picture</a:t>
            </a:r>
            <a:endParaRPr lang="en-US" dirty="0"/>
          </a:p>
        </p:txBody>
      </p:sp>
      <p:sp>
        <p:nvSpPr>
          <p:cNvPr id="18" name="Picture Placeholder 11">
            <a:extLst>
              <a:ext uri="{FF2B5EF4-FFF2-40B4-BE49-F238E27FC236}">
                <a16:creationId xmlns:a16="http://schemas.microsoft.com/office/drawing/2014/main" id="{6CC6BBDC-1A68-B24B-AB76-12214CB559F8}"/>
              </a:ext>
            </a:extLst>
          </p:cNvPr>
          <p:cNvSpPr>
            <a:spLocks noGrp="1"/>
          </p:cNvSpPr>
          <p:nvPr>
            <p:ph type="pic" sz="quarter" idx="25" hasCustomPrompt="1"/>
          </p:nvPr>
        </p:nvSpPr>
        <p:spPr>
          <a:xfrm>
            <a:off x="2850357" y="3165873"/>
            <a:ext cx="2297907" cy="1215627"/>
          </a:xfrm>
          <a:solidFill>
            <a:schemeClr val="bg1"/>
          </a:solidFill>
        </p:spPr>
        <p:txBody>
          <a:bodyPr/>
          <a:lstStyle>
            <a:lvl1pPr marL="0" indent="0">
              <a:buNone/>
              <a:defRPr>
                <a:noFill/>
              </a:defRPr>
            </a:lvl1pPr>
          </a:lstStyle>
          <a:p>
            <a:r>
              <a:rPr lang="en-US" dirty="0"/>
              <a:t>  </a:t>
            </a:r>
          </a:p>
        </p:txBody>
      </p:sp>
      <p:sp>
        <p:nvSpPr>
          <p:cNvPr id="19" name="Picture Placeholder 11">
            <a:extLst>
              <a:ext uri="{FF2B5EF4-FFF2-40B4-BE49-F238E27FC236}">
                <a16:creationId xmlns:a16="http://schemas.microsoft.com/office/drawing/2014/main" id="{D561834F-05CD-DE4A-B7A4-A211061A813A}"/>
              </a:ext>
            </a:extLst>
          </p:cNvPr>
          <p:cNvSpPr>
            <a:spLocks noGrp="1"/>
          </p:cNvSpPr>
          <p:nvPr>
            <p:ph type="pic" sz="quarter" idx="23"/>
          </p:nvPr>
        </p:nvSpPr>
        <p:spPr>
          <a:xfrm>
            <a:off x="1439863" y="3482595"/>
            <a:ext cx="1619251" cy="196436"/>
          </a:xfrm>
          <a:solidFill>
            <a:schemeClr val="accent1"/>
          </a:solidFill>
        </p:spPr>
        <p:txBody>
          <a:bodyPr/>
          <a:lstStyle>
            <a:lvl1pPr marL="0" indent="0">
              <a:buNone/>
              <a:defRPr>
                <a:noFill/>
              </a:defRPr>
            </a:lvl1pPr>
          </a:lstStyle>
          <a:p>
            <a:r>
              <a:rPr lang="en-GB" dirty="0"/>
              <a:t>Click icon to add picture</a:t>
            </a:r>
            <a:endParaRPr lang="en-US" dirty="0"/>
          </a:p>
        </p:txBody>
      </p:sp>
      <p:sp>
        <p:nvSpPr>
          <p:cNvPr id="20" name="Picture Placeholder 11">
            <a:extLst>
              <a:ext uri="{FF2B5EF4-FFF2-40B4-BE49-F238E27FC236}">
                <a16:creationId xmlns:a16="http://schemas.microsoft.com/office/drawing/2014/main" id="{11A88C5C-FD7C-F54D-8049-36F844CDCE2F}"/>
              </a:ext>
            </a:extLst>
          </p:cNvPr>
          <p:cNvSpPr>
            <a:spLocks noGrp="1"/>
          </p:cNvSpPr>
          <p:nvPr>
            <p:ph type="pic" sz="quarter" idx="24" hasCustomPrompt="1"/>
          </p:nvPr>
        </p:nvSpPr>
        <p:spPr>
          <a:xfrm>
            <a:off x="2806702" y="3482596"/>
            <a:ext cx="252412" cy="898904"/>
          </a:xfrm>
          <a:solidFill>
            <a:schemeClr val="accent1"/>
          </a:solidFill>
        </p:spPr>
        <p:txBody>
          <a:bodyPr/>
          <a:lstStyle>
            <a:lvl1pPr marL="0" indent="0">
              <a:buNone/>
              <a:defRPr>
                <a:noFill/>
              </a:defRPr>
            </a:lvl1pPr>
          </a:lstStyle>
          <a:p>
            <a:r>
              <a:rPr lang="en-US" dirty="0"/>
              <a:t> </a:t>
            </a:r>
          </a:p>
        </p:txBody>
      </p:sp>
      <p:sp>
        <p:nvSpPr>
          <p:cNvPr id="21" name="Text Placeholder 12">
            <a:extLst>
              <a:ext uri="{FF2B5EF4-FFF2-40B4-BE49-F238E27FC236}">
                <a16:creationId xmlns:a16="http://schemas.microsoft.com/office/drawing/2014/main" id="{AB223B2D-5280-8740-9672-8C2F50ED6C8A}"/>
              </a:ext>
            </a:extLst>
          </p:cNvPr>
          <p:cNvSpPr>
            <a:spLocks noGrp="1"/>
          </p:cNvSpPr>
          <p:nvPr>
            <p:ph type="body" sz="quarter" idx="15" hasCustomPrompt="1"/>
          </p:nvPr>
        </p:nvSpPr>
        <p:spPr>
          <a:xfrm>
            <a:off x="4402769" y="4298041"/>
            <a:ext cx="4766688" cy="682772"/>
          </a:xfrm>
          <a:solidFill>
            <a:schemeClr val="bg1"/>
          </a:solidFill>
        </p:spPr>
        <p:txBody>
          <a:bodyPr tIns="288000">
            <a:noAutofit/>
          </a:bodyPr>
          <a:lstStyle>
            <a:lvl1pPr marL="0" indent="0" algn="r">
              <a:lnSpc>
                <a:spcPct val="70000"/>
              </a:lnSpc>
              <a:buNone/>
              <a:defRPr sz="3038" b="0" i="0">
                <a:solidFill>
                  <a:schemeClr val="tx1"/>
                </a:solidFill>
                <a:latin typeface="Palatino Linotype" panose="02040502050505030304" pitchFamily="18" charset="0"/>
                <a:ea typeface="Palatino" pitchFamily="2" charset="77"/>
              </a:defRPr>
            </a:lvl1pPr>
          </a:lstStyle>
          <a:p>
            <a:pPr lvl="0"/>
            <a:r>
              <a:rPr lang="en-US" dirty="0"/>
              <a:t>dolor </a:t>
            </a:r>
            <a:r>
              <a:rPr lang="en-US" dirty="0" err="1"/>
              <a:t>etuw</a:t>
            </a:r>
            <a:endParaRPr lang="en-US" dirty="0"/>
          </a:p>
        </p:txBody>
      </p:sp>
      <p:sp>
        <p:nvSpPr>
          <p:cNvPr id="22" name="Title 1">
            <a:extLst>
              <a:ext uri="{FF2B5EF4-FFF2-40B4-BE49-F238E27FC236}">
                <a16:creationId xmlns:a16="http://schemas.microsoft.com/office/drawing/2014/main" id="{F8191F19-68AD-ED4B-A8B9-531FDEFD3107}"/>
              </a:ext>
            </a:extLst>
          </p:cNvPr>
          <p:cNvSpPr>
            <a:spLocks noGrp="1"/>
          </p:cNvSpPr>
          <p:nvPr>
            <p:ph type="ctrTitle" hasCustomPrompt="1"/>
          </p:nvPr>
        </p:nvSpPr>
        <p:spPr>
          <a:xfrm>
            <a:off x="4402769" y="3830606"/>
            <a:ext cx="4766688" cy="1312895"/>
          </a:xfrm>
          <a:prstGeom prst="rect">
            <a:avLst/>
          </a:prstGeom>
          <a:noFill/>
        </p:spPr>
        <p:txBody>
          <a:bodyPr lIns="251999" tIns="180000" rIns="251999" bIns="251999" anchor="t">
            <a:normAutofit/>
          </a:bodyPr>
          <a:lstStyle>
            <a:lvl1pPr algn="r">
              <a:defRPr sz="3038" b="1" i="0">
                <a:solidFill>
                  <a:schemeClr val="tx1"/>
                </a:solidFill>
                <a:latin typeface="Century Gothic" panose="020B0502020202020204" pitchFamily="34" charset="0"/>
              </a:defRPr>
            </a:lvl1pPr>
          </a:lstStyle>
          <a:p>
            <a:r>
              <a:rPr lang="en-GB" dirty="0"/>
              <a:t>Lorem</a:t>
            </a:r>
            <a:endParaRPr lang="en-US" dirty="0"/>
          </a:p>
        </p:txBody>
      </p:sp>
      <p:sp>
        <p:nvSpPr>
          <p:cNvPr id="23" name="Text Placeholder 6">
            <a:extLst>
              <a:ext uri="{FF2B5EF4-FFF2-40B4-BE49-F238E27FC236}">
                <a16:creationId xmlns:a16="http://schemas.microsoft.com/office/drawing/2014/main" id="{C5A15E2F-FA4E-254C-A51C-9219F2734096}"/>
              </a:ext>
            </a:extLst>
          </p:cNvPr>
          <p:cNvSpPr>
            <a:spLocks noGrp="1"/>
          </p:cNvSpPr>
          <p:nvPr>
            <p:ph type="body" sz="quarter" idx="34" hasCustomPrompt="1"/>
          </p:nvPr>
        </p:nvSpPr>
        <p:spPr>
          <a:xfrm>
            <a:off x="503239" y="206036"/>
            <a:ext cx="4645024" cy="880963"/>
          </a:xfrm>
        </p:spPr>
        <p:txBody>
          <a:bodyPr lIns="0" tIns="0" rIns="0" bIns="0">
            <a:noAutofit/>
          </a:bodyPr>
          <a:lstStyle>
            <a:lvl1pPr marL="0" indent="0">
              <a:buNone/>
              <a:defRPr sz="1294">
                <a:solidFill>
                  <a:schemeClr val="tx2"/>
                </a:solidFill>
                <a:latin typeface="Palatino Linotype" panose="02040502050505030304" pitchFamily="18" charset="0"/>
                <a:ea typeface="Palatino" pitchFamily="2"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ipsum. </a:t>
            </a:r>
            <a:r>
              <a:rPr lang="en-US" dirty="0" err="1"/>
              <a:t>Donec</a:t>
            </a:r>
            <a:r>
              <a:rPr lang="en-US" dirty="0"/>
              <a:t> </a:t>
            </a:r>
            <a:r>
              <a:rPr lang="en-US" dirty="0" err="1"/>
              <a:t>egestas</a:t>
            </a:r>
            <a:r>
              <a:rPr lang="en-US" dirty="0"/>
              <a:t> </a:t>
            </a:r>
            <a:r>
              <a:rPr lang="en-US" dirty="0" err="1"/>
              <a:t>eros</a:t>
            </a:r>
            <a:r>
              <a:rPr lang="en-US" dirty="0"/>
              <a:t> non </a:t>
            </a:r>
            <a:r>
              <a:rPr lang="en-US" dirty="0" err="1"/>
              <a:t>orci</a:t>
            </a:r>
            <a:r>
              <a:rPr lang="en-US" dirty="0"/>
              <a:t> </a:t>
            </a:r>
            <a:r>
              <a:rPr lang="en-US" dirty="0" err="1"/>
              <a:t>varius</a:t>
            </a:r>
            <a:r>
              <a:rPr lang="en-US" dirty="0"/>
              <a:t> </a:t>
            </a:r>
            <a:r>
              <a:rPr lang="en-US" dirty="0" err="1"/>
              <a:t>auctor</a:t>
            </a:r>
            <a:r>
              <a:rPr lang="en-US" dirty="0"/>
              <a:t>. </a:t>
            </a:r>
            <a:r>
              <a:rPr lang="en-US" dirty="0" err="1"/>
              <a:t>Mauris</a:t>
            </a:r>
            <a:r>
              <a:rPr lang="en-US" dirty="0"/>
              <a:t> vestibulum </a:t>
            </a:r>
            <a:r>
              <a:rPr lang="en-US" dirty="0" err="1"/>
              <a:t>aliquam</a:t>
            </a:r>
            <a:r>
              <a:rPr lang="en-US" dirty="0"/>
              <a:t> </a:t>
            </a:r>
            <a:r>
              <a:rPr lang="en-US" dirty="0" err="1"/>
              <a:t>risus</a:t>
            </a:r>
            <a:r>
              <a:rPr lang="en-US" dirty="0"/>
              <a:t>.</a:t>
            </a:r>
          </a:p>
        </p:txBody>
      </p:sp>
      <p:sp>
        <p:nvSpPr>
          <p:cNvPr id="24" name="Text Placeholder 3">
            <a:extLst>
              <a:ext uri="{FF2B5EF4-FFF2-40B4-BE49-F238E27FC236}">
                <a16:creationId xmlns:a16="http://schemas.microsoft.com/office/drawing/2014/main" id="{12772692-A21D-9045-BB6A-EFE89DC7818C}"/>
              </a:ext>
            </a:extLst>
          </p:cNvPr>
          <p:cNvSpPr>
            <a:spLocks noGrp="1"/>
          </p:cNvSpPr>
          <p:nvPr>
            <p:ph type="body" sz="quarter" idx="26" hasCustomPrompt="1"/>
          </p:nvPr>
        </p:nvSpPr>
        <p:spPr>
          <a:xfrm>
            <a:off x="503241"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28" name="Text Placeholder 3">
            <a:extLst>
              <a:ext uri="{FF2B5EF4-FFF2-40B4-BE49-F238E27FC236}">
                <a16:creationId xmlns:a16="http://schemas.microsoft.com/office/drawing/2014/main" id="{33D7CFF3-52B8-4540-A6AB-602A83AB79F3}"/>
              </a:ext>
            </a:extLst>
          </p:cNvPr>
          <p:cNvSpPr>
            <a:spLocks noGrp="1"/>
          </p:cNvSpPr>
          <p:nvPr>
            <p:ph type="body" sz="quarter" idx="30" hasCustomPrompt="1"/>
          </p:nvPr>
        </p:nvSpPr>
        <p:spPr>
          <a:xfrm>
            <a:off x="503241"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sp>
        <p:nvSpPr>
          <p:cNvPr id="36" name="Text Placeholder 3">
            <a:extLst>
              <a:ext uri="{FF2B5EF4-FFF2-40B4-BE49-F238E27FC236}">
                <a16:creationId xmlns:a16="http://schemas.microsoft.com/office/drawing/2014/main" id="{D0BC1229-0D65-EA48-8FCE-35904A03287B}"/>
              </a:ext>
            </a:extLst>
          </p:cNvPr>
          <p:cNvSpPr>
            <a:spLocks noGrp="1"/>
          </p:cNvSpPr>
          <p:nvPr>
            <p:ph type="body" sz="quarter" idx="35" hasCustomPrompt="1"/>
          </p:nvPr>
        </p:nvSpPr>
        <p:spPr>
          <a:xfrm>
            <a:off x="2674093"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37" name="Text Placeholder 3">
            <a:extLst>
              <a:ext uri="{FF2B5EF4-FFF2-40B4-BE49-F238E27FC236}">
                <a16:creationId xmlns:a16="http://schemas.microsoft.com/office/drawing/2014/main" id="{4C53C545-B93A-1043-B264-4A6243692C9F}"/>
              </a:ext>
            </a:extLst>
          </p:cNvPr>
          <p:cNvSpPr>
            <a:spLocks noGrp="1"/>
          </p:cNvSpPr>
          <p:nvPr>
            <p:ph type="body" sz="quarter" idx="36" hasCustomPrompt="1"/>
          </p:nvPr>
        </p:nvSpPr>
        <p:spPr>
          <a:xfrm>
            <a:off x="2674093"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sp>
        <p:nvSpPr>
          <p:cNvPr id="38" name="Text Placeholder 3">
            <a:extLst>
              <a:ext uri="{FF2B5EF4-FFF2-40B4-BE49-F238E27FC236}">
                <a16:creationId xmlns:a16="http://schemas.microsoft.com/office/drawing/2014/main" id="{B7A13241-2F26-5540-A7E3-D7EE53C01C0D}"/>
              </a:ext>
            </a:extLst>
          </p:cNvPr>
          <p:cNvSpPr>
            <a:spLocks noGrp="1"/>
          </p:cNvSpPr>
          <p:nvPr>
            <p:ph type="body" sz="quarter" idx="37" hasCustomPrompt="1"/>
          </p:nvPr>
        </p:nvSpPr>
        <p:spPr>
          <a:xfrm>
            <a:off x="4844946"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39" name="Text Placeholder 3">
            <a:extLst>
              <a:ext uri="{FF2B5EF4-FFF2-40B4-BE49-F238E27FC236}">
                <a16:creationId xmlns:a16="http://schemas.microsoft.com/office/drawing/2014/main" id="{A151602A-5F33-7147-B96B-34FBAE01E114}"/>
              </a:ext>
            </a:extLst>
          </p:cNvPr>
          <p:cNvSpPr>
            <a:spLocks noGrp="1"/>
          </p:cNvSpPr>
          <p:nvPr>
            <p:ph type="body" sz="quarter" idx="38" hasCustomPrompt="1"/>
          </p:nvPr>
        </p:nvSpPr>
        <p:spPr>
          <a:xfrm>
            <a:off x="4844946"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sp>
        <p:nvSpPr>
          <p:cNvPr id="40" name="Text Placeholder 3">
            <a:extLst>
              <a:ext uri="{FF2B5EF4-FFF2-40B4-BE49-F238E27FC236}">
                <a16:creationId xmlns:a16="http://schemas.microsoft.com/office/drawing/2014/main" id="{2CC6AC7D-F65E-C846-BE19-BF4C8ED51C25}"/>
              </a:ext>
            </a:extLst>
          </p:cNvPr>
          <p:cNvSpPr>
            <a:spLocks noGrp="1"/>
          </p:cNvSpPr>
          <p:nvPr>
            <p:ph type="body" sz="quarter" idx="39" hasCustomPrompt="1"/>
          </p:nvPr>
        </p:nvSpPr>
        <p:spPr>
          <a:xfrm>
            <a:off x="7015801" y="1804108"/>
            <a:ext cx="1873249" cy="1583989"/>
          </a:xfrm>
        </p:spPr>
        <p:txBody>
          <a:bodyPr lIns="0" tIns="0" rIns="0" bIns="0" numCol="1" spcCol="252000">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a:solidFill>
                  <a:schemeClr val="tx1"/>
                </a:solidFill>
              </a:defRPr>
            </a:lvl1pPr>
          </a:lstStyle>
          <a:p>
            <a:pPr lvl="0"/>
            <a:r>
              <a:rPr lang="en-US" dirty="0"/>
              <a:t>Lorem ipsum dolor sit </a:t>
            </a:r>
            <a:r>
              <a:rPr lang="en-US" dirty="0" err="1"/>
              <a:t>amet</a:t>
            </a:r>
            <a:r>
              <a:rPr lang="en-US" dirty="0"/>
              <a:t>, </a:t>
            </a:r>
            <a:r>
              <a:rPr lang="en-US" dirty="0" err="1"/>
              <a:t>consecetur</a:t>
            </a:r>
            <a:r>
              <a:rPr lang="en-US" dirty="0"/>
              <a:t> </a:t>
            </a:r>
            <a:r>
              <a:rPr lang="en-US" dirty="0" err="1"/>
              <a:t>adipiscing</a:t>
            </a:r>
            <a:r>
              <a:rPr lang="en-US" dirty="0"/>
              <a:t> </a:t>
            </a:r>
            <a:r>
              <a:rPr lang="en-US" dirty="0" err="1"/>
              <a:t>elit</a:t>
            </a:r>
            <a:r>
              <a:rPr lang="en-US" dirty="0"/>
              <a:t>. Nam sed </a:t>
            </a:r>
            <a:r>
              <a:rPr lang="en-US" dirty="0" err="1"/>
              <a:t>sollicitudin</a:t>
            </a:r>
            <a:r>
              <a:rPr lang="en-US" dirty="0"/>
              <a:t>. </a:t>
            </a:r>
          </a:p>
        </p:txBody>
      </p:sp>
      <p:sp>
        <p:nvSpPr>
          <p:cNvPr id="41" name="Text Placeholder 3">
            <a:extLst>
              <a:ext uri="{FF2B5EF4-FFF2-40B4-BE49-F238E27FC236}">
                <a16:creationId xmlns:a16="http://schemas.microsoft.com/office/drawing/2014/main" id="{FFAC7791-8BC4-DB4E-B22C-CB97B2A75C4C}"/>
              </a:ext>
            </a:extLst>
          </p:cNvPr>
          <p:cNvSpPr>
            <a:spLocks noGrp="1"/>
          </p:cNvSpPr>
          <p:nvPr>
            <p:ph type="body" sz="quarter" idx="40" hasCustomPrompt="1"/>
          </p:nvPr>
        </p:nvSpPr>
        <p:spPr>
          <a:xfrm>
            <a:off x="7015801" y="1356527"/>
            <a:ext cx="1873249" cy="431793"/>
          </a:xfrm>
        </p:spPr>
        <p:txBody>
          <a:bodyPr lIns="0" tIns="0" rIns="0" bIns="0" numCol="1" spcCol="252000" anchor="t">
            <a:noAutofit/>
          </a:bodyPr>
          <a:lstStyle>
            <a:lvl1pPr marL="0" marR="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sz="1013" b="1">
                <a:solidFill>
                  <a:schemeClr val="tx1"/>
                </a:solidFill>
              </a:defRPr>
            </a:lvl1pPr>
          </a:lstStyle>
          <a:p>
            <a:pPr lvl="0"/>
            <a:r>
              <a:rPr lang="en-US" dirty="0"/>
              <a:t>Lorem ipsum dolor</a:t>
            </a:r>
          </a:p>
        </p:txBody>
      </p:sp>
      <p:pic>
        <p:nvPicPr>
          <p:cNvPr id="46" name="Picture 45">
            <a:extLst>
              <a:ext uri="{FF2B5EF4-FFF2-40B4-BE49-F238E27FC236}">
                <a16:creationId xmlns:a16="http://schemas.microsoft.com/office/drawing/2014/main" id="{F0747FC6-1CC7-7048-8792-07EA97E20E48}"/>
              </a:ext>
            </a:extLst>
          </p:cNvPr>
          <p:cNvPicPr>
            <a:picLocks noChangeAspect="1"/>
          </p:cNvPicPr>
          <p:nvPr userDrawn="1"/>
        </p:nvPicPr>
        <p:blipFill>
          <a:blip r:embed="rId2"/>
          <a:stretch>
            <a:fillRect/>
          </a:stretch>
        </p:blipFill>
        <p:spPr>
          <a:xfrm>
            <a:off x="7127875" y="195263"/>
            <a:ext cx="1765300" cy="438150"/>
          </a:xfrm>
          <a:prstGeom prst="rect">
            <a:avLst/>
          </a:prstGeom>
        </p:spPr>
      </p:pic>
    </p:spTree>
    <p:extLst>
      <p:ext uri="{BB962C8B-B14F-4D97-AF65-F5344CB8AC3E}">
        <p14:creationId xmlns:p14="http://schemas.microsoft.com/office/powerpoint/2010/main" val="32967526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D03B-B0DB-E742-8753-5980F4B39383}"/>
              </a:ext>
            </a:extLst>
          </p:cNvPr>
          <p:cNvSpPr>
            <a:spLocks noGrp="1"/>
          </p:cNvSpPr>
          <p:nvPr>
            <p:ph type="ctrTitle" hasCustomPrompt="1"/>
          </p:nvPr>
        </p:nvSpPr>
        <p:spPr>
          <a:xfrm>
            <a:off x="1" y="195264"/>
            <a:ext cx="6769100" cy="457199"/>
          </a:xfrm>
          <a:noFill/>
        </p:spPr>
        <p:txBody>
          <a:bodyPr lIns="251999" tIns="0" rIns="251999" bIns="0" anchor="ctr">
            <a:normAutofit/>
          </a:bodyPr>
          <a:lstStyle>
            <a:lvl1pPr algn="l">
              <a:defRPr sz="2100" b="1" i="0">
                <a:solidFill>
                  <a:schemeClr val="tx1"/>
                </a:solidFill>
                <a:latin typeface="Century Gothic" panose="020B0502020202020204" pitchFamily="34" charset="0"/>
              </a:defRPr>
            </a:lvl1pPr>
          </a:lstStyle>
          <a:p>
            <a:r>
              <a:rPr lang="en-GB" dirty="0"/>
              <a:t>Lorem ipsum</a:t>
            </a:r>
            <a:endParaRPr lang="en-US" dirty="0"/>
          </a:p>
        </p:txBody>
      </p:sp>
      <p:sp>
        <p:nvSpPr>
          <p:cNvPr id="9" name="Rectangle 8">
            <a:extLst>
              <a:ext uri="{FF2B5EF4-FFF2-40B4-BE49-F238E27FC236}">
                <a16:creationId xmlns:a16="http://schemas.microsoft.com/office/drawing/2014/main" id="{7492C820-8C22-5549-90AD-337EB732D582}"/>
              </a:ext>
            </a:extLst>
          </p:cNvPr>
          <p:cNvSpPr/>
          <p:nvPr userDrawn="1"/>
        </p:nvSpPr>
        <p:spPr>
          <a:xfrm>
            <a:off x="6869907" y="1150144"/>
            <a:ext cx="2274095" cy="30670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
        <p:nvSpPr>
          <p:cNvPr id="6" name="Slide Number Placeholder 5">
            <a:extLst>
              <a:ext uri="{FF2B5EF4-FFF2-40B4-BE49-F238E27FC236}">
                <a16:creationId xmlns:a16="http://schemas.microsoft.com/office/drawing/2014/main" id="{FC6C341E-ABB9-7643-9FD5-2FEC7B85F97E}"/>
              </a:ext>
            </a:extLst>
          </p:cNvPr>
          <p:cNvSpPr>
            <a:spLocks noGrp="1"/>
          </p:cNvSpPr>
          <p:nvPr>
            <p:ph type="sldNum" sz="quarter" idx="19"/>
          </p:nvPr>
        </p:nvSpPr>
        <p:spPr/>
        <p:txBody>
          <a:bodyPr/>
          <a:lstStyle/>
          <a:p>
            <a:pPr>
              <a:defRPr/>
            </a:pPr>
            <a:fld id="{B099420A-AB6D-9F48-90BA-0FEF9014BA36}" type="slidenum">
              <a:rPr lang="en-US" smtClean="0">
                <a:solidFill>
                  <a:srgbClr val="000000"/>
                </a:solidFill>
              </a:rPr>
              <a:pPr>
                <a:defRPr/>
              </a:pPr>
              <a:t>‹#›</a:t>
            </a:fld>
            <a:endParaRPr lang="en-US" dirty="0">
              <a:solidFill>
                <a:srgbClr val="000000"/>
              </a:solidFill>
            </a:endParaRPr>
          </a:p>
        </p:txBody>
      </p:sp>
      <p:sp>
        <p:nvSpPr>
          <p:cNvPr id="14" name="Content Placeholder 13">
            <a:extLst>
              <a:ext uri="{FF2B5EF4-FFF2-40B4-BE49-F238E27FC236}">
                <a16:creationId xmlns:a16="http://schemas.microsoft.com/office/drawing/2014/main" id="{6EFA41F6-68C9-DF40-9F89-A5C792CA74E9}"/>
              </a:ext>
            </a:extLst>
          </p:cNvPr>
          <p:cNvSpPr>
            <a:spLocks noGrp="1"/>
          </p:cNvSpPr>
          <p:nvPr>
            <p:ph sz="quarter" idx="20"/>
          </p:nvPr>
        </p:nvSpPr>
        <p:spPr>
          <a:xfrm>
            <a:off x="250826"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ontent Placeholder 13">
            <a:extLst>
              <a:ext uri="{FF2B5EF4-FFF2-40B4-BE49-F238E27FC236}">
                <a16:creationId xmlns:a16="http://schemas.microsoft.com/office/drawing/2014/main" id="{6EB0C9BE-AD11-984D-B7E7-AF48531AB46F}"/>
              </a:ext>
            </a:extLst>
          </p:cNvPr>
          <p:cNvSpPr>
            <a:spLocks noGrp="1"/>
          </p:cNvSpPr>
          <p:nvPr>
            <p:ph sz="quarter" idx="22"/>
          </p:nvPr>
        </p:nvSpPr>
        <p:spPr>
          <a:xfrm>
            <a:off x="4707189" y="1572816"/>
            <a:ext cx="4185991" cy="2997224"/>
          </a:xfrm>
        </p:spPr>
        <p:txBody>
          <a:bodyPr lIns="0" tIns="0" rIns="0" bIns="0"/>
          <a:lstStyle>
            <a:lvl2pPr marL="200025" indent="-100013">
              <a:buFont typeface="System Font Regular"/>
              <a:buChar char="–"/>
              <a:defRPr/>
            </a:lvl2pPr>
            <a:lvl3pPr marL="300038" indent="-100013">
              <a:buFont typeface="Arial" panose="020B0604020202020204" pitchFamily="34" charset="0"/>
              <a:buChar char="•"/>
              <a:defRPr/>
            </a:lvl3pPr>
            <a:lvl4pPr marL="400050" indent="-100013">
              <a:buFont typeface="System Font Regular"/>
              <a:buChar char="–"/>
              <a:defRPr/>
            </a:lvl4pPr>
            <a:lvl5pPr marL="500063" indent="-100013">
              <a:buFont typeface="Arial" panose="020B0604020202020204" pitchFamily="34" charset="0"/>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ext Placeholder 4">
            <a:extLst>
              <a:ext uri="{FF2B5EF4-FFF2-40B4-BE49-F238E27FC236}">
                <a16:creationId xmlns:a16="http://schemas.microsoft.com/office/drawing/2014/main" id="{D3FDBCCF-B442-D846-9E24-A67444BBDC44}"/>
              </a:ext>
            </a:extLst>
          </p:cNvPr>
          <p:cNvSpPr>
            <a:spLocks noGrp="1"/>
          </p:cNvSpPr>
          <p:nvPr>
            <p:ph type="body" sz="quarter" idx="11" hasCustomPrompt="1"/>
          </p:nvPr>
        </p:nvSpPr>
        <p:spPr>
          <a:xfrm>
            <a:off x="241639"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sp>
        <p:nvSpPr>
          <p:cNvPr id="12" name="Text Placeholder 4">
            <a:extLst>
              <a:ext uri="{FF2B5EF4-FFF2-40B4-BE49-F238E27FC236}">
                <a16:creationId xmlns:a16="http://schemas.microsoft.com/office/drawing/2014/main" id="{6866E072-1E53-B245-AFA2-E6A5E929C68B}"/>
              </a:ext>
            </a:extLst>
          </p:cNvPr>
          <p:cNvSpPr>
            <a:spLocks noGrp="1"/>
          </p:cNvSpPr>
          <p:nvPr>
            <p:ph type="body" sz="quarter" idx="23" hasCustomPrompt="1"/>
          </p:nvPr>
        </p:nvSpPr>
        <p:spPr>
          <a:xfrm>
            <a:off x="4707188" y="1098708"/>
            <a:ext cx="4195176" cy="175262"/>
          </a:xfrm>
          <a:prstGeom prst="rect">
            <a:avLst/>
          </a:prstGeom>
        </p:spPr>
        <p:txBody>
          <a:bodyPr lIns="0" tIns="0" rIns="0" bIns="0">
            <a:noAutofit/>
          </a:bodyPr>
          <a:lstStyle>
            <a:lvl1pPr marL="0" indent="0">
              <a:buNone/>
              <a:defRPr sz="1650" baseline="0"/>
            </a:lvl1pPr>
          </a:lstStyle>
          <a:p>
            <a:pPr lvl="0"/>
            <a:r>
              <a:rPr lang="en-US" dirty="0"/>
              <a:t>Subheading</a:t>
            </a:r>
          </a:p>
        </p:txBody>
      </p:sp>
      <p:pic>
        <p:nvPicPr>
          <p:cNvPr id="15" name="Picture 14">
            <a:extLst>
              <a:ext uri="{FF2B5EF4-FFF2-40B4-BE49-F238E27FC236}">
                <a16:creationId xmlns:a16="http://schemas.microsoft.com/office/drawing/2014/main" id="{C6F1E97F-1464-4940-BB6E-E6409F7D35D0}"/>
              </a:ext>
            </a:extLst>
          </p:cNvPr>
          <p:cNvPicPr>
            <a:picLocks noChangeAspect="1"/>
          </p:cNvPicPr>
          <p:nvPr userDrawn="1"/>
        </p:nvPicPr>
        <p:blipFill>
          <a:blip r:embed="rId2"/>
          <a:stretch>
            <a:fillRect/>
          </a:stretch>
        </p:blipFill>
        <p:spPr>
          <a:xfrm>
            <a:off x="7127875" y="195263"/>
            <a:ext cx="1765300" cy="438150"/>
          </a:xfrm>
          <a:prstGeom prst="rect">
            <a:avLst/>
          </a:prstGeom>
        </p:spPr>
      </p:pic>
      <p:sp>
        <p:nvSpPr>
          <p:cNvPr id="16" name="Rectangle 15">
            <a:extLst>
              <a:ext uri="{FF2B5EF4-FFF2-40B4-BE49-F238E27FC236}">
                <a16:creationId xmlns:a16="http://schemas.microsoft.com/office/drawing/2014/main" id="{13E99384-FA99-2F4A-9598-EB3470B6DD08}"/>
              </a:ext>
            </a:extLst>
          </p:cNvPr>
          <p:cNvSpPr/>
          <p:nvPr userDrawn="1"/>
        </p:nvSpPr>
        <p:spPr>
          <a:xfrm>
            <a:off x="0" y="792480"/>
            <a:ext cx="9144000" cy="990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Century Gothic" panose="020F0302020204030204"/>
              <a:ea typeface="+mn-ea"/>
              <a:cs typeface="+mn-cs"/>
            </a:endParaRPr>
          </a:p>
        </p:txBody>
      </p:sp>
    </p:spTree>
    <p:extLst>
      <p:ext uri="{BB962C8B-B14F-4D97-AF65-F5344CB8AC3E}">
        <p14:creationId xmlns:p14="http://schemas.microsoft.com/office/powerpoint/2010/main" val="35465860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31520" y="481946"/>
            <a:ext cx="7680960" cy="10287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234768" y="4732020"/>
            <a:ext cx="2057400" cy="205740"/>
          </a:xfrm>
          <a:prstGeom prst="rect">
            <a:avLst/>
          </a:prstGeom>
        </p:spPr>
        <p:txBody>
          <a:bodyPr/>
          <a:lstStyle/>
          <a:p>
            <a:endParaRPr lang="en-US" dirty="0"/>
          </a:p>
        </p:txBody>
      </p:sp>
      <p:sp>
        <p:nvSpPr>
          <p:cNvPr id="8" name="Footer Placeholder 7"/>
          <p:cNvSpPr>
            <a:spLocks noGrp="1"/>
          </p:cNvSpPr>
          <p:nvPr>
            <p:ph type="ftr" sz="quarter" idx="11"/>
          </p:nvPr>
        </p:nvSpPr>
        <p:spPr>
          <a:xfrm>
            <a:off x="2596896" y="4732020"/>
            <a:ext cx="3950208" cy="205740"/>
          </a:xfrm>
          <a:prstGeom prst="rect">
            <a:avLst/>
          </a:prstGeom>
        </p:spPr>
        <p:txBody>
          <a:bodyPr/>
          <a:lstStyle/>
          <a:p>
            <a:r>
              <a:rPr lang="en-US"/>
              <a:t>0</a:t>
            </a:r>
            <a:endParaRPr lang="en-US" dirty="0"/>
          </a:p>
        </p:txBody>
      </p:sp>
      <p:sp>
        <p:nvSpPr>
          <p:cNvPr id="9" name="Slide Number Placeholder 8"/>
          <p:cNvSpPr>
            <a:spLocks noGrp="1"/>
          </p:cNvSpPr>
          <p:nvPr>
            <p:ph type="sldNum" sz="quarter" idx="12"/>
          </p:nvPr>
        </p:nvSpPr>
        <p:spPr/>
        <p:txBody>
          <a:bodyPr/>
          <a:lstStyle/>
          <a:p>
            <a:r>
              <a:rPr lang="en-US" altLang="en-US" dirty="0"/>
              <a:t>Slide </a:t>
            </a:r>
            <a:fld id="{8D99167F-F3AC-45F1-8973-BA20DB450E52}" type="slidenum">
              <a:rPr lang="en-US" altLang="en-US" smtClean="0"/>
              <a:pPr/>
              <a:t>‹#›</a:t>
            </a:fld>
            <a:endParaRPr lang="en-US" altLang="en-US" dirty="0"/>
          </a:p>
        </p:txBody>
      </p:sp>
    </p:spTree>
    <p:extLst>
      <p:ext uri="{BB962C8B-B14F-4D97-AF65-F5344CB8AC3E}">
        <p14:creationId xmlns:p14="http://schemas.microsoft.com/office/powerpoint/2010/main" val="1014290907"/>
      </p:ext>
    </p:extLst>
  </p:cSld>
  <p:clrMapOvr>
    <a:masterClrMapping/>
  </p:clrMapOvr>
  <p:transition>
    <p:pull dir="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27" name="Picture Placeholder 26"/>
          <p:cNvSpPr>
            <a:spLocks noGrp="1"/>
          </p:cNvSpPr>
          <p:nvPr>
            <p:ph type="pic" sz="quarter" idx="10"/>
          </p:nvPr>
        </p:nvSpPr>
        <p:spPr>
          <a:xfrm>
            <a:off x="0" y="779926"/>
            <a:ext cx="9144000" cy="3768262"/>
          </a:xfrm>
          <a:solidFill>
            <a:schemeClr val="bg1">
              <a:lumMod val="75000"/>
            </a:schemeClr>
          </a:solidFill>
        </p:spPr>
        <p:txBody>
          <a:bodyPr anchor="ctr" anchorCtr="0"/>
          <a:lstStyle>
            <a:lvl1pPr algn="ctr">
              <a:buNone/>
              <a:defRPr/>
            </a:lvl1pPr>
          </a:lstStyle>
          <a:p>
            <a:r>
              <a:rPr lang="en-US"/>
              <a:t>Click icon to add picture</a:t>
            </a:r>
            <a:endParaRPr lang="en-AU" dirty="0"/>
          </a:p>
        </p:txBody>
      </p:sp>
      <p:sp>
        <p:nvSpPr>
          <p:cNvPr id="2" name="Title 1"/>
          <p:cNvSpPr>
            <a:spLocks noGrp="1"/>
          </p:cNvSpPr>
          <p:nvPr>
            <p:ph type="ctrTitle"/>
          </p:nvPr>
        </p:nvSpPr>
        <p:spPr>
          <a:xfrm>
            <a:off x="-320" y="1007100"/>
            <a:ext cx="9144319" cy="1242000"/>
          </a:xfrm>
          <a:solidFill>
            <a:srgbClr val="0095D3">
              <a:alpha val="89804"/>
            </a:srgbClr>
          </a:solidFill>
          <a:ln>
            <a:noFill/>
          </a:ln>
        </p:spPr>
        <p:txBody>
          <a:bodyPr tIns="0" bIns="252000">
            <a:normAutofit/>
          </a:bodyPr>
          <a:lstStyle>
            <a:lvl1pPr marL="333375" indent="0" algn="l">
              <a:defRPr sz="2700" b="0">
                <a:solidFill>
                  <a:schemeClr val="bg1"/>
                </a:solidFill>
                <a:latin typeface="Garamond" pitchFamily="18" charset="0"/>
              </a:defRPr>
            </a:lvl1pPr>
          </a:lstStyle>
          <a:p>
            <a:r>
              <a:rPr lang="en-US"/>
              <a:t>Click to edit Master title style</a:t>
            </a:r>
            <a:endParaRPr lang="en-AU" dirty="0"/>
          </a:p>
        </p:txBody>
      </p:sp>
      <p:sp>
        <p:nvSpPr>
          <p:cNvPr id="3" name="Subtitle 2"/>
          <p:cNvSpPr>
            <a:spLocks noGrp="1"/>
          </p:cNvSpPr>
          <p:nvPr>
            <p:ph type="subTitle" idx="1"/>
          </p:nvPr>
        </p:nvSpPr>
        <p:spPr>
          <a:xfrm>
            <a:off x="504637" y="2409732"/>
            <a:ext cx="8639364" cy="1998222"/>
          </a:xfrm>
          <a:solidFill>
            <a:schemeClr val="tx1">
              <a:lumMod val="75000"/>
              <a:lumOff val="25000"/>
            </a:schemeClr>
          </a:solidFill>
          <a:ln>
            <a:noFill/>
          </a:ln>
        </p:spPr>
        <p:txBody>
          <a:bodyPr tIns="0" bIns="0" anchor="ctr" anchorCtr="0">
            <a:normAutofit/>
          </a:bodyPr>
          <a:lstStyle>
            <a:lvl1pPr marL="335756" indent="-257175" algn="l">
              <a:buClr>
                <a:schemeClr val="bg1"/>
              </a:buClr>
              <a:buFont typeface="Arial" panose="020B0604020202020204" pitchFamily="34" charset="0"/>
              <a:buChar char="•"/>
              <a:defRPr sz="1500" b="1" cap="none" baseline="0">
                <a:solidFill>
                  <a:schemeClr val="bg1"/>
                </a:solidFill>
                <a:latin typeface="+mn-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endParaRPr lang="en-AU" dirty="0"/>
          </a:p>
        </p:txBody>
      </p:sp>
      <p:sp>
        <p:nvSpPr>
          <p:cNvPr id="9" name="Text Placeholder 13"/>
          <p:cNvSpPr>
            <a:spLocks noGrp="1"/>
          </p:cNvSpPr>
          <p:nvPr>
            <p:ph type="body" sz="quarter" idx="14"/>
          </p:nvPr>
        </p:nvSpPr>
        <p:spPr>
          <a:xfrm>
            <a:off x="0" y="777728"/>
            <a:ext cx="9144000" cy="229500"/>
          </a:xfrm>
          <a:solidFill>
            <a:srgbClr val="0095D3">
              <a:alpha val="89804"/>
            </a:srgbClr>
          </a:solidFill>
        </p:spPr>
        <p:txBody>
          <a:bodyPr vert="horz" lIns="91440" tIns="45720" rIns="91440" bIns="45720" rtlCol="0" anchor="ctr" anchorCtr="0">
            <a:noAutofit/>
          </a:bodyPr>
          <a:lstStyle>
            <a:lvl1pPr marL="357188" marR="0" indent="0" algn="l" defTabSz="685800" rtl="0" eaLnBrk="1" fontAlgn="auto" latinLnBrk="0" hangingPunct="1">
              <a:lnSpc>
                <a:spcPct val="100000"/>
              </a:lnSpc>
              <a:spcBef>
                <a:spcPts val="0"/>
              </a:spcBef>
              <a:spcAft>
                <a:spcPts val="0"/>
              </a:spcAft>
              <a:buClr>
                <a:srgbClr val="1A1A1A"/>
              </a:buClr>
              <a:buSzTx/>
              <a:buFont typeface="Arial" pitchFamily="34" charset="0"/>
              <a:buNone/>
              <a:tabLst/>
              <a:defRPr lang="en-US" sz="638" b="1" kern="1200" cap="all" baseline="0" dirty="0" smtClean="0">
                <a:solidFill>
                  <a:schemeClr val="bg1"/>
                </a:solidFill>
                <a:latin typeface="+mj-lt"/>
                <a:ea typeface="+mj-ea"/>
                <a:cs typeface="Arial" pitchFamily="34" charset="0"/>
              </a:defRPr>
            </a:lvl1pPr>
            <a:lvl2pPr marL="357188" indent="0" algn="l" defTabSz="685800" rtl="0" eaLnBrk="1" latinLnBrk="0" hangingPunct="1">
              <a:spcBef>
                <a:spcPts val="0"/>
              </a:spcBef>
              <a:buClr>
                <a:srgbClr val="1A1A1A"/>
              </a:buClr>
              <a:buFont typeface="Arial" pitchFamily="34" charset="0"/>
              <a:buNone/>
              <a:defRPr lang="en-US" sz="750" b="0" kern="1200" cap="all" baseline="0" dirty="0" smtClean="0">
                <a:solidFill>
                  <a:schemeClr val="bg1"/>
                </a:solidFill>
                <a:latin typeface="+mj-lt"/>
                <a:ea typeface="+mj-ea"/>
                <a:cs typeface="Arial" pitchFamily="34" charset="0"/>
              </a:defRPr>
            </a:lvl2pPr>
            <a:lvl3pPr marL="357188" indent="0" algn="l" defTabSz="685800" rtl="0" eaLnBrk="1" latinLnBrk="0" hangingPunct="1">
              <a:spcBef>
                <a:spcPts val="0"/>
              </a:spcBef>
              <a:buClr>
                <a:srgbClr val="1A1A1A"/>
              </a:buClr>
              <a:buFont typeface="Arial" pitchFamily="34" charset="0"/>
              <a:buNone/>
              <a:defRPr lang="en-US" sz="750" b="0" kern="1200" cap="all" baseline="0" dirty="0" smtClean="0">
                <a:solidFill>
                  <a:schemeClr val="bg1"/>
                </a:solidFill>
                <a:latin typeface="+mj-lt"/>
                <a:ea typeface="+mj-ea"/>
                <a:cs typeface="Arial" pitchFamily="34" charset="0"/>
              </a:defRPr>
            </a:lvl3pPr>
            <a:lvl4pPr marL="357188" indent="0" algn="l" defTabSz="685800" rtl="0" eaLnBrk="1" latinLnBrk="0" hangingPunct="1">
              <a:spcBef>
                <a:spcPts val="0"/>
              </a:spcBef>
              <a:buClr>
                <a:srgbClr val="1A1A1A"/>
              </a:buClr>
              <a:buFont typeface="Arial" pitchFamily="34" charset="0"/>
              <a:buNone/>
              <a:defRPr lang="en-US" sz="750" b="0" kern="1200" cap="all" baseline="0" dirty="0" smtClean="0">
                <a:solidFill>
                  <a:schemeClr val="bg1"/>
                </a:solidFill>
                <a:latin typeface="+mj-lt"/>
                <a:ea typeface="+mj-ea"/>
                <a:cs typeface="Arial" pitchFamily="34" charset="0"/>
              </a:defRPr>
            </a:lvl4pPr>
            <a:lvl5pPr marL="357188" indent="0" algn="l" defTabSz="685800" rtl="0" eaLnBrk="1" latinLnBrk="0" hangingPunct="1">
              <a:spcBef>
                <a:spcPts val="0"/>
              </a:spcBef>
              <a:buClr>
                <a:srgbClr val="1A1A1A"/>
              </a:buClr>
              <a:buFont typeface="Arial" pitchFamily="34" charset="0"/>
              <a:buNone/>
              <a:defRPr lang="en-AU" sz="750" b="0" kern="1200" cap="all" baseline="0" dirty="0">
                <a:solidFill>
                  <a:schemeClr val="bg1"/>
                </a:solidFill>
                <a:latin typeface="+mj-lt"/>
                <a:ea typeface="+mj-ea"/>
                <a:cs typeface="Arial" pitchFamily="34" charset="0"/>
              </a:defRPr>
            </a:lvl5pPr>
          </a:lstStyle>
          <a:p>
            <a:pPr marL="357188" marR="0" lvl="0" indent="0" algn="l" defTabSz="685800" rtl="0" eaLnBrk="1" fontAlgn="auto" latinLnBrk="0" hangingPunct="1">
              <a:lnSpc>
                <a:spcPct val="100000"/>
              </a:lnSpc>
              <a:spcBef>
                <a:spcPts val="0"/>
              </a:spcBef>
              <a:spcAft>
                <a:spcPts val="0"/>
              </a:spcAft>
              <a:buClr>
                <a:srgbClr val="1A1A1A"/>
              </a:buClr>
              <a:buSzTx/>
              <a:buFont typeface="Arial" pitchFamily="34" charset="0"/>
              <a:buNone/>
              <a:tabLst/>
              <a:defRPr/>
            </a:pPr>
            <a:r>
              <a:rPr kumimoji="0" lang="en-US" sz="638" b="1" i="0" u="none" strike="noStrike" kern="1200" cap="all" spc="0" normalizeH="0" baseline="0" noProof="0">
                <a:ln>
                  <a:noFill/>
                </a:ln>
                <a:solidFill>
                  <a:prstClr val="white"/>
                </a:solidFill>
                <a:effectLst/>
                <a:uLnTx/>
                <a:uFillTx/>
                <a:latin typeface="+mj-lt"/>
                <a:ea typeface="+mj-ea"/>
                <a:cs typeface="Arial" pitchFamily="34" charset="0"/>
              </a:rPr>
              <a:t>Click to edit Master text styles</a:t>
            </a:r>
          </a:p>
        </p:txBody>
      </p:sp>
      <p:sp>
        <p:nvSpPr>
          <p:cNvPr id="14" name="Text Placeholder 13"/>
          <p:cNvSpPr>
            <a:spLocks noGrp="1"/>
          </p:cNvSpPr>
          <p:nvPr>
            <p:ph type="body" sz="quarter" idx="15" hasCustomPrompt="1"/>
          </p:nvPr>
        </p:nvSpPr>
        <p:spPr>
          <a:xfrm>
            <a:off x="5643177" y="4786444"/>
            <a:ext cx="3095947" cy="377596"/>
          </a:xfrm>
          <a:blipFill>
            <a:blip r:embed="rId2" cstate="print"/>
            <a:stretch>
              <a:fillRect/>
            </a:stretch>
          </a:blipFill>
        </p:spPr>
        <p:txBody>
          <a:bodyPr/>
          <a:lstStyle>
            <a:lvl1pPr>
              <a:defRPr/>
            </a:lvl1pPr>
          </a:lstStyle>
          <a:p>
            <a:pPr lvl="0"/>
            <a:r>
              <a:rPr lang="en-US" dirty="0"/>
              <a:t>                    </a:t>
            </a:r>
            <a:endParaRPr lang="en-AU" dirty="0"/>
          </a:p>
        </p:txBody>
      </p:sp>
      <p:pic>
        <p:nvPicPr>
          <p:cNvPr id="10" name="Picture 9" descr="Blackstripandlogo.emf"/>
          <p:cNvPicPr>
            <a:picLocks noChangeAspect="1"/>
          </p:cNvPicPr>
          <p:nvPr/>
        </p:nvPicPr>
        <p:blipFill>
          <a:blip r:embed="rId3" cstate="print"/>
          <a:srcRect r="-388"/>
          <a:stretch>
            <a:fillRect/>
          </a:stretch>
        </p:blipFill>
        <p:spPr>
          <a:xfrm>
            <a:off x="-40704" y="84329"/>
            <a:ext cx="9288000" cy="772956"/>
          </a:xfrm>
          <a:prstGeom prst="rect">
            <a:avLst/>
          </a:prstGeom>
        </p:spPr>
      </p:pic>
    </p:spTree>
    <p:extLst>
      <p:ext uri="{BB962C8B-B14F-4D97-AF65-F5344CB8AC3E}">
        <p14:creationId xmlns:p14="http://schemas.microsoft.com/office/powerpoint/2010/main" val="17338541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Black Banner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11510"/>
            <a:ext cx="8229600" cy="486054"/>
          </a:xfrm>
        </p:spPr>
        <p:txBody>
          <a:bodyPr>
            <a:noAutofit/>
          </a:bodyPr>
          <a:lstStyle>
            <a:lvl1pPr>
              <a:defRPr sz="1800"/>
            </a:lvl1pPr>
          </a:lstStyle>
          <a:p>
            <a:r>
              <a:rPr lang="en-US" dirty="0"/>
              <a:t>Click to edit Master title style</a:t>
            </a:r>
            <a:endParaRPr lang="en-AU" dirty="0"/>
          </a:p>
        </p:txBody>
      </p:sp>
      <p:sp>
        <p:nvSpPr>
          <p:cNvPr id="3" name="Content Placeholder 2"/>
          <p:cNvSpPr>
            <a:spLocks noGrp="1"/>
          </p:cNvSpPr>
          <p:nvPr>
            <p:ph idx="1"/>
          </p:nvPr>
        </p:nvSpPr>
        <p:spPr>
          <a:xfrm>
            <a:off x="447675" y="1059582"/>
            <a:ext cx="8229600" cy="3618402"/>
          </a:xfrm>
        </p:spPr>
        <p:txBody>
          <a:bodyPr>
            <a:normAutofit/>
          </a:bodyPr>
          <a:lstStyle>
            <a:lvl1pPr>
              <a:defRPr sz="1800" b="0">
                <a:latin typeface="Garamond" pitchFamily="18" charset="0"/>
              </a:defRPr>
            </a:lvl1pPr>
            <a:lvl2pPr>
              <a:defRPr sz="1800" b="0">
                <a:latin typeface="Garamond" pitchFamily="18" charset="0"/>
              </a:defRPr>
            </a:lvl2pPr>
            <a:lvl3pPr>
              <a:defRPr sz="1350" b="0">
                <a:latin typeface="Garamond" pitchFamily="18" charset="0"/>
              </a:defRPr>
            </a:lvl3pPr>
            <a:lvl5pPr>
              <a:defRPr sz="900"/>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p:txBody>
          <a:bodyPr/>
          <a:lstStyle/>
          <a:p>
            <a:pPr>
              <a:defRPr/>
            </a:pPr>
            <a:endParaRPr lang="en-US">
              <a:solidFill>
                <a:prstClr val="white"/>
              </a:solidFill>
            </a:endParaRPr>
          </a:p>
        </p:txBody>
      </p:sp>
      <p:sp>
        <p:nvSpPr>
          <p:cNvPr id="5" name="Footer Placeholder 4"/>
          <p:cNvSpPr>
            <a:spLocks noGrp="1"/>
          </p:cNvSpPr>
          <p:nvPr>
            <p:ph type="ftr" sz="quarter" idx="11"/>
          </p:nvPr>
        </p:nvSpPr>
        <p:spPr/>
        <p:txBody>
          <a:bodyPr/>
          <a:lstStyle/>
          <a:p>
            <a:pPr>
              <a:defRPr/>
            </a:pPr>
            <a:r>
              <a:rPr lang="en-US">
                <a:solidFill>
                  <a:prstClr val="white"/>
                </a:solidFill>
              </a:rPr>
              <a:t>0</a:t>
            </a:r>
          </a:p>
        </p:txBody>
      </p:sp>
      <p:sp>
        <p:nvSpPr>
          <p:cNvPr id="19"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8A9E4372-1BF8-4D4D-BAD2-DFCD6B376A65}"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32280195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lour Strip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lvl4pPr>
              <a:defRPr sz="900"/>
            </a:lvl4pPr>
            <a:lvl5pPr>
              <a:defRPr sz="900"/>
            </a:lvl5pPr>
          </a:lstStyle>
          <a:p>
            <a:pPr lvl="0"/>
            <a:r>
              <a:rPr lang="en-US"/>
              <a:t>Click to edit Master text styles</a:t>
            </a:r>
          </a:p>
          <a:p>
            <a:pPr lvl="1"/>
            <a:r>
              <a:rPr lang="en-US"/>
              <a:t>Second level</a:t>
            </a:r>
          </a:p>
          <a:p>
            <a:pPr lvl="2"/>
            <a:r>
              <a:rPr lang="en-US"/>
              <a:t>Third level</a:t>
            </a:r>
          </a:p>
        </p:txBody>
      </p:sp>
      <p:sp>
        <p:nvSpPr>
          <p:cNvPr id="11" name="Date Placeholder 3"/>
          <p:cNvSpPr>
            <a:spLocks noGrp="1"/>
          </p:cNvSpPr>
          <p:nvPr>
            <p:ph type="dt" sz="half" idx="2"/>
          </p:nvPr>
        </p:nvSpPr>
        <p:spPr>
          <a:xfrm>
            <a:off x="467544" y="4855371"/>
            <a:ext cx="864096" cy="273844"/>
          </a:xfrm>
          <a:prstGeom prst="rect">
            <a:avLst/>
          </a:prstGeom>
        </p:spPr>
        <p:txBody>
          <a:bodyPr vert="horz" lIns="91440" tIns="45720" rIns="91440" bIns="45720" rtlCol="0" anchor="ctr"/>
          <a:lstStyle>
            <a:lvl1pPr algn="l">
              <a:defRPr sz="750">
                <a:solidFill>
                  <a:schemeClr val="bg1"/>
                </a:solidFill>
                <a:latin typeface="+mj-lt"/>
              </a:defRPr>
            </a:lvl1pPr>
          </a:lstStyle>
          <a:p>
            <a:pPr>
              <a:defRPr/>
            </a:pPr>
            <a:endParaRPr lang="en-US">
              <a:solidFill>
                <a:prstClr val="white"/>
              </a:solidFill>
            </a:endParaRPr>
          </a:p>
        </p:txBody>
      </p:sp>
      <p:sp>
        <p:nvSpPr>
          <p:cNvPr id="12" name="Footer Placeholder 4"/>
          <p:cNvSpPr>
            <a:spLocks noGrp="1"/>
          </p:cNvSpPr>
          <p:nvPr>
            <p:ph type="ftr" sz="quarter" idx="3"/>
          </p:nvPr>
        </p:nvSpPr>
        <p:spPr>
          <a:xfrm>
            <a:off x="1619672" y="4855371"/>
            <a:ext cx="1944216" cy="273844"/>
          </a:xfrm>
          <a:prstGeom prst="rect">
            <a:avLst/>
          </a:prstGeom>
        </p:spPr>
        <p:txBody>
          <a:bodyPr vert="horz" lIns="91440" tIns="45720" rIns="91440" bIns="45720" rtlCol="0" anchor="ctr"/>
          <a:lstStyle>
            <a:lvl1pPr algn="ctr">
              <a:defRPr sz="750">
                <a:solidFill>
                  <a:schemeClr val="bg1"/>
                </a:solidFill>
                <a:latin typeface="+mj-lt"/>
              </a:defRPr>
            </a:lvl1pPr>
          </a:lstStyle>
          <a:p>
            <a:pPr>
              <a:defRPr/>
            </a:pPr>
            <a:r>
              <a:rPr lang="en-US">
                <a:solidFill>
                  <a:prstClr val="white"/>
                </a:solidFill>
              </a:rPr>
              <a:t>0</a:t>
            </a:r>
          </a:p>
        </p:txBody>
      </p:sp>
      <p:sp>
        <p:nvSpPr>
          <p:cNvPr id="16"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8A9E4372-1BF8-4D4D-BAD2-DFCD6B376A65}"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2005377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1" y="1151335"/>
            <a:ext cx="4040188" cy="479822"/>
          </a:xfrm>
        </p:spPr>
        <p:txBody>
          <a:bodyPr anchor="b">
            <a:normAutofit/>
          </a:bodyPr>
          <a:lstStyle>
            <a:lvl1pPr marL="0" indent="0">
              <a:buNone/>
              <a:defRPr sz="1575"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1801506"/>
            <a:ext cx="4040188" cy="2793118"/>
          </a:xfrm>
        </p:spPr>
        <p:txBody>
          <a:bodyPr>
            <a:normAutofit/>
          </a:bodyPr>
          <a:lstStyle>
            <a:lvl1pPr>
              <a:defRPr sz="1800">
                <a:latin typeface="Garamond" panose="02020404030301010803" pitchFamily="18" charset="0"/>
              </a:defRPr>
            </a:lvl1pPr>
            <a:lvl2pPr>
              <a:defRPr sz="1800">
                <a:latin typeface="Garamond" panose="02020404030301010803" pitchFamily="18" charset="0"/>
              </a:defRPr>
            </a:lvl2pPr>
            <a:lvl3pPr>
              <a:defRPr sz="1200">
                <a:latin typeface="Garamond" panose="02020404030301010803" pitchFamily="18" charset="0"/>
              </a:defRPr>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p:nvPr>
        </p:nvSpPr>
        <p:spPr>
          <a:xfrm>
            <a:off x="4645027" y="1151335"/>
            <a:ext cx="4041775" cy="479822"/>
          </a:xfrm>
        </p:spPr>
        <p:txBody>
          <a:bodyPr anchor="b">
            <a:normAutofit/>
          </a:bodyPr>
          <a:lstStyle>
            <a:lvl1pPr marL="0" indent="0">
              <a:buNone/>
              <a:defRPr sz="1575"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1801506"/>
            <a:ext cx="4041775" cy="2793118"/>
          </a:xfrm>
        </p:spPr>
        <p:txBody>
          <a:bodyPr>
            <a:normAutofit/>
          </a:bodyPr>
          <a:lstStyle>
            <a:lvl1pPr>
              <a:defRPr sz="1800">
                <a:latin typeface="Garamond" panose="02020404030301010803" pitchFamily="18" charset="0"/>
              </a:defRPr>
            </a:lvl1pPr>
            <a:lvl2pPr>
              <a:defRPr sz="1800">
                <a:latin typeface="Garamond" panose="02020404030301010803" pitchFamily="18" charset="0"/>
              </a:defRPr>
            </a:lvl2pPr>
            <a:lvl3pPr>
              <a:defRPr sz="1200">
                <a:latin typeface="Garamond" panose="02020404030301010803" pitchFamily="18" charset="0"/>
              </a:defRPr>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p:txBody>
      </p:sp>
      <p:sp>
        <p:nvSpPr>
          <p:cNvPr id="7" name="Date Placeholder 6"/>
          <p:cNvSpPr>
            <a:spLocks noGrp="1"/>
          </p:cNvSpPr>
          <p:nvPr>
            <p:ph type="dt" sz="half" idx="10"/>
          </p:nvPr>
        </p:nvSpPr>
        <p:spPr/>
        <p:txBody>
          <a:bodyPr/>
          <a:lstStyle/>
          <a:p>
            <a:pPr>
              <a:defRPr/>
            </a:pPr>
            <a:endParaRPr lang="en-US">
              <a:solidFill>
                <a:prstClr val="white"/>
              </a:solidFill>
            </a:endParaRPr>
          </a:p>
        </p:txBody>
      </p:sp>
      <p:sp>
        <p:nvSpPr>
          <p:cNvPr id="8" name="Footer Placeholder 7"/>
          <p:cNvSpPr>
            <a:spLocks noGrp="1"/>
          </p:cNvSpPr>
          <p:nvPr>
            <p:ph type="ftr" sz="quarter" idx="11"/>
          </p:nvPr>
        </p:nvSpPr>
        <p:spPr/>
        <p:txBody>
          <a:bodyPr/>
          <a:lstStyle/>
          <a:p>
            <a:pPr>
              <a:defRPr/>
            </a:pPr>
            <a:r>
              <a:rPr lang="en-US">
                <a:solidFill>
                  <a:prstClr val="white"/>
                </a:solidFill>
              </a:rPr>
              <a:t>0</a:t>
            </a:r>
          </a:p>
        </p:txBody>
      </p:sp>
      <p:sp>
        <p:nvSpPr>
          <p:cNvPr id="10" name="Slide Number Placeholder 5"/>
          <p:cNvSpPr>
            <a:spLocks noGrp="1"/>
          </p:cNvSpPr>
          <p:nvPr>
            <p:ph type="sldNum" sz="quarter" idx="12"/>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8A9E4372-1BF8-4D4D-BAD2-DFCD6B376A65}" type="slidenum">
              <a:rPr lang="en-US">
                <a:solidFill>
                  <a:prstClr val="white"/>
                </a:solidFill>
              </a:rPr>
              <a:pPr>
                <a:defRPr/>
              </a:pPr>
              <a:t>‹#›</a:t>
            </a:fld>
            <a:endParaRPr lang="en-US">
              <a:solidFill>
                <a:prstClr val="white"/>
              </a:solidFill>
            </a:endParaRPr>
          </a:p>
        </p:txBody>
      </p:sp>
      <p:sp>
        <p:nvSpPr>
          <p:cNvPr id="9" name="Title 1"/>
          <p:cNvSpPr>
            <a:spLocks noGrp="1"/>
          </p:cNvSpPr>
          <p:nvPr>
            <p:ph type="title"/>
          </p:nvPr>
        </p:nvSpPr>
        <p:spPr>
          <a:xfrm>
            <a:off x="457200" y="411510"/>
            <a:ext cx="8229600" cy="486054"/>
          </a:xfrm>
        </p:spPr>
        <p:txBody>
          <a:bodyPr>
            <a:noAutofit/>
          </a:bodyPr>
          <a:lstStyle>
            <a:lvl1pPr>
              <a:defRPr sz="1800"/>
            </a:lvl1pPr>
          </a:lstStyle>
          <a:p>
            <a:r>
              <a:rPr lang="en-US" dirty="0"/>
              <a:t>Click to edit Master title style</a:t>
            </a:r>
            <a:endParaRPr lang="en-AU" dirty="0"/>
          </a:p>
        </p:txBody>
      </p:sp>
    </p:spTree>
    <p:extLst>
      <p:ext uri="{BB962C8B-B14F-4D97-AF65-F5344CB8AC3E}">
        <p14:creationId xmlns:p14="http://schemas.microsoft.com/office/powerpoint/2010/main" val="39387555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prstClr val="white"/>
              </a:solidFill>
            </a:endParaRPr>
          </a:p>
        </p:txBody>
      </p:sp>
      <p:sp>
        <p:nvSpPr>
          <p:cNvPr id="3" name="Footer Placeholder 2"/>
          <p:cNvSpPr>
            <a:spLocks noGrp="1"/>
          </p:cNvSpPr>
          <p:nvPr>
            <p:ph type="ftr" sz="quarter" idx="11"/>
          </p:nvPr>
        </p:nvSpPr>
        <p:spPr/>
        <p:txBody>
          <a:bodyPr/>
          <a:lstStyle/>
          <a:p>
            <a:pPr>
              <a:defRPr/>
            </a:pPr>
            <a:r>
              <a:rPr lang="en-US">
                <a:solidFill>
                  <a:prstClr val="white"/>
                </a:solidFill>
              </a:rPr>
              <a:t>0</a:t>
            </a:r>
          </a:p>
        </p:txBody>
      </p:sp>
      <p:sp>
        <p:nvSpPr>
          <p:cNvPr id="5"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40D8AFF2-F507-4F1C-883F-F63A23A8B847}"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1235511251"/>
      </p:ext>
    </p:extLst>
  </p:cSld>
  <p:clrMapOvr>
    <a:masterClrMapping/>
  </p:clrMapOvr>
  <p:transition>
    <p:wipe dir="d"/>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54983" name="Rectangle 7"/>
          <p:cNvSpPr>
            <a:spLocks noGrp="1" noChangeArrowheads="1"/>
          </p:cNvSpPr>
          <p:nvPr>
            <p:ph type="ctrTitle" sz="quarter"/>
          </p:nvPr>
        </p:nvSpPr>
        <p:spPr>
          <a:xfrm>
            <a:off x="455613" y="3121820"/>
            <a:ext cx="7772400" cy="415529"/>
          </a:xfrm>
        </p:spPr>
        <p:txBody>
          <a:bodyPr tIns="0" bIns="0"/>
          <a:lstStyle>
            <a:lvl1pPr>
              <a:defRPr sz="2700"/>
            </a:lvl1pPr>
          </a:lstStyle>
          <a:p>
            <a:pPr lvl="0"/>
            <a:r>
              <a:rPr lang="en-US" noProof="0"/>
              <a:t>Click to edit Master title style</a:t>
            </a:r>
          </a:p>
        </p:txBody>
      </p:sp>
      <p:sp>
        <p:nvSpPr>
          <p:cNvPr id="254984" name="Rectangle 8"/>
          <p:cNvSpPr>
            <a:spLocks noGrp="1" noChangeArrowheads="1"/>
          </p:cNvSpPr>
          <p:nvPr>
            <p:ph type="subTitle" sz="quarter" idx="1"/>
          </p:nvPr>
        </p:nvSpPr>
        <p:spPr>
          <a:xfrm>
            <a:off x="468313" y="3975497"/>
            <a:ext cx="7758112" cy="304800"/>
          </a:xfrm>
        </p:spPr>
        <p:txBody>
          <a:bodyPr/>
          <a:lstStyle>
            <a:lvl1pPr marL="0" indent="0">
              <a:buFontTx/>
              <a:buNone/>
              <a:defRPr/>
            </a:lvl1pPr>
          </a:lstStyle>
          <a:p>
            <a:pPr lvl="0"/>
            <a:r>
              <a:rPr lang="en-US" noProof="0"/>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solidFill>
                <a:prstClr val="white"/>
              </a:solidFill>
            </a:endParaRPr>
          </a:p>
        </p:txBody>
      </p:sp>
      <p:sp>
        <p:nvSpPr>
          <p:cNvPr id="7" name="Rectangle 5"/>
          <p:cNvSpPr>
            <a:spLocks noGrp="1" noChangeArrowheads="1"/>
          </p:cNvSpPr>
          <p:nvPr>
            <p:ph type="ftr" sz="quarter" idx="11"/>
          </p:nvPr>
        </p:nvSpPr>
        <p:spPr/>
        <p:txBody>
          <a:bodyPr/>
          <a:lstStyle>
            <a:lvl1pPr>
              <a:defRPr/>
            </a:lvl1pPr>
          </a:lstStyle>
          <a:p>
            <a:pPr>
              <a:defRPr/>
            </a:pPr>
            <a:r>
              <a:rPr lang="en-US">
                <a:solidFill>
                  <a:prstClr val="white"/>
                </a:solidFill>
              </a:rPr>
              <a:t>0</a:t>
            </a:r>
          </a:p>
        </p:txBody>
      </p:sp>
      <p:sp>
        <p:nvSpPr>
          <p:cNvPr id="8" name="Rectangle 6"/>
          <p:cNvSpPr>
            <a:spLocks noGrp="1" noChangeArrowheads="1"/>
          </p:cNvSpPr>
          <p:nvPr>
            <p:ph type="sldNum" sz="quarter" idx="12"/>
          </p:nvPr>
        </p:nvSpPr>
        <p:spPr/>
        <p:txBody>
          <a:bodyPr/>
          <a:lstStyle>
            <a:lvl1pPr>
              <a:defRPr/>
            </a:lvl1pPr>
          </a:lstStyle>
          <a:p>
            <a:pPr>
              <a:defRPr/>
            </a:pPr>
            <a:fld id="{BE19BCD7-7B14-4523-A54C-96457F4113D2}"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992502101"/>
      </p:ext>
    </p:extLst>
  </p:cSld>
  <p:clrMapOvr>
    <a:masterClrMapping/>
  </p:clrMapOvr>
  <p:transition spd="slow"/>
</p:sldLayout>
</file>

<file path=ppt/slideLayouts/slideLayout40.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68314" y="195264"/>
            <a:ext cx="6048375" cy="756047"/>
          </a:xfrm>
        </p:spPr>
        <p:txBody>
          <a:bodyPr/>
          <a:lstStyle/>
          <a:p>
            <a:r>
              <a:rPr lang="en-US"/>
              <a:t>Click to edit Master title style</a:t>
            </a:r>
            <a:endParaRPr lang="en-AU"/>
          </a:p>
        </p:txBody>
      </p:sp>
      <p:sp>
        <p:nvSpPr>
          <p:cNvPr id="3" name="SmartArt Placeholder 2"/>
          <p:cNvSpPr>
            <a:spLocks noGrp="1"/>
          </p:cNvSpPr>
          <p:nvPr>
            <p:ph type="dgm" idx="1"/>
          </p:nvPr>
        </p:nvSpPr>
        <p:spPr>
          <a:xfrm>
            <a:off x="457200" y="1168003"/>
            <a:ext cx="8218488" cy="3348038"/>
          </a:xfrm>
        </p:spPr>
        <p:txBody>
          <a:bodyPr/>
          <a:lstStyle/>
          <a:p>
            <a:pPr lvl="0"/>
            <a:endParaRPr lang="en-AU"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solidFill>
                <a:prstClr val="white"/>
              </a:solidFill>
            </a:endParaRPr>
          </a:p>
        </p:txBody>
      </p:sp>
      <p:sp>
        <p:nvSpPr>
          <p:cNvPr id="5" name="Rectangle 7"/>
          <p:cNvSpPr>
            <a:spLocks noGrp="1" noChangeArrowheads="1"/>
          </p:cNvSpPr>
          <p:nvPr>
            <p:ph type="ftr" sz="quarter" idx="11"/>
          </p:nvPr>
        </p:nvSpPr>
        <p:spPr>
          <a:ln/>
        </p:spPr>
        <p:txBody>
          <a:bodyPr/>
          <a:lstStyle>
            <a:lvl1pPr>
              <a:defRPr/>
            </a:lvl1pPr>
          </a:lstStyle>
          <a:p>
            <a:pPr>
              <a:defRPr/>
            </a:pPr>
            <a:r>
              <a:rPr lang="en-US">
                <a:solidFill>
                  <a:prstClr val="white"/>
                </a:solidFill>
              </a:rPr>
              <a:t>0</a:t>
            </a:r>
          </a:p>
        </p:txBody>
      </p:sp>
      <p:sp>
        <p:nvSpPr>
          <p:cNvPr id="6" name="Rectangle 8"/>
          <p:cNvSpPr>
            <a:spLocks noGrp="1" noChangeArrowheads="1"/>
          </p:cNvSpPr>
          <p:nvPr>
            <p:ph type="sldNum" sz="quarter" idx="12"/>
          </p:nvPr>
        </p:nvSpPr>
        <p:spPr>
          <a:ln/>
        </p:spPr>
        <p:txBody>
          <a:bodyPr/>
          <a:lstStyle>
            <a:lvl1pPr>
              <a:defRPr/>
            </a:lvl1pPr>
          </a:lstStyle>
          <a:p>
            <a:pPr>
              <a:defRPr/>
            </a:pPr>
            <a:fld id="{8C1F10B2-EB72-47E4-99B7-163DECE84249}"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2483045681"/>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A1FF9C-B2E5-9645-ACCE-65406CDBAA74}"/>
              </a:ext>
            </a:extLst>
          </p:cNvPr>
          <p:cNvSpPr>
            <a:spLocks noGrp="1"/>
          </p:cNvSpPr>
          <p:nvPr>
            <p:ph type="title"/>
          </p:nvPr>
        </p:nvSpPr>
        <p:spPr>
          <a:xfrm>
            <a:off x="-2381" y="1087041"/>
            <a:ext cx="9146381" cy="701278"/>
          </a:xfrm>
          <a:prstGeom prst="rect">
            <a:avLst/>
          </a:prstGeom>
        </p:spPr>
        <p:txBody>
          <a:bodyPr vert="horz" lIns="251999" tIns="251999" rIns="251999" bIns="251999"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8167A68B-5F2B-034C-BFF3-3E05C670FF32}"/>
              </a:ext>
            </a:extLst>
          </p:cNvPr>
          <p:cNvSpPr>
            <a:spLocks noGrp="1"/>
          </p:cNvSpPr>
          <p:nvPr>
            <p:ph type="body" idx="1"/>
          </p:nvPr>
        </p:nvSpPr>
        <p:spPr>
          <a:xfrm>
            <a:off x="1200151" y="2275285"/>
            <a:ext cx="6756400" cy="1593056"/>
          </a:xfrm>
          <a:prstGeom prst="rect">
            <a:avLst/>
          </a:prstGeom>
        </p:spPr>
        <p:txBody>
          <a:bodyPr vert="horz" lIns="251999" tIns="251999" rIns="251999" bIns="251999"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2D7B3D5D-65C9-3348-A132-33C0D8D38B40}"/>
              </a:ext>
            </a:extLst>
          </p:cNvPr>
          <p:cNvSpPr>
            <a:spLocks noGrp="1"/>
          </p:cNvSpPr>
          <p:nvPr>
            <p:ph type="dt" sz="half" idx="2"/>
          </p:nvPr>
        </p:nvSpPr>
        <p:spPr>
          <a:xfrm>
            <a:off x="253207" y="4569619"/>
            <a:ext cx="2057400" cy="273844"/>
          </a:xfrm>
          <a:prstGeom prst="rect">
            <a:avLst/>
          </a:prstGeom>
        </p:spPr>
        <p:txBody>
          <a:bodyPr vert="horz" lIns="0" tIns="54000" rIns="0" bIns="0" rtlCol="0" anchor="ctr"/>
          <a:lstStyle>
            <a:lvl1pPr algn="l">
              <a:defRPr sz="900">
                <a:solidFill>
                  <a:schemeClr val="tx1"/>
                </a:solidFill>
                <a:latin typeface="Century Gothic" panose="020B0502020202020204" pitchFamily="34" charset="0"/>
              </a:defRPr>
            </a:lvl1pPr>
          </a:lstStyle>
          <a:p>
            <a:endParaRPr lang="en-US" dirty="0"/>
          </a:p>
        </p:txBody>
      </p:sp>
      <p:sp>
        <p:nvSpPr>
          <p:cNvPr id="5" name="Footer Placeholder 4">
            <a:extLst>
              <a:ext uri="{FF2B5EF4-FFF2-40B4-BE49-F238E27FC236}">
                <a16:creationId xmlns:a16="http://schemas.microsoft.com/office/drawing/2014/main" id="{61264DF0-FFDD-D344-8E4F-582A5B531C1D}"/>
              </a:ext>
            </a:extLst>
          </p:cNvPr>
          <p:cNvSpPr>
            <a:spLocks noGrp="1"/>
          </p:cNvSpPr>
          <p:nvPr>
            <p:ph type="ftr" sz="quarter" idx="3"/>
          </p:nvPr>
        </p:nvSpPr>
        <p:spPr>
          <a:xfrm>
            <a:off x="3043237" y="4569619"/>
            <a:ext cx="3059907" cy="273844"/>
          </a:xfrm>
          <a:prstGeom prst="rect">
            <a:avLst/>
          </a:prstGeom>
        </p:spPr>
        <p:txBody>
          <a:bodyPr vert="horz" lIns="0" tIns="54000" rIns="0" bIns="0" rtlCol="0" anchor="ctr"/>
          <a:lstStyle>
            <a:lvl1pPr algn="ctr">
              <a:defRPr sz="900">
                <a:solidFill>
                  <a:schemeClr val="tx1"/>
                </a:solidFill>
                <a:latin typeface="Century Gothic" panose="020B0502020202020204" pitchFamily="34" charset="0"/>
              </a:defRPr>
            </a:lvl1pPr>
          </a:lstStyle>
          <a:p>
            <a:r>
              <a:rPr lang="en-US"/>
              <a:t>0</a:t>
            </a:r>
            <a:endParaRPr lang="en-US" dirty="0"/>
          </a:p>
        </p:txBody>
      </p:sp>
      <p:sp>
        <p:nvSpPr>
          <p:cNvPr id="6" name="Slide Number Placeholder 5">
            <a:extLst>
              <a:ext uri="{FF2B5EF4-FFF2-40B4-BE49-F238E27FC236}">
                <a16:creationId xmlns:a16="http://schemas.microsoft.com/office/drawing/2014/main" id="{D2A52AFB-1D5C-FF4B-BBBE-F06F82667F48}"/>
              </a:ext>
            </a:extLst>
          </p:cNvPr>
          <p:cNvSpPr>
            <a:spLocks noGrp="1"/>
          </p:cNvSpPr>
          <p:nvPr>
            <p:ph type="sldNum" sz="quarter" idx="4"/>
          </p:nvPr>
        </p:nvSpPr>
        <p:spPr>
          <a:xfrm>
            <a:off x="6835775" y="4569619"/>
            <a:ext cx="2057400" cy="273844"/>
          </a:xfrm>
          <a:prstGeom prst="rect">
            <a:avLst/>
          </a:prstGeom>
        </p:spPr>
        <p:txBody>
          <a:bodyPr vert="horz" lIns="0" tIns="54000" rIns="0" bIns="0" rtlCol="0" anchor="ctr"/>
          <a:lstStyle>
            <a:lvl1pPr algn="r">
              <a:defRPr sz="900">
                <a:solidFill>
                  <a:schemeClr val="tx1"/>
                </a:solidFill>
                <a:latin typeface="Century Gothic" panose="020B0502020202020204" pitchFamily="34" charset="0"/>
              </a:defRPr>
            </a:lvl1pPr>
          </a:lstStyle>
          <a:p>
            <a:fld id="{B099420A-AB6D-9F48-90BA-0FEF9014BA36}" type="slidenum">
              <a:rPr lang="en-US" smtClean="0"/>
              <a:pPr/>
              <a:t>‹#›</a:t>
            </a:fld>
            <a:endParaRPr lang="en-US" dirty="0"/>
          </a:p>
        </p:txBody>
      </p:sp>
    </p:spTree>
    <p:extLst>
      <p:ext uri="{BB962C8B-B14F-4D97-AF65-F5344CB8AC3E}">
        <p14:creationId xmlns:p14="http://schemas.microsoft.com/office/powerpoint/2010/main" val="2424541773"/>
      </p:ext>
    </p:extLst>
  </p:cSld>
  <p:clrMap bg1="lt1" tx1="dk1" bg2="lt2" tx2="dk2" accent1="accent1" accent2="accent2" accent3="accent3" accent4="accent4" accent5="accent5" accent6="accent6" hlink="hlink" folHlink="folHlink"/>
  <p:sldLayoutIdLst>
    <p:sldLayoutId id="2147483698" r:id="rId1"/>
    <p:sldLayoutId id="2147483730" r:id="rId2"/>
    <p:sldLayoutId id="2147483729"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Lst>
  <p:hf hdr="0" dt="0"/>
  <p:txStyles>
    <p:titleStyle>
      <a:lvl1pPr algn="l" defTabSz="514350" rtl="0" eaLnBrk="1" latinLnBrk="0" hangingPunct="1">
        <a:lnSpc>
          <a:spcPct val="90000"/>
        </a:lnSpc>
        <a:spcBef>
          <a:spcPct val="0"/>
        </a:spcBef>
        <a:buNone/>
        <a:defRPr sz="3000" b="1" i="0" kern="1200">
          <a:solidFill>
            <a:schemeClr val="tx1"/>
          </a:solidFill>
          <a:latin typeface="Century Gothic" panose="020B0502020202020204" pitchFamily="34" charset="0"/>
          <a:ea typeface="+mj-ea"/>
          <a:cs typeface="+mj-cs"/>
        </a:defRPr>
      </a:lvl1pPr>
    </p:titleStyle>
    <p:bodyStyle>
      <a:lvl1pPr marL="100013" indent="-100013" algn="l" defTabSz="514350" rtl="0" eaLnBrk="1" latinLnBrk="0" hangingPunct="1">
        <a:lnSpc>
          <a:spcPct val="90000"/>
        </a:lnSpc>
        <a:spcBef>
          <a:spcPts val="563"/>
        </a:spcBef>
        <a:buFont typeface="Arial" panose="020B0604020202020204" pitchFamily="34" charset="0"/>
        <a:buChar char="•"/>
        <a:tabLst/>
        <a:defRPr sz="1050" b="0" i="0" kern="1200">
          <a:solidFill>
            <a:schemeClr val="tx1"/>
          </a:solidFill>
          <a:latin typeface="Century Gothic" panose="020B0502020202020204" pitchFamily="34" charset="0"/>
          <a:ea typeface="+mn-ea"/>
          <a:cs typeface="+mn-cs"/>
        </a:defRPr>
      </a:lvl1pPr>
      <a:lvl2pPr marL="200025" indent="-100013" algn="l" defTabSz="514350" rtl="0" eaLnBrk="1" latinLnBrk="0" hangingPunct="1">
        <a:lnSpc>
          <a:spcPct val="90000"/>
        </a:lnSpc>
        <a:spcBef>
          <a:spcPts val="281"/>
        </a:spcBef>
        <a:buSzPct val="100000"/>
        <a:buFont typeface="System Font Regular"/>
        <a:buChar char="-"/>
        <a:tabLst/>
        <a:defRPr sz="1050" b="0" i="0" kern="1200">
          <a:solidFill>
            <a:schemeClr val="tx1"/>
          </a:solidFill>
          <a:latin typeface="Century Gothic" panose="020B0502020202020204" pitchFamily="34" charset="0"/>
          <a:ea typeface="+mn-ea"/>
          <a:cs typeface="+mn-cs"/>
        </a:defRPr>
      </a:lvl2pPr>
      <a:lvl3pPr marL="300038" indent="-100013" algn="l" defTabSz="514350" rtl="0" eaLnBrk="1" latinLnBrk="0" hangingPunct="1">
        <a:lnSpc>
          <a:spcPct val="90000"/>
        </a:lnSpc>
        <a:spcBef>
          <a:spcPts val="281"/>
        </a:spcBef>
        <a:buFont typeface="System Font Regular"/>
        <a:buChar char="◦"/>
        <a:tabLst/>
        <a:defRPr sz="1050" b="0" i="0" kern="1200">
          <a:solidFill>
            <a:schemeClr val="tx1"/>
          </a:solidFill>
          <a:latin typeface="Century Gothic" panose="020B0502020202020204" pitchFamily="34" charset="0"/>
          <a:ea typeface="+mn-ea"/>
          <a:cs typeface="+mn-cs"/>
        </a:defRPr>
      </a:lvl3pPr>
      <a:lvl4pPr marL="400050" indent="-100013" algn="l" defTabSz="514350" rtl="0" eaLnBrk="1" latinLnBrk="0" hangingPunct="1">
        <a:lnSpc>
          <a:spcPct val="90000"/>
        </a:lnSpc>
        <a:spcBef>
          <a:spcPts val="281"/>
        </a:spcBef>
        <a:buSzPct val="70000"/>
        <a:buFont typeface="Wingdings" pitchFamily="2" charset="2"/>
        <a:buChar char="§"/>
        <a:tabLst/>
        <a:defRPr sz="1050" b="0" i="0" kern="1200">
          <a:solidFill>
            <a:schemeClr val="tx1"/>
          </a:solidFill>
          <a:latin typeface="Century Gothic" panose="020B0502020202020204" pitchFamily="34" charset="0"/>
          <a:ea typeface="+mn-ea"/>
          <a:cs typeface="+mn-cs"/>
        </a:defRPr>
      </a:lvl4pPr>
      <a:lvl5pPr marL="500063" indent="-100013" algn="l" defTabSz="514350" rtl="0" eaLnBrk="1" latinLnBrk="0" hangingPunct="1">
        <a:lnSpc>
          <a:spcPct val="90000"/>
        </a:lnSpc>
        <a:spcBef>
          <a:spcPts val="281"/>
        </a:spcBef>
        <a:buSzPct val="70000"/>
        <a:buFont typeface="Wingdings" pitchFamily="2" charset="2"/>
        <a:buChar char="Ø"/>
        <a:tabLst/>
        <a:defRPr sz="1050" b="0" i="0" kern="1200">
          <a:solidFill>
            <a:schemeClr val="tx1"/>
          </a:solidFill>
          <a:latin typeface="Century Gothic" panose="020B0502020202020204" pitchFamily="34" charset="0"/>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02" userDrawn="1">
          <p15:clr>
            <a:srgbClr val="F26B43"/>
          </p15:clr>
        </p15:guide>
        <p15:guide id="2" pos="3537" userDrawn="1">
          <p15:clr>
            <a:srgbClr val="F26B43"/>
          </p15:clr>
        </p15:guide>
        <p15:guide id="3" pos="3325" userDrawn="1">
          <p15:clr>
            <a:srgbClr val="F26B43"/>
          </p15:clr>
        </p15:guide>
        <p15:guide id="4" pos="2781" userDrawn="1">
          <p15:clr>
            <a:srgbClr val="F26B43"/>
          </p15:clr>
        </p15:guide>
        <p15:guide id="5" pos="2569" userDrawn="1">
          <p15:clr>
            <a:srgbClr val="F26B43"/>
          </p15:clr>
        </p15:guide>
        <p15:guide id="6" pos="1996" userDrawn="1">
          <p15:clr>
            <a:srgbClr val="F26B43"/>
          </p15:clr>
        </p15:guide>
        <p15:guide id="7" pos="1784" userDrawn="1">
          <p15:clr>
            <a:srgbClr val="F26B43"/>
          </p15:clr>
        </p15:guide>
        <p15:guide id="8" pos="1209" userDrawn="1">
          <p15:clr>
            <a:srgbClr val="F26B43"/>
          </p15:clr>
        </p15:guide>
        <p15:guide id="9" pos="997" userDrawn="1">
          <p15:clr>
            <a:srgbClr val="F26B43"/>
          </p15:clr>
        </p15:guide>
        <p15:guide id="10" pos="423" userDrawn="1">
          <p15:clr>
            <a:srgbClr val="F26B43"/>
          </p15:clr>
        </p15:guide>
        <p15:guide id="11" pos="4112" userDrawn="1">
          <p15:clr>
            <a:srgbClr val="F26B43"/>
          </p15:clr>
        </p15:guide>
        <p15:guide id="12" pos="4324" userDrawn="1">
          <p15:clr>
            <a:srgbClr val="F26B43"/>
          </p15:clr>
        </p15:guide>
        <p15:guide id="13" pos="4899" userDrawn="1">
          <p15:clr>
            <a:srgbClr val="F26B43"/>
          </p15:clr>
        </p15:guide>
        <p15:guide id="14" pos="5111" userDrawn="1">
          <p15:clr>
            <a:srgbClr val="F26B43"/>
          </p15:clr>
        </p15:guide>
        <p15:guide id="15" pos="5684" userDrawn="1">
          <p15:clr>
            <a:srgbClr val="F26B43"/>
          </p15:clr>
        </p15:guide>
        <p15:guide id="16" pos="5896" userDrawn="1">
          <p15:clr>
            <a:srgbClr val="F26B43"/>
          </p15:clr>
        </p15:guide>
        <p15:guide id="17" pos="6471" userDrawn="1">
          <p15:clr>
            <a:srgbClr val="F26B43"/>
          </p15:clr>
        </p15:guide>
        <p15:guide id="18" pos="6683" userDrawn="1">
          <p15:clr>
            <a:srgbClr val="F26B43"/>
          </p15:clr>
        </p15:guide>
        <p15:guide id="19" pos="7257" userDrawn="1">
          <p15:clr>
            <a:srgbClr val="F26B43"/>
          </p15:clr>
        </p15:guide>
        <p15:guide id="20" orient="horz" pos="1321" userDrawn="1">
          <p15:clr>
            <a:srgbClr val="F26B43"/>
          </p15:clr>
        </p15:guide>
        <p15:guide id="21" orient="horz" pos="913" userDrawn="1">
          <p15:clr>
            <a:srgbClr val="F26B43"/>
          </p15:clr>
        </p15:guide>
        <p15:guide id="22" orient="horz" pos="754" userDrawn="1">
          <p15:clr>
            <a:srgbClr val="F26B43"/>
          </p15:clr>
        </p15:guide>
        <p15:guide id="23" orient="horz" pos="323" userDrawn="1">
          <p15:clr>
            <a:srgbClr val="F26B43"/>
          </p15:clr>
        </p15:guide>
        <p15:guide id="24" orient="horz" pos="1911" userDrawn="1">
          <p15:clr>
            <a:srgbClr val="F26B43"/>
          </p15:clr>
        </p15:guide>
        <p15:guide id="25" orient="horz" pos="2069" userDrawn="1">
          <p15:clr>
            <a:srgbClr val="F26B43"/>
          </p15:clr>
        </p15:guide>
        <p15:guide id="26" orient="horz" pos="2500" userDrawn="1">
          <p15:clr>
            <a:srgbClr val="F26B43"/>
          </p15:clr>
        </p15:guide>
        <p15:guide id="27" orient="horz" pos="2659" userDrawn="1">
          <p15:clr>
            <a:srgbClr val="F26B43"/>
          </p15:clr>
        </p15:guide>
        <p15:guide id="28" orient="horz" pos="3090" userDrawn="1">
          <p15:clr>
            <a:srgbClr val="F26B43"/>
          </p15:clr>
        </p15:guide>
        <p15:guide id="29" orient="horz" pos="3249" userDrawn="1">
          <p15:clr>
            <a:srgbClr val="F26B43"/>
          </p15:clr>
        </p15:guide>
        <p15:guide id="30" orient="horz" pos="3680" userDrawn="1">
          <p15:clr>
            <a:srgbClr val="F26B43"/>
          </p15:clr>
        </p15:guide>
        <p15:guide id="31" orient="horz" pos="3838" userDrawn="1">
          <p15:clr>
            <a:srgbClr val="F26B43"/>
          </p15:clr>
        </p15:guide>
        <p15:guide id="32" orient="horz" pos="3997" userDrawn="1">
          <p15:clr>
            <a:srgbClr val="F26B43"/>
          </p15:clr>
        </p15:guide>
        <p15:guide id="33" pos="211" userDrawn="1">
          <p15:clr>
            <a:srgbClr val="F26B43"/>
          </p15:clr>
        </p15:guide>
        <p15:guide id="34" pos="7469" userDrawn="1">
          <p15:clr>
            <a:srgbClr val="F26B43"/>
          </p15:clr>
        </p15:guide>
        <p15:guide id="35" orient="horz" pos="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969" y="4908296"/>
            <a:ext cx="9162000" cy="243000"/>
          </a:xfrm>
          <a:prstGeom prst="rect">
            <a:avLst/>
          </a:prstGeom>
          <a:gradFill>
            <a:gsLst>
              <a:gs pos="0">
                <a:schemeClr val="accent5">
                  <a:lumMod val="50000"/>
                </a:schemeClr>
              </a:gs>
              <a:gs pos="100000">
                <a:schemeClr val="accent1">
                  <a:tint val="44500"/>
                  <a:satMod val="160000"/>
                </a:schemeClr>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40500" rtlCol="0" anchor="t" anchorCtr="0"/>
          <a:lstStyle/>
          <a:p>
            <a:pPr marL="5060156"/>
            <a:r>
              <a:rPr lang="en-US" sz="638" dirty="0">
                <a:solidFill>
                  <a:prstClr val="white"/>
                </a:solidFill>
                <a:latin typeface="Georgia"/>
              </a:rPr>
              <a:t>The University of Western Australia</a:t>
            </a:r>
            <a:endParaRPr lang="en-AU" sz="638" dirty="0">
              <a:solidFill>
                <a:prstClr val="white"/>
              </a:solidFill>
              <a:latin typeface="Georgia"/>
            </a:endParaRPr>
          </a:p>
        </p:txBody>
      </p:sp>
      <p:sp>
        <p:nvSpPr>
          <p:cNvPr id="2" name="Title Placeholder 1"/>
          <p:cNvSpPr>
            <a:spLocks noGrp="1"/>
          </p:cNvSpPr>
          <p:nvPr>
            <p:ph type="title"/>
          </p:nvPr>
        </p:nvSpPr>
        <p:spPr>
          <a:xfrm>
            <a:off x="447675" y="1329612"/>
            <a:ext cx="8229600" cy="324036"/>
          </a:xfrm>
          <a:prstGeom prst="rect">
            <a:avLst/>
          </a:prstGeom>
        </p:spPr>
        <p:txBody>
          <a:bodyPr vert="horz" lIns="91440" tIns="45720" rIns="91440" bIns="45720" rtlCol="0" anchor="ctr">
            <a:normAutofit/>
          </a:bodyPr>
          <a:lstStyle/>
          <a:p>
            <a:r>
              <a:rPr lang="en-US"/>
              <a:t>Click to edit Master title style</a:t>
            </a:r>
            <a:endParaRPr lang="en-AU" dirty="0"/>
          </a:p>
        </p:txBody>
      </p:sp>
      <p:sp>
        <p:nvSpPr>
          <p:cNvPr id="3" name="Text Placeholder 2"/>
          <p:cNvSpPr>
            <a:spLocks noGrp="1"/>
          </p:cNvSpPr>
          <p:nvPr>
            <p:ph type="body" idx="1"/>
          </p:nvPr>
        </p:nvSpPr>
        <p:spPr>
          <a:xfrm>
            <a:off x="447675" y="1826810"/>
            <a:ext cx="8229600" cy="28511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467544" y="4855371"/>
            <a:ext cx="864096" cy="273844"/>
          </a:xfrm>
          <a:prstGeom prst="rect">
            <a:avLst/>
          </a:prstGeom>
        </p:spPr>
        <p:txBody>
          <a:bodyPr vert="horz" lIns="91440" tIns="45720" rIns="91440" bIns="45720" rtlCol="0" anchor="ctr"/>
          <a:lstStyle>
            <a:lvl1pPr algn="l">
              <a:defRPr sz="750">
                <a:solidFill>
                  <a:schemeClr val="bg1"/>
                </a:solidFill>
                <a:latin typeface="+mj-lt"/>
              </a:defRPr>
            </a:lvl1pPr>
          </a:lstStyle>
          <a:p>
            <a:pPr>
              <a:defRPr/>
            </a:pPr>
            <a:endParaRPr lang="en-AU">
              <a:solidFill>
                <a:prstClr val="white"/>
              </a:solidFill>
            </a:endParaRPr>
          </a:p>
        </p:txBody>
      </p:sp>
      <p:sp>
        <p:nvSpPr>
          <p:cNvPr id="5" name="Footer Placeholder 4"/>
          <p:cNvSpPr>
            <a:spLocks noGrp="1"/>
          </p:cNvSpPr>
          <p:nvPr>
            <p:ph type="ftr" sz="quarter" idx="3"/>
          </p:nvPr>
        </p:nvSpPr>
        <p:spPr>
          <a:xfrm>
            <a:off x="1475656" y="4855371"/>
            <a:ext cx="1944216" cy="273844"/>
          </a:xfrm>
          <a:prstGeom prst="rect">
            <a:avLst/>
          </a:prstGeom>
        </p:spPr>
        <p:txBody>
          <a:bodyPr vert="horz" lIns="91440" tIns="45720" rIns="91440" bIns="45720" rtlCol="0" anchor="ctr"/>
          <a:lstStyle>
            <a:lvl1pPr algn="ctr">
              <a:defRPr sz="750">
                <a:solidFill>
                  <a:schemeClr val="bg1"/>
                </a:solidFill>
                <a:latin typeface="+mj-lt"/>
              </a:defRPr>
            </a:lvl1pPr>
          </a:lstStyle>
          <a:p>
            <a:pPr>
              <a:defRPr/>
            </a:pPr>
            <a:r>
              <a:rPr lang="en-AU">
                <a:solidFill>
                  <a:prstClr val="white"/>
                </a:solidFill>
              </a:rPr>
              <a:t>0</a:t>
            </a:r>
          </a:p>
        </p:txBody>
      </p:sp>
      <p:sp>
        <p:nvSpPr>
          <p:cNvPr id="10" name="Rectangle 9"/>
          <p:cNvSpPr/>
          <p:nvPr/>
        </p:nvSpPr>
        <p:spPr>
          <a:xfrm>
            <a:off x="0" y="0"/>
            <a:ext cx="9162000" cy="81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tIns="40500" rtlCol="0" anchor="t" anchorCtr="0"/>
          <a:lstStyle/>
          <a:p>
            <a:pPr marL="5072063"/>
            <a:endParaRPr lang="en-AU" sz="638" dirty="0">
              <a:solidFill>
                <a:prstClr val="white"/>
              </a:solidFill>
              <a:latin typeface="Georgia"/>
            </a:endParaRPr>
          </a:p>
        </p:txBody>
      </p:sp>
      <p:sp>
        <p:nvSpPr>
          <p:cNvPr id="9" name="Slide Number Placeholder 5"/>
          <p:cNvSpPr>
            <a:spLocks noGrp="1"/>
          </p:cNvSpPr>
          <p:nvPr>
            <p:ph type="sldNum" sz="quarter" idx="4"/>
          </p:nvPr>
        </p:nvSpPr>
        <p:spPr>
          <a:xfrm>
            <a:off x="8451293" y="4894009"/>
            <a:ext cx="432047" cy="235205"/>
          </a:xfrm>
          <a:prstGeom prst="rect">
            <a:avLst/>
          </a:prstGeom>
        </p:spPr>
        <p:txBody>
          <a:bodyPr anchor="ctr" anchorCtr="0"/>
          <a:lstStyle>
            <a:lvl1pPr algn="r">
              <a:defRPr lang="en-AU" sz="638" kern="1200" smtClean="0">
                <a:solidFill>
                  <a:schemeClr val="lt1"/>
                </a:solidFill>
                <a:latin typeface="+mj-lt"/>
                <a:ea typeface="+mn-ea"/>
                <a:cs typeface="+mn-cs"/>
              </a:defRPr>
            </a:lvl1pPr>
          </a:lstStyle>
          <a:p>
            <a:pPr>
              <a:defRPr/>
            </a:pPr>
            <a:fld id="{E2A744A2-09D5-4D0B-A42D-5F24610BDAD9}" type="slidenum">
              <a:rPr>
                <a:solidFill>
                  <a:prstClr val="white"/>
                </a:solidFill>
              </a:rPr>
              <a:pPr>
                <a:defRPr/>
              </a:pPr>
              <a:t>‹#›</a:t>
            </a:fld>
            <a:endParaRPr>
              <a:solidFill>
                <a:prstClr val="white"/>
              </a:solidFill>
            </a:endParaRPr>
          </a:p>
        </p:txBody>
      </p:sp>
    </p:spTree>
    <p:extLst>
      <p:ext uri="{BB962C8B-B14F-4D97-AF65-F5344CB8AC3E}">
        <p14:creationId xmlns:p14="http://schemas.microsoft.com/office/powerpoint/2010/main" val="173301093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Lst>
  <p:transition>
    <p:wipe dir="d"/>
  </p:transition>
  <p:hf hdr="0" dt="0"/>
  <p:txStyles>
    <p:titleStyle>
      <a:lvl1pPr algn="l" defTabSz="685800" rtl="0" eaLnBrk="1" latinLnBrk="0" hangingPunct="1">
        <a:spcBef>
          <a:spcPct val="0"/>
        </a:spcBef>
        <a:buNone/>
        <a:defRPr sz="1575" b="1" kern="1200">
          <a:solidFill>
            <a:srgbClr val="1A1A1A"/>
          </a:solidFill>
          <a:latin typeface="Arial" pitchFamily="34" charset="0"/>
          <a:ea typeface="+mj-ea"/>
          <a:cs typeface="Arial" pitchFamily="34" charset="0"/>
        </a:defRPr>
      </a:lvl1pPr>
    </p:titleStyle>
    <p:bodyStyle>
      <a:lvl1pPr marL="257175" indent="-257175" algn="l" defTabSz="685800" rtl="0" eaLnBrk="1" latinLnBrk="0" hangingPunct="1">
        <a:spcBef>
          <a:spcPct val="20000"/>
        </a:spcBef>
        <a:buClr>
          <a:srgbClr val="1A1A1A"/>
        </a:buClr>
        <a:buFont typeface="Wingdings" pitchFamily="2" charset="2"/>
        <a:buChar char=""/>
        <a:defRPr sz="1350" kern="1200">
          <a:solidFill>
            <a:srgbClr val="1A1A1A"/>
          </a:solidFill>
          <a:latin typeface="Arial" pitchFamily="34" charset="0"/>
          <a:ea typeface="+mn-ea"/>
          <a:cs typeface="Arial" pitchFamily="34" charset="0"/>
        </a:defRPr>
      </a:lvl1pPr>
      <a:lvl2pPr marL="557213" indent="-214313" algn="l" defTabSz="685800" rtl="0" eaLnBrk="1" latinLnBrk="0" hangingPunct="1">
        <a:spcBef>
          <a:spcPct val="20000"/>
        </a:spcBef>
        <a:buClr>
          <a:srgbClr val="1A1A1A"/>
        </a:buClr>
        <a:buFont typeface="Arial" pitchFamily="34" charset="0"/>
        <a:buChar char="•"/>
        <a:defRPr sz="1350" kern="1200">
          <a:solidFill>
            <a:srgbClr val="1A1A1A"/>
          </a:solidFill>
          <a:latin typeface="Arial" pitchFamily="34" charset="0"/>
          <a:ea typeface="+mn-ea"/>
          <a:cs typeface="Arial" pitchFamily="34" charset="0"/>
        </a:defRPr>
      </a:lvl2pPr>
      <a:lvl3pPr marL="857250" indent="-171450" algn="l" defTabSz="685800" rtl="0" eaLnBrk="1" latinLnBrk="0" hangingPunct="1">
        <a:spcBef>
          <a:spcPct val="20000"/>
        </a:spcBef>
        <a:buClr>
          <a:srgbClr val="1A1A1A"/>
        </a:buClr>
        <a:buFont typeface="Arial" pitchFamily="34" charset="0"/>
        <a:buChar char="–"/>
        <a:defRPr sz="900" kern="1200">
          <a:solidFill>
            <a:srgbClr val="1A1A1A"/>
          </a:solidFill>
          <a:latin typeface="Arial" pitchFamily="34" charset="0"/>
          <a:ea typeface="+mn-ea"/>
          <a:cs typeface="Arial" pitchFamily="34" charset="0"/>
        </a:defRPr>
      </a:lvl3pPr>
      <a:lvl4pPr marL="1200150" indent="-171450" algn="l" defTabSz="685800" rtl="0" eaLnBrk="1" latinLnBrk="0" hangingPunct="1">
        <a:spcBef>
          <a:spcPct val="20000"/>
        </a:spcBef>
        <a:buClr>
          <a:srgbClr val="1A1A1A"/>
        </a:buClr>
        <a:buFont typeface="Arial" pitchFamily="34" charset="0"/>
        <a:buChar char="–"/>
        <a:defRPr sz="900" kern="1200">
          <a:solidFill>
            <a:srgbClr val="1A1A1A"/>
          </a:solidFill>
          <a:latin typeface="Arial" pitchFamily="34" charset="0"/>
          <a:ea typeface="+mn-ea"/>
          <a:cs typeface="Arial" pitchFamily="34" charset="0"/>
        </a:defRPr>
      </a:lvl4pPr>
      <a:lvl5pPr marL="1543050" indent="-171450" algn="l" defTabSz="685800" rtl="0" eaLnBrk="1" latinLnBrk="0" hangingPunct="1">
        <a:spcBef>
          <a:spcPct val="20000"/>
        </a:spcBef>
        <a:buFont typeface="Arial" pitchFamily="34" charset="0"/>
        <a:buChar char="»"/>
        <a:defRPr sz="135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Week%205%20Questions.xlsx"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Week%205%20Questions.xls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Week%205%20Questions.xls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Week%205%20Questions.xlsx"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Week%205%20Questions.xlsx" TargetMode="Externa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75C9B6C6-0C90-5727-A37F-0F6FCB5483C4}"/>
              </a:ext>
            </a:extLst>
          </p:cNvPr>
          <p:cNvSpPr txBox="1">
            <a:spLocks/>
          </p:cNvSpPr>
          <p:nvPr/>
        </p:nvSpPr>
        <p:spPr>
          <a:xfrm>
            <a:off x="604912" y="2334832"/>
            <a:ext cx="7347598" cy="638024"/>
          </a:xfrm>
          <a:prstGeom prst="rect">
            <a:avLst/>
          </a:prstGeom>
        </p:spPr>
        <p:txBody>
          <a:bodyPr vert="horz" lIns="91440" tIns="45720" rIns="91440" bIns="45720" rtlCol="0" anchor="ctr">
            <a:noAutofit/>
          </a:bodyPr>
          <a:lstStyle>
            <a:lvl1pPr algn="l" defTabSz="685800" rtl="0" eaLnBrk="1" latinLnBrk="0" hangingPunct="1">
              <a:lnSpc>
                <a:spcPct val="100000"/>
              </a:lnSpc>
              <a:spcBef>
                <a:spcPct val="0"/>
              </a:spcBef>
              <a:spcAft>
                <a:spcPts val="338"/>
              </a:spcAft>
              <a:buNone/>
              <a:defRPr sz="1575" b="1" kern="1200" baseline="0">
                <a:solidFill>
                  <a:schemeClr val="tx1"/>
                </a:solidFill>
                <a:latin typeface="Arial" charset="0"/>
                <a:ea typeface="Arial" charset="0"/>
                <a:cs typeface="Arial" charset="0"/>
              </a:defRPr>
            </a:lvl1pPr>
          </a:lstStyle>
          <a:p>
            <a:r>
              <a:rPr lang="en-AU" sz="2400" b="0" dirty="0">
                <a:latin typeface="Garamond" panose="02020404030301010803" pitchFamily="18" charset="0"/>
              </a:rPr>
              <a:t>Week 5 Tutorial</a:t>
            </a:r>
          </a:p>
          <a:p>
            <a:r>
              <a:rPr lang="en-US" altLang="zh-CN" sz="2400" dirty="0">
                <a:latin typeface="Garamond" panose="02020404030301010803" pitchFamily="18" charset="0"/>
              </a:rPr>
              <a:t>Project risk analysis</a:t>
            </a:r>
            <a:br>
              <a:rPr lang="en-AU" sz="2800" b="0" dirty="0">
                <a:latin typeface="Garamond" panose="02020404030301010803" pitchFamily="18" charset="0"/>
              </a:rPr>
            </a:br>
            <a:endParaRPr lang="en-AU" sz="2800" b="0" dirty="0">
              <a:latin typeface="Garamond" panose="02020404030301010803" pitchFamily="18" charset="0"/>
            </a:endParaRPr>
          </a:p>
          <a:p>
            <a:r>
              <a:rPr lang="en-AU" sz="1800" b="0" dirty="0">
                <a:latin typeface="Garamond" panose="02020404030301010803" pitchFamily="18" charset="0"/>
              </a:rPr>
              <a:t>Zirui Song</a:t>
            </a:r>
          </a:p>
          <a:p>
            <a:r>
              <a:rPr lang="en-US" sz="1800" b="0" baseline="30000" dirty="0">
                <a:latin typeface="Garamond" panose="02020404030301010803" pitchFamily="18" charset="0"/>
              </a:rPr>
              <a:t>March 2025</a:t>
            </a:r>
          </a:p>
        </p:txBody>
      </p:sp>
      <p:sp>
        <p:nvSpPr>
          <p:cNvPr id="10" name="Picture Placeholder 9">
            <a:extLst>
              <a:ext uri="{FF2B5EF4-FFF2-40B4-BE49-F238E27FC236}">
                <a16:creationId xmlns:a16="http://schemas.microsoft.com/office/drawing/2014/main" id="{7631E6CE-7B6A-415B-B4B4-92F9BEF22895}"/>
              </a:ext>
            </a:extLst>
          </p:cNvPr>
          <p:cNvSpPr>
            <a:spLocks noGrp="1"/>
          </p:cNvSpPr>
          <p:nvPr>
            <p:ph type="pic" sz="quarter" idx="14"/>
          </p:nvPr>
        </p:nvSpPr>
        <p:spPr>
          <a:xfrm>
            <a:off x="5372190" y="2717225"/>
            <a:ext cx="2295524" cy="188999"/>
          </a:xfrm>
        </p:spPr>
      </p:sp>
      <p:sp>
        <p:nvSpPr>
          <p:cNvPr id="11" name="Picture Placeholder 10">
            <a:extLst>
              <a:ext uri="{FF2B5EF4-FFF2-40B4-BE49-F238E27FC236}">
                <a16:creationId xmlns:a16="http://schemas.microsoft.com/office/drawing/2014/main" id="{FEFEB8F1-67B0-44E5-B94B-0C503D779BBF}"/>
              </a:ext>
            </a:extLst>
          </p:cNvPr>
          <p:cNvSpPr>
            <a:spLocks noGrp="1"/>
          </p:cNvSpPr>
          <p:nvPr>
            <p:ph type="pic" sz="quarter" idx="15"/>
          </p:nvPr>
        </p:nvSpPr>
        <p:spPr>
          <a:xfrm>
            <a:off x="7667715" y="1944199"/>
            <a:ext cx="188999" cy="962025"/>
          </a:xfrm>
        </p:spPr>
      </p:sp>
    </p:spTree>
    <p:extLst>
      <p:ext uri="{BB962C8B-B14F-4D97-AF65-F5344CB8AC3E}">
        <p14:creationId xmlns:p14="http://schemas.microsoft.com/office/powerpoint/2010/main" val="1161760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4CBA0-3CFE-3E41-A5C0-7D4C018E4C36}"/>
              </a:ext>
            </a:extLst>
          </p:cNvPr>
          <p:cNvSpPr>
            <a:spLocks noGrp="1"/>
          </p:cNvSpPr>
          <p:nvPr>
            <p:ph type="ctrTitle"/>
          </p:nvPr>
        </p:nvSpPr>
        <p:spPr/>
        <p:txBody>
          <a:bodyPr/>
          <a:lstStyle/>
          <a:p>
            <a:r>
              <a:rPr lang="en-US" dirty="0"/>
              <a:t>Agenda</a:t>
            </a:r>
          </a:p>
        </p:txBody>
      </p:sp>
      <p:sp>
        <p:nvSpPr>
          <p:cNvPr id="3" name="Content Placeholder 2">
            <a:extLst>
              <a:ext uri="{FF2B5EF4-FFF2-40B4-BE49-F238E27FC236}">
                <a16:creationId xmlns:a16="http://schemas.microsoft.com/office/drawing/2014/main" id="{893E2947-54FD-EE35-4317-2889EF063F2E}"/>
              </a:ext>
            </a:extLst>
          </p:cNvPr>
          <p:cNvSpPr>
            <a:spLocks noGrp="1"/>
          </p:cNvSpPr>
          <p:nvPr>
            <p:ph sz="quarter" idx="20"/>
          </p:nvPr>
        </p:nvSpPr>
        <p:spPr/>
        <p:txBody>
          <a:bodyPr/>
          <a:lstStyle/>
          <a:p>
            <a:r>
              <a:rPr lang="en-US" dirty="0"/>
              <a:t>3-2</a:t>
            </a:r>
          </a:p>
          <a:p>
            <a:r>
              <a:rPr lang="en-US" dirty="0"/>
              <a:t>3-4</a:t>
            </a:r>
          </a:p>
          <a:p>
            <a:r>
              <a:rPr lang="en-US" dirty="0"/>
              <a:t>3-5</a:t>
            </a:r>
          </a:p>
          <a:p>
            <a:r>
              <a:rPr lang="en-US" dirty="0"/>
              <a:t>3-7</a:t>
            </a:r>
          </a:p>
          <a:p>
            <a:r>
              <a:rPr lang="en-US" dirty="0"/>
              <a:t>3-12</a:t>
            </a:r>
          </a:p>
          <a:p>
            <a:endParaRPr lang="en-US" dirty="0"/>
          </a:p>
        </p:txBody>
      </p:sp>
    </p:spTree>
    <p:extLst>
      <p:ext uri="{BB962C8B-B14F-4D97-AF65-F5344CB8AC3E}">
        <p14:creationId xmlns:p14="http://schemas.microsoft.com/office/powerpoint/2010/main" val="1078568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2A618-65E1-D048-2CC7-138FF4E7D0A6}"/>
              </a:ext>
            </a:extLst>
          </p:cNvPr>
          <p:cNvSpPr>
            <a:spLocks noGrp="1"/>
          </p:cNvSpPr>
          <p:nvPr>
            <p:ph type="ctrTitle"/>
          </p:nvPr>
        </p:nvSpPr>
        <p:spPr/>
        <p:txBody>
          <a:bodyPr/>
          <a:lstStyle/>
          <a:p>
            <a:r>
              <a:rPr lang="en-US" dirty="0"/>
              <a:t>Knowledge review 1: risk analysis</a:t>
            </a:r>
          </a:p>
        </p:txBody>
      </p:sp>
      <p:sp>
        <p:nvSpPr>
          <p:cNvPr id="3" name="Content Placeholder 2">
            <a:extLst>
              <a:ext uri="{FF2B5EF4-FFF2-40B4-BE49-F238E27FC236}">
                <a16:creationId xmlns:a16="http://schemas.microsoft.com/office/drawing/2014/main" id="{6B56D127-FF65-BDAC-CC5A-B1106B71014A}"/>
              </a:ext>
            </a:extLst>
          </p:cNvPr>
          <p:cNvSpPr>
            <a:spLocks noGrp="1"/>
          </p:cNvSpPr>
          <p:nvPr>
            <p:ph sz="quarter" idx="20"/>
          </p:nvPr>
        </p:nvSpPr>
        <p:spPr/>
        <p:txBody>
          <a:bodyPr/>
          <a:lstStyle/>
          <a:p>
            <a:r>
              <a:rPr lang="en-US" dirty="0"/>
              <a:t>Uncertainty: what if…</a:t>
            </a:r>
            <a:endParaRPr lang="en-US" sz="2000" dirty="0">
              <a:latin typeface="Times New Roman" panose="02020603050405020304" pitchFamily="18" charset="0"/>
              <a:cs typeface="Times New Roman" panose="02020603050405020304" pitchFamily="18" charset="0"/>
            </a:endParaRPr>
          </a:p>
          <a:p>
            <a:endParaRPr lang="en-US" dirty="0"/>
          </a:p>
          <a:p>
            <a:endParaRPr lang="en-US" sz="2000" dirty="0">
              <a:latin typeface="Times New Roman" panose="02020603050405020304" pitchFamily="18" charset="0"/>
              <a:cs typeface="Times New Roman" panose="02020603050405020304" pitchFamily="18" charset="0"/>
            </a:endParaRPr>
          </a:p>
          <a:p>
            <a:endParaRPr lang="en-US" dirty="0"/>
          </a:p>
          <a:p>
            <a:endParaRPr lang="en-US" sz="2000" dirty="0">
              <a:latin typeface="Times New Roman" panose="02020603050405020304" pitchFamily="18" charset="0"/>
              <a:cs typeface="Times New Roman" panose="02020603050405020304" pitchFamily="18" charset="0"/>
            </a:endParaRPr>
          </a:p>
          <a:p>
            <a:endParaRPr lang="en-US" dirty="0"/>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Sensitivity analysis, </a:t>
            </a:r>
            <a:r>
              <a:rPr lang="en-US" dirty="0"/>
              <a:t>Scenario analysis, </a:t>
            </a:r>
            <a:r>
              <a:rPr lang="en-US" sz="2000" dirty="0">
                <a:latin typeface="Times New Roman" panose="02020603050405020304" pitchFamily="18" charset="0"/>
                <a:cs typeface="Times New Roman" panose="02020603050405020304" pitchFamily="18" charset="0"/>
              </a:rPr>
              <a:t>Breakeven analysis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sp>
        <p:nvSpPr>
          <p:cNvPr id="4" name="Oval 3">
            <a:extLst>
              <a:ext uri="{FF2B5EF4-FFF2-40B4-BE49-F238E27FC236}">
                <a16:creationId xmlns:a16="http://schemas.microsoft.com/office/drawing/2014/main" id="{DB007B70-31E4-08CE-CADC-900C1BD41EF8}"/>
              </a:ext>
            </a:extLst>
          </p:cNvPr>
          <p:cNvSpPr/>
          <p:nvPr/>
        </p:nvSpPr>
        <p:spPr>
          <a:xfrm>
            <a:off x="622300" y="1422400"/>
            <a:ext cx="1987550" cy="2120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Phase 1: estimate what is expected to happen (NPV, IRR)</a:t>
            </a:r>
          </a:p>
        </p:txBody>
      </p:sp>
      <p:sp>
        <p:nvSpPr>
          <p:cNvPr id="5" name="Arrow: Right 4">
            <a:extLst>
              <a:ext uri="{FF2B5EF4-FFF2-40B4-BE49-F238E27FC236}">
                <a16:creationId xmlns:a16="http://schemas.microsoft.com/office/drawing/2014/main" id="{C0D7189E-E628-9DE6-6A07-CD324A61E7A6}"/>
              </a:ext>
            </a:extLst>
          </p:cNvPr>
          <p:cNvSpPr/>
          <p:nvPr/>
        </p:nvSpPr>
        <p:spPr>
          <a:xfrm>
            <a:off x="3240088" y="2133884"/>
            <a:ext cx="1905000" cy="508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EC02CF1-84CC-B6AE-2A5C-255CE1AA1992}"/>
              </a:ext>
            </a:extLst>
          </p:cNvPr>
          <p:cNvSpPr/>
          <p:nvPr/>
        </p:nvSpPr>
        <p:spPr>
          <a:xfrm>
            <a:off x="5775326" y="1365250"/>
            <a:ext cx="1987550" cy="21209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Phase 2: identify the investment’s </a:t>
            </a:r>
            <a:r>
              <a:rPr lang="en-US" b="1" dirty="0">
                <a:solidFill>
                  <a:srgbClr val="FF0000"/>
                </a:solidFill>
              </a:rPr>
              <a:t>value drivers</a:t>
            </a:r>
          </a:p>
        </p:txBody>
      </p:sp>
    </p:spTree>
    <p:extLst>
      <p:ext uri="{BB962C8B-B14F-4D97-AF65-F5344CB8AC3E}">
        <p14:creationId xmlns:p14="http://schemas.microsoft.com/office/powerpoint/2010/main" val="423130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EEC20-F820-1742-5F2C-F714953F0881}"/>
              </a:ext>
            </a:extLst>
          </p:cNvPr>
          <p:cNvSpPr>
            <a:spLocks noGrp="1"/>
          </p:cNvSpPr>
          <p:nvPr>
            <p:ph type="ctrTitle"/>
          </p:nvPr>
        </p:nvSpPr>
        <p:spPr/>
        <p:txBody>
          <a:bodyPr/>
          <a:lstStyle/>
          <a:p>
            <a:r>
              <a:rPr lang="en-US" dirty="0"/>
              <a:t>Knowledge review 1 (cont.)</a:t>
            </a:r>
          </a:p>
        </p:txBody>
      </p:sp>
      <p:sp>
        <p:nvSpPr>
          <p:cNvPr id="3" name="Content Placeholder 2">
            <a:extLst>
              <a:ext uri="{FF2B5EF4-FFF2-40B4-BE49-F238E27FC236}">
                <a16:creationId xmlns:a16="http://schemas.microsoft.com/office/drawing/2014/main" id="{8B8865CD-ADBD-EB74-8089-C1A06C70B6FD}"/>
              </a:ext>
            </a:extLst>
          </p:cNvPr>
          <p:cNvSpPr>
            <a:spLocks noGrp="1"/>
          </p:cNvSpPr>
          <p:nvPr>
            <p:ph sz="quarter" idx="20"/>
          </p:nvPr>
        </p:nvSpPr>
        <p:spPr/>
        <p:txBody>
          <a:bodyPr/>
          <a:lstStyle/>
          <a:p>
            <a:pPr marL="0" indent="0">
              <a:buNone/>
            </a:pPr>
            <a:r>
              <a:rPr lang="en-US" b="1" dirty="0"/>
              <a:t>Comparison Table: Sensitivity vs. Break-Even vs. Scenario Analysis</a:t>
            </a:r>
          </a:p>
        </p:txBody>
      </p:sp>
      <p:graphicFrame>
        <p:nvGraphicFramePr>
          <p:cNvPr id="4" name="Table 3">
            <a:extLst>
              <a:ext uri="{FF2B5EF4-FFF2-40B4-BE49-F238E27FC236}">
                <a16:creationId xmlns:a16="http://schemas.microsoft.com/office/drawing/2014/main" id="{800C89B3-3D61-CC83-5619-FF2140494342}"/>
              </a:ext>
            </a:extLst>
          </p:cNvPr>
          <p:cNvGraphicFramePr>
            <a:graphicFrameLocks noGrp="1"/>
          </p:cNvGraphicFramePr>
          <p:nvPr>
            <p:extLst>
              <p:ext uri="{D42A27DB-BD31-4B8C-83A1-F6EECF244321}">
                <p14:modId xmlns:p14="http://schemas.microsoft.com/office/powerpoint/2010/main" val="316293062"/>
              </p:ext>
            </p:extLst>
          </p:nvPr>
        </p:nvGraphicFramePr>
        <p:xfrm>
          <a:off x="259465" y="1496188"/>
          <a:ext cx="8625070" cy="3094868"/>
        </p:xfrm>
        <a:graphic>
          <a:graphicData uri="http://schemas.openxmlformats.org/drawingml/2006/table">
            <a:tbl>
              <a:tblPr firstRow="1" bandRow="1">
                <a:tableStyleId>{2D5ABB26-0587-4C30-8999-92F81FD0307C}</a:tableStyleId>
              </a:tblPr>
              <a:tblGrid>
                <a:gridCol w="1725014">
                  <a:extLst>
                    <a:ext uri="{9D8B030D-6E8A-4147-A177-3AD203B41FA5}">
                      <a16:colId xmlns:a16="http://schemas.microsoft.com/office/drawing/2014/main" val="530625088"/>
                    </a:ext>
                  </a:extLst>
                </a:gridCol>
                <a:gridCol w="1725014">
                  <a:extLst>
                    <a:ext uri="{9D8B030D-6E8A-4147-A177-3AD203B41FA5}">
                      <a16:colId xmlns:a16="http://schemas.microsoft.com/office/drawing/2014/main" val="1204156489"/>
                    </a:ext>
                  </a:extLst>
                </a:gridCol>
                <a:gridCol w="1725014">
                  <a:extLst>
                    <a:ext uri="{9D8B030D-6E8A-4147-A177-3AD203B41FA5}">
                      <a16:colId xmlns:a16="http://schemas.microsoft.com/office/drawing/2014/main" val="2681546576"/>
                    </a:ext>
                  </a:extLst>
                </a:gridCol>
                <a:gridCol w="1725014">
                  <a:extLst>
                    <a:ext uri="{9D8B030D-6E8A-4147-A177-3AD203B41FA5}">
                      <a16:colId xmlns:a16="http://schemas.microsoft.com/office/drawing/2014/main" val="2667361573"/>
                    </a:ext>
                  </a:extLst>
                </a:gridCol>
                <a:gridCol w="1725014">
                  <a:extLst>
                    <a:ext uri="{9D8B030D-6E8A-4147-A177-3AD203B41FA5}">
                      <a16:colId xmlns:a16="http://schemas.microsoft.com/office/drawing/2014/main" val="3430820716"/>
                    </a:ext>
                  </a:extLst>
                </a:gridCol>
              </a:tblGrid>
              <a:tr h="315972">
                <a:tc>
                  <a:txBody>
                    <a:bodyPr/>
                    <a:lstStyle/>
                    <a:p>
                      <a:pPr algn="ctr"/>
                      <a:r>
                        <a:rPr lang="en-US" sz="1200" dirty="0">
                          <a:latin typeface="Times New Roman" panose="02020603050405020304" pitchFamily="18" charset="0"/>
                          <a:cs typeface="Times New Roman" panose="02020603050405020304" pitchFamily="18" charset="0"/>
                        </a:rPr>
                        <a:t>Concept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Key questions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Excel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Group assignment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160684"/>
                  </a:ext>
                </a:extLst>
              </a:tr>
              <a:tr h="886528">
                <a:tc>
                  <a:txBody>
                    <a:bodyPr/>
                    <a:lstStyle/>
                    <a:p>
                      <a:pPr algn="ctr"/>
                      <a:r>
                        <a:rPr lang="en-US" sz="1200" dirty="0">
                          <a:latin typeface="Times New Roman" panose="02020603050405020304" pitchFamily="18" charset="0"/>
                          <a:cs typeface="Times New Roman" panose="02020603050405020304" pitchFamily="18" charset="0"/>
                        </a:rPr>
                        <a:t>Sensitivity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Examine how changes in </a:t>
                      </a:r>
                      <a:r>
                        <a:rPr lang="en-US" sz="1200" b="1" dirty="0">
                          <a:latin typeface="Times New Roman" panose="02020603050405020304" pitchFamily="18" charset="0"/>
                          <a:cs typeface="Times New Roman" panose="02020603050405020304" pitchFamily="18" charset="0"/>
                        </a:rPr>
                        <a:t>one variable </a:t>
                      </a:r>
                      <a:r>
                        <a:rPr lang="en-US" sz="1200" dirty="0">
                          <a:latin typeface="Times New Roman" panose="02020603050405020304" pitchFamily="18" charset="0"/>
                          <a:cs typeface="Times New Roman" panose="02020603050405020304" pitchFamily="18" charset="0"/>
                        </a:rPr>
                        <a:t>affect the outcome (e.g., value drivers)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“What happens to NPV if sales increase?”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Data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Compulsory (4-6)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0282765"/>
                  </a:ext>
                </a:extLst>
              </a:tr>
              <a:tr h="886528">
                <a:tc>
                  <a:txBody>
                    <a:bodyPr/>
                    <a:lstStyle/>
                    <a:p>
                      <a:pPr algn="ctr"/>
                      <a:r>
                        <a:rPr lang="en-US" sz="1200" dirty="0">
                          <a:latin typeface="Times New Roman" panose="02020603050405020304" pitchFamily="18" charset="0"/>
                          <a:cs typeface="Times New Roman" panose="02020603050405020304" pitchFamily="18" charset="0"/>
                        </a:rPr>
                        <a:t>Breakeven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Find the </a:t>
                      </a:r>
                      <a:r>
                        <a:rPr lang="en-US" sz="1200" b="1" dirty="0">
                          <a:latin typeface="Times New Roman" panose="02020603050405020304" pitchFamily="18" charset="0"/>
                          <a:cs typeface="Times New Roman" panose="02020603050405020304" pitchFamily="18" charset="0"/>
                        </a:rPr>
                        <a:t>exact value </a:t>
                      </a:r>
                      <a:r>
                        <a:rPr lang="en-US" sz="1200" dirty="0">
                          <a:latin typeface="Times New Roman" panose="02020603050405020304" pitchFamily="18" charset="0"/>
                          <a:cs typeface="Times New Roman" panose="02020603050405020304" pitchFamily="18" charset="0"/>
                        </a:rPr>
                        <a:t>of a variable where the outcome hits a threshold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“What sales leads to NPV=0?”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Goal seek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Recommended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8348813"/>
                  </a:ext>
                </a:extLst>
              </a:tr>
              <a:tr h="886528">
                <a:tc>
                  <a:txBody>
                    <a:bodyPr/>
                    <a:lstStyle/>
                    <a:p>
                      <a:pPr algn="ctr"/>
                      <a:r>
                        <a:rPr lang="en-US" sz="1200" dirty="0">
                          <a:latin typeface="Times New Roman" panose="02020603050405020304" pitchFamily="18" charset="0"/>
                          <a:cs typeface="Times New Roman" panose="02020603050405020304" pitchFamily="18" charset="0"/>
                        </a:rPr>
                        <a:t>Scenario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Compares </a:t>
                      </a:r>
                      <a:r>
                        <a:rPr lang="en-US" sz="1200" b="1" dirty="0">
                          <a:latin typeface="Times New Roman" panose="02020603050405020304" pitchFamily="18" charset="0"/>
                          <a:cs typeface="Times New Roman" panose="02020603050405020304" pitchFamily="18" charset="0"/>
                        </a:rPr>
                        <a:t>multiple variables </a:t>
                      </a:r>
                      <a:r>
                        <a:rPr lang="en-US" sz="1200" dirty="0">
                          <a:latin typeface="Times New Roman" panose="02020603050405020304" pitchFamily="18" charset="0"/>
                          <a:cs typeface="Times New Roman" panose="02020603050405020304" pitchFamily="18" charset="0"/>
                        </a:rPr>
                        <a:t>changing together under different assumptions (e.g., best/worst)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“What if both cost increases and sales drop at the same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Scenario 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Compulsory (3-5)</a:t>
                      </a:r>
                    </a:p>
                    <a:p>
                      <a:pPr algn="ctr"/>
                      <a:endParaRPr lang="en-US" sz="12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291834"/>
                  </a:ext>
                </a:extLst>
              </a:tr>
            </a:tbl>
          </a:graphicData>
        </a:graphic>
      </p:graphicFrame>
    </p:spTree>
    <p:extLst>
      <p:ext uri="{BB962C8B-B14F-4D97-AF65-F5344CB8AC3E}">
        <p14:creationId xmlns:p14="http://schemas.microsoft.com/office/powerpoint/2010/main" val="1181638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E4C87-D45B-A5DC-46A3-BD294BACC1A0}"/>
              </a:ext>
            </a:extLst>
          </p:cNvPr>
          <p:cNvSpPr>
            <a:spLocks noGrp="1"/>
          </p:cNvSpPr>
          <p:nvPr>
            <p:ph type="ctrTitle"/>
          </p:nvPr>
        </p:nvSpPr>
        <p:spPr/>
        <p:txBody>
          <a:bodyPr/>
          <a:lstStyle/>
          <a:p>
            <a:r>
              <a:rPr lang="en-US" dirty="0"/>
              <a:t>Knowledge review 2: Excel functions</a:t>
            </a:r>
          </a:p>
        </p:txBody>
      </p:sp>
      <p:sp>
        <p:nvSpPr>
          <p:cNvPr id="3" name="Content Placeholder 2">
            <a:extLst>
              <a:ext uri="{FF2B5EF4-FFF2-40B4-BE49-F238E27FC236}">
                <a16:creationId xmlns:a16="http://schemas.microsoft.com/office/drawing/2014/main" id="{38204A49-E662-EE82-F706-E6BF7338B96F}"/>
              </a:ext>
            </a:extLst>
          </p:cNvPr>
          <p:cNvSpPr>
            <a:spLocks noGrp="1"/>
          </p:cNvSpPr>
          <p:nvPr>
            <p:ph sz="quarter" idx="20"/>
          </p:nvPr>
        </p:nvSpPr>
        <p:spPr/>
        <p:txBody>
          <a:bodyPr/>
          <a:lstStyle/>
          <a:p>
            <a:pPr marL="457200" indent="-457200">
              <a:buFont typeface="+mj-lt"/>
              <a:buAutoNum type="arabicPeriod"/>
            </a:pPr>
            <a:r>
              <a:rPr lang="en-US" dirty="0"/>
              <a:t>PV function in Excel </a:t>
            </a:r>
          </a:p>
          <a:p>
            <a:pPr marL="0" indent="0">
              <a:buNone/>
            </a:pPr>
            <a:r>
              <a:rPr lang="en-US" dirty="0"/>
              <a:t>= PV (rate, </a:t>
            </a:r>
            <a:r>
              <a:rPr lang="en-US" dirty="0" err="1"/>
              <a:t>nper</a:t>
            </a:r>
            <a:r>
              <a:rPr lang="en-US" dirty="0"/>
              <a:t>, </a:t>
            </a:r>
            <a:r>
              <a:rPr lang="en-US" dirty="0" err="1"/>
              <a:t>pmt</a:t>
            </a:r>
            <a:r>
              <a:rPr lang="en-US" dirty="0"/>
              <a:t>, [</a:t>
            </a:r>
            <a:r>
              <a:rPr lang="en-US" dirty="0" err="1"/>
              <a:t>fv</a:t>
            </a:r>
            <a:r>
              <a:rPr lang="en-US" dirty="0"/>
              <a:t>], [type])</a:t>
            </a:r>
          </a:p>
          <a:p>
            <a:pPr marL="457200" indent="-457200">
              <a:buFont typeface="+mj-lt"/>
              <a:buAutoNum type="arabicPeriod" startAt="2"/>
            </a:pPr>
            <a:r>
              <a:rPr lang="en-US" dirty="0"/>
              <a:t>NPV function in Excel </a:t>
            </a:r>
          </a:p>
          <a:p>
            <a:pPr marL="0" indent="0">
              <a:buNone/>
            </a:pPr>
            <a:r>
              <a:rPr lang="en-US" dirty="0"/>
              <a:t>= NPV (rate, value1, [value2])</a:t>
            </a:r>
          </a:p>
          <a:p>
            <a:pPr marL="0" indent="0">
              <a:buNone/>
            </a:pPr>
            <a:r>
              <a:rPr lang="en-US" dirty="0"/>
              <a:t>Note: When calculating Net Present Value (NPV) in Excel, it's crucial to </a:t>
            </a:r>
            <a:r>
              <a:rPr lang="en-US" b="1" dirty="0"/>
              <a:t>exclude</a:t>
            </a:r>
            <a:r>
              <a:rPr lang="en-US" dirty="0"/>
              <a:t> the initial investment from the NPV function and add it separately. </a:t>
            </a:r>
          </a:p>
          <a:p>
            <a:pPr marL="457200" indent="-457200">
              <a:buFont typeface="+mj-lt"/>
              <a:buAutoNum type="arabicPeriod" startAt="3"/>
            </a:pPr>
            <a:r>
              <a:rPr lang="en-US" dirty="0"/>
              <a:t>IRR function in Excel </a:t>
            </a:r>
          </a:p>
          <a:p>
            <a:pPr marL="0" indent="0">
              <a:buNone/>
            </a:pPr>
            <a:r>
              <a:rPr lang="en-US" dirty="0"/>
              <a:t>= IRR (values, [guess])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6787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23DD-ADDC-A8B6-2087-67488E6E68AF}"/>
              </a:ext>
            </a:extLst>
          </p:cNvPr>
          <p:cNvSpPr>
            <a:spLocks noGrp="1"/>
          </p:cNvSpPr>
          <p:nvPr>
            <p:ph type="ctrTitle"/>
          </p:nvPr>
        </p:nvSpPr>
        <p:spPr/>
        <p:txBody>
          <a:bodyPr/>
          <a:lstStyle/>
          <a:p>
            <a:r>
              <a:rPr lang="en-US" dirty="0"/>
              <a:t>Knowledge review 2 (cont.)</a:t>
            </a:r>
          </a:p>
        </p:txBody>
      </p:sp>
      <p:sp>
        <p:nvSpPr>
          <p:cNvPr id="3" name="Content Placeholder 2">
            <a:extLst>
              <a:ext uri="{FF2B5EF4-FFF2-40B4-BE49-F238E27FC236}">
                <a16:creationId xmlns:a16="http://schemas.microsoft.com/office/drawing/2014/main" id="{C6B63B36-184E-7565-B26D-C2F3E0042FD9}"/>
              </a:ext>
            </a:extLst>
          </p:cNvPr>
          <p:cNvSpPr>
            <a:spLocks noGrp="1"/>
          </p:cNvSpPr>
          <p:nvPr>
            <p:ph sz="quarter" idx="20"/>
          </p:nvPr>
        </p:nvSpPr>
        <p:spPr/>
        <p:txBody>
          <a:bodyPr/>
          <a:lstStyle/>
          <a:p>
            <a:r>
              <a:rPr lang="en-US" dirty="0"/>
              <a:t>Goal Seek: "What input value gives me the result I want?“</a:t>
            </a:r>
          </a:p>
          <a:p>
            <a:pPr marL="457200" indent="-457200">
              <a:buFont typeface="+mj-lt"/>
              <a:buAutoNum type="arabicPeriod"/>
            </a:pPr>
            <a:endParaRPr lang="en-US" dirty="0"/>
          </a:p>
        </p:txBody>
      </p:sp>
      <p:pic>
        <p:nvPicPr>
          <p:cNvPr id="7" name="Screen Recording 6">
            <a:hlinkClick r:id="" action="ppaction://media"/>
            <a:extLst>
              <a:ext uri="{FF2B5EF4-FFF2-40B4-BE49-F238E27FC236}">
                <a16:creationId xmlns:a16="http://schemas.microsoft.com/office/drawing/2014/main" id="{CD70C1C9-C78A-E02B-05AE-75C39129356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 y="1761331"/>
            <a:ext cx="9144000" cy="1620837"/>
          </a:xfrm>
          <a:prstGeom prst="rect">
            <a:avLst/>
          </a:prstGeom>
        </p:spPr>
      </p:pic>
    </p:spTree>
    <p:extLst>
      <p:ext uri="{BB962C8B-B14F-4D97-AF65-F5344CB8AC3E}">
        <p14:creationId xmlns:p14="http://schemas.microsoft.com/office/powerpoint/2010/main" val="355213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63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22886-BB24-02BB-528D-D03BA241062C}"/>
              </a:ext>
            </a:extLst>
          </p:cNvPr>
          <p:cNvSpPr>
            <a:spLocks noGrp="1"/>
          </p:cNvSpPr>
          <p:nvPr>
            <p:ph type="ctrTitle"/>
          </p:nvPr>
        </p:nvSpPr>
        <p:spPr/>
        <p:txBody>
          <a:bodyPr/>
          <a:lstStyle/>
          <a:p>
            <a:r>
              <a:rPr lang="en-US" dirty="0"/>
              <a:t>Knowledge review 2 (cont.)</a:t>
            </a:r>
          </a:p>
        </p:txBody>
      </p:sp>
      <p:sp>
        <p:nvSpPr>
          <p:cNvPr id="3" name="Content Placeholder 2">
            <a:extLst>
              <a:ext uri="{FF2B5EF4-FFF2-40B4-BE49-F238E27FC236}">
                <a16:creationId xmlns:a16="http://schemas.microsoft.com/office/drawing/2014/main" id="{6521F4A4-B844-29E1-542A-C1F3641BEE6C}"/>
              </a:ext>
            </a:extLst>
          </p:cNvPr>
          <p:cNvSpPr>
            <a:spLocks noGrp="1"/>
          </p:cNvSpPr>
          <p:nvPr>
            <p:ph sz="quarter" idx="20"/>
          </p:nvPr>
        </p:nvSpPr>
        <p:spPr/>
        <p:txBody>
          <a:bodyPr/>
          <a:lstStyle/>
          <a:p>
            <a:endParaRPr lang="en-US"/>
          </a:p>
        </p:txBody>
      </p:sp>
      <p:pic>
        <p:nvPicPr>
          <p:cNvPr id="4" name="Picture 3">
            <a:extLst>
              <a:ext uri="{FF2B5EF4-FFF2-40B4-BE49-F238E27FC236}">
                <a16:creationId xmlns:a16="http://schemas.microsoft.com/office/drawing/2014/main" id="{9C90880F-5D49-8F97-5CA3-3F955951E95C}"/>
              </a:ext>
            </a:extLst>
          </p:cNvPr>
          <p:cNvPicPr>
            <a:picLocks noChangeAspect="1"/>
          </p:cNvPicPr>
          <p:nvPr/>
        </p:nvPicPr>
        <p:blipFill>
          <a:blip r:embed="rId3"/>
          <a:stretch>
            <a:fillRect/>
          </a:stretch>
        </p:blipFill>
        <p:spPr>
          <a:xfrm>
            <a:off x="1924343" y="1855417"/>
            <a:ext cx="3000375" cy="2105025"/>
          </a:xfrm>
          <a:prstGeom prst="rect">
            <a:avLst/>
          </a:prstGeom>
        </p:spPr>
      </p:pic>
      <p:sp>
        <p:nvSpPr>
          <p:cNvPr id="5" name="Rectangle 4">
            <a:extLst>
              <a:ext uri="{FF2B5EF4-FFF2-40B4-BE49-F238E27FC236}">
                <a16:creationId xmlns:a16="http://schemas.microsoft.com/office/drawing/2014/main" id="{33D5FCE6-C477-E868-2250-BC48128C94CA}"/>
              </a:ext>
            </a:extLst>
          </p:cNvPr>
          <p:cNvSpPr/>
          <p:nvPr/>
        </p:nvSpPr>
        <p:spPr>
          <a:xfrm>
            <a:off x="5308893" y="1647071"/>
            <a:ext cx="2249488" cy="6018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where the </a:t>
            </a:r>
            <a:r>
              <a:rPr lang="en-US" b="1" dirty="0">
                <a:solidFill>
                  <a:srgbClr val="FF0000"/>
                </a:solidFill>
              </a:rPr>
              <a:t>formula</a:t>
            </a:r>
            <a:r>
              <a:rPr lang="en-US" dirty="0">
                <a:solidFill>
                  <a:schemeClr val="tx1"/>
                </a:solidFill>
              </a:rPr>
              <a:t> is</a:t>
            </a:r>
          </a:p>
        </p:txBody>
      </p:sp>
      <p:sp>
        <p:nvSpPr>
          <p:cNvPr id="6" name="Rectangle 5">
            <a:extLst>
              <a:ext uri="{FF2B5EF4-FFF2-40B4-BE49-F238E27FC236}">
                <a16:creationId xmlns:a16="http://schemas.microsoft.com/office/drawing/2014/main" id="{D5F2221D-F66B-957A-5201-CB95907B0D44}"/>
              </a:ext>
            </a:extLst>
          </p:cNvPr>
          <p:cNvSpPr/>
          <p:nvPr/>
        </p:nvSpPr>
        <p:spPr>
          <a:xfrm>
            <a:off x="5308893" y="2574373"/>
            <a:ext cx="2249488" cy="6018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target you want</a:t>
            </a:r>
          </a:p>
        </p:txBody>
      </p:sp>
      <p:sp>
        <p:nvSpPr>
          <p:cNvPr id="7" name="Rectangle 6">
            <a:extLst>
              <a:ext uri="{FF2B5EF4-FFF2-40B4-BE49-F238E27FC236}">
                <a16:creationId xmlns:a16="http://schemas.microsoft.com/office/drawing/2014/main" id="{B44DF99B-AC7F-3992-0FDD-BF05D156E099}"/>
              </a:ext>
            </a:extLst>
          </p:cNvPr>
          <p:cNvSpPr/>
          <p:nvPr/>
        </p:nvSpPr>
        <p:spPr>
          <a:xfrm>
            <a:off x="5308893" y="3506680"/>
            <a:ext cx="2249488" cy="6018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a:t>
            </a:r>
            <a:r>
              <a:rPr lang="en-US" b="1" dirty="0">
                <a:solidFill>
                  <a:srgbClr val="FF0000"/>
                </a:solidFill>
              </a:rPr>
              <a:t>real input value </a:t>
            </a:r>
            <a:r>
              <a:rPr lang="en-US" dirty="0">
                <a:solidFill>
                  <a:schemeClr val="tx1"/>
                </a:solidFill>
              </a:rPr>
              <a:t>you want to solve for</a:t>
            </a:r>
          </a:p>
        </p:txBody>
      </p:sp>
      <p:cxnSp>
        <p:nvCxnSpPr>
          <p:cNvPr id="8" name="Straight Arrow Connector 7">
            <a:extLst>
              <a:ext uri="{FF2B5EF4-FFF2-40B4-BE49-F238E27FC236}">
                <a16:creationId xmlns:a16="http://schemas.microsoft.com/office/drawing/2014/main" id="{62F9DBD3-BF41-EB62-9F8E-BD5B553E003A}"/>
              </a:ext>
            </a:extLst>
          </p:cNvPr>
          <p:cNvCxnSpPr>
            <a:endCxn id="5" idx="1"/>
          </p:cNvCxnSpPr>
          <p:nvPr/>
        </p:nvCxnSpPr>
        <p:spPr>
          <a:xfrm flipV="1">
            <a:off x="4790121" y="1948013"/>
            <a:ext cx="518772" cy="521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D486E05-ED01-7A0D-7B05-0D9508598A09}"/>
              </a:ext>
            </a:extLst>
          </p:cNvPr>
          <p:cNvCxnSpPr>
            <a:endCxn id="6" idx="1"/>
          </p:cNvCxnSpPr>
          <p:nvPr/>
        </p:nvCxnSpPr>
        <p:spPr>
          <a:xfrm>
            <a:off x="4790121" y="2875315"/>
            <a:ext cx="5187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7D25DBE-6C30-7B00-9323-D5BA5CFB327D}"/>
              </a:ext>
            </a:extLst>
          </p:cNvPr>
          <p:cNvCxnSpPr>
            <a:cxnSpLocks/>
            <a:endCxn id="7" idx="1"/>
          </p:cNvCxnSpPr>
          <p:nvPr/>
        </p:nvCxnSpPr>
        <p:spPr>
          <a:xfrm>
            <a:off x="4790121" y="3255210"/>
            <a:ext cx="518772" cy="552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181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A532-2139-C0ED-00F3-8EB0DEA882EE}"/>
              </a:ext>
            </a:extLst>
          </p:cNvPr>
          <p:cNvSpPr>
            <a:spLocks noGrp="1"/>
          </p:cNvSpPr>
          <p:nvPr>
            <p:ph type="ctrTitle"/>
          </p:nvPr>
        </p:nvSpPr>
        <p:spPr/>
        <p:txBody>
          <a:bodyPr/>
          <a:lstStyle/>
          <a:p>
            <a:r>
              <a:rPr lang="en-US" dirty="0">
                <a:hlinkClick r:id="rId2" action="ppaction://hlinkfile"/>
              </a:rPr>
              <a:t>Problem 1</a:t>
            </a:r>
            <a:endParaRPr lang="en-US" dirty="0"/>
          </a:p>
        </p:txBody>
      </p:sp>
      <p:sp>
        <p:nvSpPr>
          <p:cNvPr id="3" name="Content Placeholder 2">
            <a:extLst>
              <a:ext uri="{FF2B5EF4-FFF2-40B4-BE49-F238E27FC236}">
                <a16:creationId xmlns:a16="http://schemas.microsoft.com/office/drawing/2014/main" id="{6E8A7703-74A4-212E-4525-D7081450CF79}"/>
              </a:ext>
            </a:extLst>
          </p:cNvPr>
          <p:cNvSpPr>
            <a:spLocks noGrp="1"/>
          </p:cNvSpPr>
          <p:nvPr>
            <p:ph sz="quarter" idx="20"/>
          </p:nvPr>
        </p:nvSpPr>
        <p:spPr/>
        <p:txBody>
          <a:bodyPr/>
          <a:lstStyle/>
          <a:p>
            <a:endParaRPr lang="en-US" dirty="0"/>
          </a:p>
        </p:txBody>
      </p:sp>
      <p:pic>
        <p:nvPicPr>
          <p:cNvPr id="4" name="Picture 3">
            <a:extLst>
              <a:ext uri="{FF2B5EF4-FFF2-40B4-BE49-F238E27FC236}">
                <a16:creationId xmlns:a16="http://schemas.microsoft.com/office/drawing/2014/main" id="{D333B070-2F93-CC75-B87E-F68AF58A0960}"/>
              </a:ext>
            </a:extLst>
          </p:cNvPr>
          <p:cNvPicPr>
            <a:picLocks noChangeAspect="1"/>
          </p:cNvPicPr>
          <p:nvPr/>
        </p:nvPicPr>
        <p:blipFill>
          <a:blip r:embed="rId3"/>
          <a:stretch>
            <a:fillRect/>
          </a:stretch>
        </p:blipFill>
        <p:spPr>
          <a:xfrm>
            <a:off x="77909" y="826779"/>
            <a:ext cx="4668771" cy="2961723"/>
          </a:xfrm>
          <a:prstGeom prst="rect">
            <a:avLst/>
          </a:prstGeom>
        </p:spPr>
      </p:pic>
      <p:pic>
        <p:nvPicPr>
          <p:cNvPr id="5" name="Picture 4">
            <a:extLst>
              <a:ext uri="{FF2B5EF4-FFF2-40B4-BE49-F238E27FC236}">
                <a16:creationId xmlns:a16="http://schemas.microsoft.com/office/drawing/2014/main" id="{95F4CA10-AE95-458A-6856-C6137B404582}"/>
              </a:ext>
            </a:extLst>
          </p:cNvPr>
          <p:cNvPicPr>
            <a:picLocks noChangeAspect="1"/>
          </p:cNvPicPr>
          <p:nvPr/>
        </p:nvPicPr>
        <p:blipFill>
          <a:blip r:embed="rId4"/>
          <a:stretch>
            <a:fillRect/>
          </a:stretch>
        </p:blipFill>
        <p:spPr>
          <a:xfrm>
            <a:off x="4621269" y="826779"/>
            <a:ext cx="4397320" cy="3229544"/>
          </a:xfrm>
          <a:prstGeom prst="rect">
            <a:avLst/>
          </a:prstGeom>
        </p:spPr>
      </p:pic>
    </p:spTree>
    <p:extLst>
      <p:ext uri="{BB962C8B-B14F-4D97-AF65-F5344CB8AC3E}">
        <p14:creationId xmlns:p14="http://schemas.microsoft.com/office/powerpoint/2010/main" val="271094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DB3BF-D489-6486-FD6F-EFB5F635CAA9}"/>
              </a:ext>
            </a:extLst>
          </p:cNvPr>
          <p:cNvSpPr>
            <a:spLocks noGrp="1"/>
          </p:cNvSpPr>
          <p:nvPr>
            <p:ph type="ctrTitle"/>
          </p:nvPr>
        </p:nvSpPr>
        <p:spPr/>
        <p:txBody>
          <a:bodyPr/>
          <a:lstStyle/>
          <a:p>
            <a:r>
              <a:rPr lang="en-US" dirty="0"/>
              <a:t>Problem 1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C40AB-FF4C-CB63-E51B-FF0F6791CA0F}"/>
                  </a:ext>
                </a:extLst>
              </p:cNvPr>
              <p:cNvSpPr>
                <a:spLocks noGrp="1"/>
              </p:cNvSpPr>
              <p:nvPr>
                <p:ph sz="quarter" idx="20"/>
              </p:nvPr>
            </p:nvSpPr>
            <p:spPr/>
            <p:txBody>
              <a:bodyPr/>
              <a:lstStyle/>
              <a:p>
                <a:pPr marL="0" indent="0">
                  <a:buNone/>
                </a:pPr>
                <a:r>
                  <a:rPr lang="en-US" b="1" dirty="0"/>
                  <a:t>Answer</a:t>
                </a:r>
              </a:p>
              <a:p>
                <a:pPr marL="457200" indent="-457200">
                  <a:buFont typeface="+mj-lt"/>
                  <a:buAutoNum type="alphaLcPeriod"/>
                </a:pPr>
                <a:r>
                  <a:rPr lang="en-US" dirty="0"/>
                  <a:t>Excel demonstration in class</a:t>
                </a:r>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𝐵𝑟𝑒𝑎𝑘𝑒𝑣𝑒𝑛</m:t>
                    </m:r>
                    <m:r>
                      <a:rPr lang="en-US" b="0" i="1" smtClean="0">
                        <a:latin typeface="Cambria Math" panose="02040503050406030204" pitchFamily="18" charset="0"/>
                      </a:rPr>
                      <m:t> </m:t>
                    </m:r>
                    <m:r>
                      <a:rPr lang="en-US" b="0" i="1" smtClean="0">
                        <a:latin typeface="Cambria Math" panose="02040503050406030204" pitchFamily="18" charset="0"/>
                      </a:rPr>
                      <m:t>𝑣𝑎𝑙𝑢𝑒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𝑢𝑛𝑖𝑡</m:t>
                    </m:r>
                    <m:r>
                      <a:rPr lang="en-US" b="0" i="1" smtClean="0">
                        <a:latin typeface="Cambria Math" panose="02040503050406030204" pitchFamily="18" charset="0"/>
                      </a:rPr>
                      <m:t> </m:t>
                    </m:r>
                    <m:r>
                      <a:rPr lang="en-US" b="0" i="1" smtClean="0">
                        <a:latin typeface="Cambria Math" panose="02040503050406030204" pitchFamily="18" charset="0"/>
                      </a:rPr>
                      <m:t>𝑠𝑎𝑙𝑒𝑠</m:t>
                    </m:r>
                    <m:r>
                      <a:rPr lang="en-US" b="0" i="1" smtClean="0">
                        <a:latin typeface="Cambria Math" panose="02040503050406030204" pitchFamily="18" charset="0"/>
                      </a:rPr>
                      <m:t>=8,901</m:t>
                    </m:r>
                  </m:oMath>
                </a14:m>
                <a:endParaRPr lang="en-US" b="0" dirty="0"/>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𝐵𝑟𝑒𝑎𝑘𝑒𝑣𝑒𝑛</m:t>
                    </m:r>
                    <m:r>
                      <a:rPr lang="en-US" b="0" i="1" smtClean="0">
                        <a:latin typeface="Cambria Math" panose="02040503050406030204" pitchFamily="18" charset="0"/>
                      </a:rPr>
                      <m:t> </m:t>
                    </m:r>
                    <m:r>
                      <a:rPr lang="en-US" b="0" i="1" smtClean="0">
                        <a:latin typeface="Cambria Math" panose="02040503050406030204" pitchFamily="18" charset="0"/>
                      </a:rPr>
                      <m:t>𝑣𝑎𝑙𝑢𝑒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𝑢𝑛𝑖𝑡</m:t>
                    </m:r>
                    <m:r>
                      <a:rPr lang="en-US" b="0" i="1" smtClean="0">
                        <a:latin typeface="Cambria Math" panose="02040503050406030204" pitchFamily="18" charset="0"/>
                      </a:rPr>
                      <m:t> </m:t>
                    </m:r>
                    <m:r>
                      <a:rPr lang="en-US" b="0" i="1" smtClean="0">
                        <a:latin typeface="Cambria Math" panose="02040503050406030204" pitchFamily="18" charset="0"/>
                      </a:rPr>
                      <m:t>𝑝𝑟𝑖𝑐𝑒</m:t>
                    </m:r>
                    <m:r>
                      <a:rPr lang="en-US" b="0" i="1" smtClean="0">
                        <a:latin typeface="Cambria Math" panose="02040503050406030204" pitchFamily="18" charset="0"/>
                      </a:rPr>
                      <m:t>=113.70</m:t>
                    </m:r>
                  </m:oMath>
                </a14:m>
                <a:endParaRPr lang="en-US" dirty="0"/>
              </a:p>
              <a:p>
                <a:pPr marL="457200" indent="-457200">
                  <a:buFont typeface="+mj-lt"/>
                  <a:buAutoNum type="alphaLcPeriod"/>
                </a:pPr>
                <a:endParaRPr lang="en-US" dirty="0"/>
              </a:p>
            </p:txBody>
          </p:sp>
        </mc:Choice>
        <mc:Fallback xmlns="">
          <p:sp>
            <p:nvSpPr>
              <p:cNvPr id="3" name="Content Placeholder 2">
                <a:extLst>
                  <a:ext uri="{FF2B5EF4-FFF2-40B4-BE49-F238E27FC236}">
                    <a16:creationId xmlns:a16="http://schemas.microsoft.com/office/drawing/2014/main" id="{712C40AB-FF4C-CB63-E51B-FF0F6791CA0F}"/>
                  </a:ext>
                </a:extLst>
              </p:cNvPr>
              <p:cNvSpPr>
                <a:spLocks noGrp="1" noRot="1" noChangeAspect="1" noMove="1" noResize="1" noEditPoints="1" noAdjustHandles="1" noChangeArrowheads="1" noChangeShapeType="1" noTextEdit="1"/>
              </p:cNvSpPr>
              <p:nvPr>
                <p:ph sz="quarter" idx="20"/>
              </p:nvPr>
            </p:nvSpPr>
            <p:spPr>
              <a:blipFill>
                <a:blip r:embed="rId2"/>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3887595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50FB-70FC-77A1-9428-862FF313D371}"/>
              </a:ext>
            </a:extLst>
          </p:cNvPr>
          <p:cNvSpPr>
            <a:spLocks noGrp="1"/>
          </p:cNvSpPr>
          <p:nvPr>
            <p:ph type="ctrTitle"/>
          </p:nvPr>
        </p:nvSpPr>
        <p:spPr/>
        <p:txBody>
          <a:bodyPr/>
          <a:lstStyle/>
          <a:p>
            <a:r>
              <a:rPr lang="en-US" dirty="0">
                <a:hlinkClick r:id="rId2" action="ppaction://hlinkfile"/>
              </a:rPr>
              <a:t>Problem 2</a:t>
            </a:r>
            <a:endParaRPr lang="en-US" dirty="0"/>
          </a:p>
        </p:txBody>
      </p:sp>
      <p:sp>
        <p:nvSpPr>
          <p:cNvPr id="3" name="Content Placeholder 2">
            <a:extLst>
              <a:ext uri="{FF2B5EF4-FFF2-40B4-BE49-F238E27FC236}">
                <a16:creationId xmlns:a16="http://schemas.microsoft.com/office/drawing/2014/main" id="{9B525FE9-14C4-D65B-EDE8-E2EF757B056A}"/>
              </a:ext>
            </a:extLst>
          </p:cNvPr>
          <p:cNvSpPr>
            <a:spLocks noGrp="1"/>
          </p:cNvSpPr>
          <p:nvPr>
            <p:ph sz="quarter" idx="20"/>
          </p:nvPr>
        </p:nvSpPr>
        <p:spPr/>
        <p:txBody>
          <a:bodyPr/>
          <a:lstStyle/>
          <a:p>
            <a:endParaRPr lang="en-US"/>
          </a:p>
        </p:txBody>
      </p:sp>
      <p:pic>
        <p:nvPicPr>
          <p:cNvPr id="4" name="Picture 3">
            <a:extLst>
              <a:ext uri="{FF2B5EF4-FFF2-40B4-BE49-F238E27FC236}">
                <a16:creationId xmlns:a16="http://schemas.microsoft.com/office/drawing/2014/main" id="{2DE62A76-6952-8232-855A-B3CB92D8A82B}"/>
              </a:ext>
            </a:extLst>
          </p:cNvPr>
          <p:cNvPicPr>
            <a:picLocks noChangeAspect="1"/>
          </p:cNvPicPr>
          <p:nvPr/>
        </p:nvPicPr>
        <p:blipFill>
          <a:blip r:embed="rId3"/>
          <a:stretch>
            <a:fillRect/>
          </a:stretch>
        </p:blipFill>
        <p:spPr>
          <a:xfrm>
            <a:off x="509286" y="827565"/>
            <a:ext cx="8125427" cy="3782837"/>
          </a:xfrm>
          <a:prstGeom prst="rect">
            <a:avLst/>
          </a:prstGeom>
        </p:spPr>
      </p:pic>
    </p:spTree>
    <p:extLst>
      <p:ext uri="{BB962C8B-B14F-4D97-AF65-F5344CB8AC3E}">
        <p14:creationId xmlns:p14="http://schemas.microsoft.com/office/powerpoint/2010/main" val="394135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0CF8-3700-054E-EE2A-50AB8AF3BC7F}"/>
              </a:ext>
            </a:extLst>
          </p:cNvPr>
          <p:cNvSpPr>
            <a:spLocks noGrp="1"/>
          </p:cNvSpPr>
          <p:nvPr>
            <p:ph type="ctrTitle"/>
          </p:nvPr>
        </p:nvSpPr>
        <p:spPr/>
        <p:txBody>
          <a:bodyPr/>
          <a:lstStyle/>
          <a:p>
            <a:r>
              <a:rPr lang="en-US" dirty="0"/>
              <a:t>Problem 2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7891EF-DAEA-54F6-C2D7-4913254F231E}"/>
                  </a:ext>
                </a:extLst>
              </p:cNvPr>
              <p:cNvSpPr>
                <a:spLocks noGrp="1"/>
              </p:cNvSpPr>
              <p:nvPr>
                <p:ph sz="quarter" idx="20"/>
              </p:nvPr>
            </p:nvSpPr>
            <p:spPr/>
            <p:txBody>
              <a:bodyPr/>
              <a:lstStyle/>
              <a:p>
                <a:pPr marL="0" indent="0">
                  <a:buNone/>
                </a:pPr>
                <a:r>
                  <a:rPr lang="en-US" b="1" dirty="0"/>
                  <a:t>Answer</a:t>
                </a:r>
              </a:p>
              <a:p>
                <a:pPr marL="457200" indent="-457200">
                  <a:buFont typeface="+mj-lt"/>
                  <a:buAutoNum type="alphaLcPeriod"/>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0</m:t>
                        </m:r>
                      </m:sub>
                    </m:sSub>
                    <m:r>
                      <a:rPr lang="en-US" b="0" i="1" smtClean="0">
                        <a:latin typeface="Cambria Math" panose="02040503050406030204" pitchFamily="18" charset="0"/>
                      </a:rPr>
                      <m:t>=−800,000;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𝐹𝐶𝐹</m:t>
                        </m:r>
                      </m:e>
                      <m:sub>
                        <m:r>
                          <a:rPr lang="en-US" b="0" i="1" smtClean="0">
                            <a:latin typeface="Cambria Math" panose="02040503050406030204" pitchFamily="18" charset="0"/>
                          </a:rPr>
                          <m:t>1</m:t>
                        </m:r>
                      </m:sub>
                    </m:sSub>
                    <m:r>
                      <a:rPr lang="en-US" b="0" i="1" smtClean="0">
                        <a:latin typeface="Cambria Math" panose="02040503050406030204" pitchFamily="18" charset="0"/>
                      </a:rPr>
                      <m:t>=186,000;</m:t>
                    </m:r>
                    <m:sSub>
                      <m:sSubPr>
                        <m:ctrlPr>
                          <a:rPr lang="en-US" i="1">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92,500;</m:t>
                    </m:r>
                    <m:sSub>
                      <m:sSubPr>
                        <m:ctrlPr>
                          <a:rPr lang="en-US" i="1">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3</m:t>
                        </m:r>
                      </m:sub>
                    </m:sSub>
                    <m:r>
                      <a:rPr lang="en-US" i="1">
                        <a:latin typeface="Cambria Math" panose="02040503050406030204" pitchFamily="18" charset="0"/>
                      </a:rPr>
                      <m:t>=</m:t>
                    </m:r>
                    <m:r>
                      <a:rPr lang="en-US" b="0" i="1" smtClean="0">
                        <a:latin typeface="Cambria Math" panose="02040503050406030204" pitchFamily="18" charset="0"/>
                      </a:rPr>
                      <m:t>199</m:t>
                    </m:r>
                    <m:r>
                      <a:rPr lang="en-US" i="1">
                        <a:latin typeface="Cambria Math" panose="02040503050406030204" pitchFamily="18" charset="0"/>
                      </a:rPr>
                      <m:t>,</m:t>
                    </m:r>
                    <m:r>
                      <a:rPr lang="en-US" b="0" i="1" smtClean="0">
                        <a:latin typeface="Cambria Math" panose="02040503050406030204" pitchFamily="18" charset="0"/>
                      </a:rPr>
                      <m:t>325;</m:t>
                    </m:r>
                    <m:sSub>
                      <m:sSubPr>
                        <m:ctrlPr>
                          <a:rPr lang="en-US" i="1">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4</m:t>
                        </m:r>
                      </m:sub>
                    </m:sSub>
                    <m:r>
                      <a:rPr lang="en-US" i="1">
                        <a:latin typeface="Cambria Math" panose="02040503050406030204" pitchFamily="18" charset="0"/>
                      </a:rPr>
                      <m:t>=</m:t>
                    </m:r>
                    <m:r>
                      <a:rPr lang="en-US" b="0" i="1" smtClean="0">
                        <a:latin typeface="Cambria Math" panose="02040503050406030204" pitchFamily="18" charset="0"/>
                      </a:rPr>
                      <m:t>206,491;</m:t>
                    </m:r>
                    <m:sSub>
                      <m:sSubPr>
                        <m:ctrlPr>
                          <a:rPr lang="en-US" i="1">
                            <a:latin typeface="Cambria Math" panose="02040503050406030204" pitchFamily="18" charset="0"/>
                          </a:rPr>
                        </m:ctrlPr>
                      </m:sSubPr>
                      <m:e>
                        <m:r>
                          <a:rPr lang="en-US" i="1">
                            <a:latin typeface="Cambria Math" panose="02040503050406030204" pitchFamily="18" charset="0"/>
                          </a:rPr>
                          <m:t>𝐹𝐶𝐹</m:t>
                        </m:r>
                      </m:e>
                      <m:sub>
                        <m:r>
                          <a:rPr lang="en-US" b="0" i="1" smtClean="0">
                            <a:latin typeface="Cambria Math" panose="02040503050406030204" pitchFamily="18" charset="0"/>
                          </a:rPr>
                          <m:t>5</m:t>
                        </m:r>
                      </m:sub>
                    </m:sSub>
                    <m:r>
                      <a:rPr lang="en-US" i="1">
                        <a:latin typeface="Cambria Math" panose="02040503050406030204" pitchFamily="18" charset="0"/>
                      </a:rPr>
                      <m:t>=</m:t>
                    </m:r>
                    <m:r>
                      <a:rPr lang="en-US" b="0" i="1" smtClean="0">
                        <a:latin typeface="Cambria Math" panose="02040503050406030204" pitchFamily="18" charset="0"/>
                      </a:rPr>
                      <m:t>214,016</m:t>
                    </m:r>
                  </m:oMath>
                </a14:m>
                <a:endParaRPr lang="en-US" b="0" dirty="0"/>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=−85,926</m:t>
                    </m:r>
                  </m:oMath>
                </a14:m>
                <a:endParaRPr lang="en-US" b="0" dirty="0"/>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𝐵𝑟𝑒𝑎𝑘𝑒𝑣𝑒𝑛</m:t>
                    </m:r>
                    <m:r>
                      <a:rPr lang="en-US" b="0" i="1" smtClean="0">
                        <a:latin typeface="Cambria Math" panose="02040503050406030204" pitchFamily="18" charset="0"/>
                      </a:rPr>
                      <m:t> </m:t>
                    </m:r>
                    <m:r>
                      <a:rPr lang="en-US" b="0" i="1" smtClean="0">
                        <a:latin typeface="Cambria Math" panose="02040503050406030204" pitchFamily="18" charset="0"/>
                      </a:rPr>
                      <m:t>𝑣𝑎𝑙𝑢𝑒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𝐸𝐵𝐼𝑇𝐷𝐴</m:t>
                    </m:r>
                    <m:r>
                      <a:rPr lang="en-US" b="0" i="1" smtClean="0">
                        <a:latin typeface="Cambria Math" panose="02040503050406030204" pitchFamily="18" charset="0"/>
                      </a:rPr>
                      <m:t>=233,551</m:t>
                    </m:r>
                  </m:oMath>
                </a14:m>
                <a:endParaRPr lang="en-US" dirty="0"/>
              </a:p>
            </p:txBody>
          </p:sp>
        </mc:Choice>
        <mc:Fallback xmlns="">
          <p:sp>
            <p:nvSpPr>
              <p:cNvPr id="3" name="Content Placeholder 2">
                <a:extLst>
                  <a:ext uri="{FF2B5EF4-FFF2-40B4-BE49-F238E27FC236}">
                    <a16:creationId xmlns:a16="http://schemas.microsoft.com/office/drawing/2014/main" id="{C17891EF-DAEA-54F6-C2D7-4913254F231E}"/>
                  </a:ext>
                </a:extLst>
              </p:cNvPr>
              <p:cNvSpPr>
                <a:spLocks noGrp="1" noRot="1" noChangeAspect="1" noMove="1" noResize="1" noEditPoints="1" noAdjustHandles="1" noChangeArrowheads="1" noChangeShapeType="1" noTextEdit="1"/>
              </p:cNvSpPr>
              <p:nvPr>
                <p:ph sz="quarter" idx="20"/>
              </p:nvPr>
            </p:nvSpPr>
            <p:spPr>
              <a:blipFill>
                <a:blip r:embed="rId2"/>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179839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1445A-878E-4381-F4AC-338A2BEE09BF}"/>
              </a:ext>
            </a:extLst>
          </p:cNvPr>
          <p:cNvSpPr>
            <a:spLocks noGrp="1"/>
          </p:cNvSpPr>
          <p:nvPr>
            <p:ph type="ctrTitle"/>
          </p:nvPr>
        </p:nvSpPr>
        <p:spPr/>
        <p:txBody>
          <a:bodyPr/>
          <a:lstStyle/>
          <a:p>
            <a:r>
              <a:rPr lang="en-US" dirty="0"/>
              <a:t>Knowledge review 3</a:t>
            </a:r>
          </a:p>
        </p:txBody>
      </p:sp>
      <p:sp>
        <p:nvSpPr>
          <p:cNvPr id="3" name="Content Placeholder 2">
            <a:extLst>
              <a:ext uri="{FF2B5EF4-FFF2-40B4-BE49-F238E27FC236}">
                <a16:creationId xmlns:a16="http://schemas.microsoft.com/office/drawing/2014/main" id="{FB4A2EA6-80F4-3B4A-110B-FC8602936C0D}"/>
              </a:ext>
            </a:extLst>
          </p:cNvPr>
          <p:cNvSpPr>
            <a:spLocks noGrp="1"/>
          </p:cNvSpPr>
          <p:nvPr>
            <p:ph sz="quarter" idx="20"/>
          </p:nvPr>
        </p:nvSpPr>
        <p:spPr/>
        <p:txBody>
          <a:bodyPr/>
          <a:lstStyle/>
          <a:p>
            <a:endParaRPr lang="en-US"/>
          </a:p>
        </p:txBody>
      </p:sp>
      <p:pic>
        <p:nvPicPr>
          <p:cNvPr id="5" name="Picture 4">
            <a:extLst>
              <a:ext uri="{FF2B5EF4-FFF2-40B4-BE49-F238E27FC236}">
                <a16:creationId xmlns:a16="http://schemas.microsoft.com/office/drawing/2014/main" id="{89F97D44-85DB-2411-BF26-9899D660737F}"/>
              </a:ext>
            </a:extLst>
          </p:cNvPr>
          <p:cNvPicPr>
            <a:picLocks noChangeAspect="1"/>
          </p:cNvPicPr>
          <p:nvPr/>
        </p:nvPicPr>
        <p:blipFill>
          <a:blip r:embed="rId3"/>
          <a:stretch>
            <a:fillRect/>
          </a:stretch>
        </p:blipFill>
        <p:spPr>
          <a:xfrm>
            <a:off x="274931" y="652463"/>
            <a:ext cx="8594137" cy="4138982"/>
          </a:xfrm>
          <a:prstGeom prst="rect">
            <a:avLst/>
          </a:prstGeom>
        </p:spPr>
      </p:pic>
      <p:sp>
        <p:nvSpPr>
          <p:cNvPr id="6" name="TextBox 5">
            <a:extLst>
              <a:ext uri="{FF2B5EF4-FFF2-40B4-BE49-F238E27FC236}">
                <a16:creationId xmlns:a16="http://schemas.microsoft.com/office/drawing/2014/main" id="{938080EA-9E31-C1F4-A5CB-0A173B381777}"/>
              </a:ext>
            </a:extLst>
          </p:cNvPr>
          <p:cNvSpPr txBox="1"/>
          <p:nvPr/>
        </p:nvSpPr>
        <p:spPr>
          <a:xfrm>
            <a:off x="425302" y="4671789"/>
            <a:ext cx="1550424"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Source: textbook, P61</a:t>
            </a:r>
          </a:p>
        </p:txBody>
      </p:sp>
      <p:sp>
        <p:nvSpPr>
          <p:cNvPr id="4" name="Rectangle 3">
            <a:extLst>
              <a:ext uri="{FF2B5EF4-FFF2-40B4-BE49-F238E27FC236}">
                <a16:creationId xmlns:a16="http://schemas.microsoft.com/office/drawing/2014/main" id="{01EB48E3-CA98-F70B-E02B-C5D129E85B69}"/>
              </a:ext>
            </a:extLst>
          </p:cNvPr>
          <p:cNvSpPr/>
          <p:nvPr/>
        </p:nvSpPr>
        <p:spPr>
          <a:xfrm>
            <a:off x="7641265" y="2161953"/>
            <a:ext cx="1119963" cy="17437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C41AD29C-9C03-AC42-578E-02D02AFB9997}"/>
              </a:ext>
            </a:extLst>
          </p:cNvPr>
          <p:cNvCxnSpPr/>
          <p:nvPr/>
        </p:nvCxnSpPr>
        <p:spPr>
          <a:xfrm>
            <a:off x="3356210" y="2622698"/>
            <a:ext cx="347330" cy="4607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6F3D5-4557-E0A4-1B66-1F19EF22A94F}"/>
              </a:ext>
            </a:extLst>
          </p:cNvPr>
          <p:cNvCxnSpPr/>
          <p:nvPr/>
        </p:nvCxnSpPr>
        <p:spPr>
          <a:xfrm>
            <a:off x="3182545" y="3033823"/>
            <a:ext cx="347330" cy="708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FF9E074-7B74-7F23-5109-FF05C9CFC524}"/>
              </a:ext>
            </a:extLst>
          </p:cNvPr>
          <p:cNvCxnSpPr/>
          <p:nvPr/>
        </p:nvCxnSpPr>
        <p:spPr>
          <a:xfrm flipV="1">
            <a:off x="2660869" y="3274827"/>
            <a:ext cx="935665" cy="53162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4B1ECFC-869D-8DF5-81C4-B2DEED79B3BF}"/>
              </a:ext>
            </a:extLst>
          </p:cNvPr>
          <p:cNvSpPr txBox="1"/>
          <p:nvPr/>
        </p:nvSpPr>
        <p:spPr>
          <a:xfrm>
            <a:off x="3356210" y="3018303"/>
            <a:ext cx="1151277" cy="300082"/>
          </a:xfrm>
          <a:prstGeom prst="rect">
            <a:avLst/>
          </a:prstGeom>
          <a:noFill/>
        </p:spPr>
        <p:txBody>
          <a:bodyPr wrap="none" rtlCol="0">
            <a:spAutoFit/>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value drivers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156E371-98E2-DEF0-7076-EE0312532917}"/>
                  </a:ext>
                </a:extLst>
              </p:cNvPr>
              <p:cNvSpPr txBox="1"/>
              <p:nvPr/>
            </p:nvSpPr>
            <p:spPr>
              <a:xfrm>
                <a:off x="6010035" y="1067060"/>
                <a:ext cx="2710678" cy="429605"/>
              </a:xfrm>
              <a:prstGeom prst="rect">
                <a:avLst/>
              </a:prstGeom>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𝑪𝒉𝒂𝒏𝒈𝒆</m:t>
                      </m:r>
                      <m:r>
                        <a:rPr lang="en-US" b="1" i="1" smtClean="0">
                          <a:solidFill>
                            <a:srgbClr val="FF0000"/>
                          </a:solidFill>
                          <a:latin typeface="Cambria Math" panose="02040503050406030204" pitchFamily="18" charset="0"/>
                        </a:rPr>
                        <m:t>=</m:t>
                      </m:r>
                      <m:f>
                        <m:fPr>
                          <m:ctrlPr>
                            <a:rPr lang="en-US" b="1" i="1" smtClean="0">
                              <a:solidFill>
                                <a:srgbClr val="FF0000"/>
                              </a:solidFill>
                              <a:latin typeface="Cambria Math" panose="02040503050406030204" pitchFamily="18" charset="0"/>
                            </a:rPr>
                          </m:ctrlPr>
                        </m:fPr>
                        <m:num>
                          <m:r>
                            <a:rPr lang="en-US" b="1" i="1" smtClean="0">
                              <a:solidFill>
                                <a:srgbClr val="FF0000"/>
                              </a:solidFill>
                              <a:latin typeface="Cambria Math" panose="02040503050406030204" pitchFamily="18" charset="0"/>
                            </a:rPr>
                            <m:t>𝒄𝒓𝒊𝒕𝒊𝒄𝒂𝒍</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𝒗𝒂𝒍𝒖𝒆</m:t>
                          </m:r>
                        </m:num>
                        <m:den>
                          <m:r>
                            <a:rPr lang="en-US" b="1" i="1" smtClean="0">
                              <a:solidFill>
                                <a:srgbClr val="FF0000"/>
                              </a:solidFill>
                              <a:latin typeface="Cambria Math" panose="02040503050406030204" pitchFamily="18" charset="0"/>
                            </a:rPr>
                            <m:t>𝒆𝒙𝒑𝒆𝒄𝒕𝒆𝒅</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𝒗𝒂𝒍𝒖𝒆</m:t>
                          </m:r>
                        </m:den>
                      </m:f>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oMath>
                  </m:oMathPara>
                </a14:m>
                <a:endParaRPr lang="en-US" b="1" dirty="0">
                  <a:solidFill>
                    <a:srgbClr val="FF0000"/>
                  </a:solidFill>
                </a:endParaRPr>
              </a:p>
            </p:txBody>
          </p:sp>
        </mc:Choice>
        <mc:Fallback xmlns="">
          <p:sp>
            <p:nvSpPr>
              <p:cNvPr id="14" name="TextBox 13">
                <a:extLst>
                  <a:ext uri="{FF2B5EF4-FFF2-40B4-BE49-F238E27FC236}">
                    <a16:creationId xmlns:a16="http://schemas.microsoft.com/office/drawing/2014/main" id="{7156E371-98E2-DEF0-7076-EE0312532917}"/>
                  </a:ext>
                </a:extLst>
              </p:cNvPr>
              <p:cNvSpPr txBox="1">
                <a:spLocks noRot="1" noChangeAspect="1" noMove="1" noResize="1" noEditPoints="1" noAdjustHandles="1" noChangeArrowheads="1" noChangeShapeType="1" noTextEdit="1"/>
              </p:cNvSpPr>
              <p:nvPr/>
            </p:nvSpPr>
            <p:spPr>
              <a:xfrm>
                <a:off x="6010035" y="1067060"/>
                <a:ext cx="2710678" cy="429605"/>
              </a:xfrm>
              <a:prstGeom prst="rect">
                <a:avLst/>
              </a:prstGeom>
              <a:blipFill>
                <a:blip r:embed="rId4"/>
                <a:stretch>
                  <a:fillRect l="-895" t="-2740" r="-671" b="-16438"/>
                </a:stretch>
              </a:blipFill>
            </p:spPr>
            <p:txBody>
              <a:bodyPr/>
              <a:lstStyle/>
              <a:p>
                <a:r>
                  <a:rPr lang="en-US">
                    <a:noFill/>
                  </a:rPr>
                  <a:t> </a:t>
                </a:r>
              </a:p>
            </p:txBody>
          </p:sp>
        </mc:Fallback>
      </mc:AlternateContent>
    </p:spTree>
    <p:extLst>
      <p:ext uri="{BB962C8B-B14F-4D97-AF65-F5344CB8AC3E}">
        <p14:creationId xmlns:p14="http://schemas.microsoft.com/office/powerpoint/2010/main" val="298106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1AE24-ECA5-83C4-F00E-82E9DA49BDD0}"/>
              </a:ext>
            </a:extLst>
          </p:cNvPr>
          <p:cNvSpPr>
            <a:spLocks noGrp="1"/>
          </p:cNvSpPr>
          <p:nvPr>
            <p:ph type="ctrTitle"/>
          </p:nvPr>
        </p:nvSpPr>
        <p:spPr/>
        <p:txBody>
          <a:bodyPr/>
          <a:lstStyle/>
          <a:p>
            <a:r>
              <a:rPr lang="en-US" dirty="0">
                <a:hlinkClick r:id="rId2" action="ppaction://hlinkfile"/>
              </a:rPr>
              <a:t>Problem 3</a:t>
            </a:r>
            <a:endParaRPr lang="en-US" dirty="0"/>
          </a:p>
        </p:txBody>
      </p:sp>
      <p:sp>
        <p:nvSpPr>
          <p:cNvPr id="3" name="Content Placeholder 2">
            <a:extLst>
              <a:ext uri="{FF2B5EF4-FFF2-40B4-BE49-F238E27FC236}">
                <a16:creationId xmlns:a16="http://schemas.microsoft.com/office/drawing/2014/main" id="{AE947F7D-359F-7782-F555-7559E01A3629}"/>
              </a:ext>
            </a:extLst>
          </p:cNvPr>
          <p:cNvSpPr>
            <a:spLocks noGrp="1"/>
          </p:cNvSpPr>
          <p:nvPr>
            <p:ph sz="quarter" idx="20"/>
          </p:nvPr>
        </p:nvSpPr>
        <p:spPr/>
        <p:txBody>
          <a:bodyPr/>
          <a:lstStyle/>
          <a:p>
            <a:endParaRPr lang="en-US"/>
          </a:p>
        </p:txBody>
      </p:sp>
      <p:pic>
        <p:nvPicPr>
          <p:cNvPr id="5" name="Picture 4">
            <a:extLst>
              <a:ext uri="{FF2B5EF4-FFF2-40B4-BE49-F238E27FC236}">
                <a16:creationId xmlns:a16="http://schemas.microsoft.com/office/drawing/2014/main" id="{B67753D5-FF84-01DC-A508-785829DB4690}"/>
              </a:ext>
            </a:extLst>
          </p:cNvPr>
          <p:cNvPicPr>
            <a:picLocks noChangeAspect="1"/>
          </p:cNvPicPr>
          <p:nvPr/>
        </p:nvPicPr>
        <p:blipFill>
          <a:blip r:embed="rId3"/>
          <a:stretch>
            <a:fillRect/>
          </a:stretch>
        </p:blipFill>
        <p:spPr>
          <a:xfrm>
            <a:off x="214304" y="809979"/>
            <a:ext cx="8715392" cy="3124068"/>
          </a:xfrm>
          <a:prstGeom prst="rect">
            <a:avLst/>
          </a:prstGeom>
        </p:spPr>
      </p:pic>
    </p:spTree>
    <p:extLst>
      <p:ext uri="{BB962C8B-B14F-4D97-AF65-F5344CB8AC3E}">
        <p14:creationId xmlns:p14="http://schemas.microsoft.com/office/powerpoint/2010/main" val="2843749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414B-98F8-2F11-820C-30AA55995577}"/>
              </a:ext>
            </a:extLst>
          </p:cNvPr>
          <p:cNvSpPr>
            <a:spLocks noGrp="1"/>
          </p:cNvSpPr>
          <p:nvPr>
            <p:ph type="ctrTitle"/>
          </p:nvPr>
        </p:nvSpPr>
        <p:spPr/>
        <p:txBody>
          <a:bodyPr/>
          <a:lstStyle/>
          <a:p>
            <a:r>
              <a:rPr lang="en-US" dirty="0"/>
              <a:t>Problem 3 (cont.)</a:t>
            </a:r>
          </a:p>
        </p:txBody>
      </p:sp>
      <p:sp>
        <p:nvSpPr>
          <p:cNvPr id="3" name="Content Placeholder 2">
            <a:extLst>
              <a:ext uri="{FF2B5EF4-FFF2-40B4-BE49-F238E27FC236}">
                <a16:creationId xmlns:a16="http://schemas.microsoft.com/office/drawing/2014/main" id="{0F947AB1-01F8-B5A9-E89A-F6D05DB68916}"/>
              </a:ext>
            </a:extLst>
          </p:cNvPr>
          <p:cNvSpPr>
            <a:spLocks noGrp="1"/>
          </p:cNvSpPr>
          <p:nvPr>
            <p:ph sz="quarter" idx="20"/>
          </p:nvPr>
        </p:nvSpPr>
        <p:spPr/>
        <p:txBody>
          <a:bodyPr/>
          <a:lstStyle/>
          <a:p>
            <a:endParaRPr lang="en-US"/>
          </a:p>
        </p:txBody>
      </p:sp>
      <p:pic>
        <p:nvPicPr>
          <p:cNvPr id="5" name="Picture 4">
            <a:extLst>
              <a:ext uri="{FF2B5EF4-FFF2-40B4-BE49-F238E27FC236}">
                <a16:creationId xmlns:a16="http://schemas.microsoft.com/office/drawing/2014/main" id="{797C1A5E-F3D0-2469-F8ED-E4D97831247E}"/>
              </a:ext>
            </a:extLst>
          </p:cNvPr>
          <p:cNvPicPr>
            <a:picLocks noChangeAspect="1"/>
          </p:cNvPicPr>
          <p:nvPr/>
        </p:nvPicPr>
        <p:blipFill>
          <a:blip r:embed="rId2"/>
          <a:stretch>
            <a:fillRect/>
          </a:stretch>
        </p:blipFill>
        <p:spPr>
          <a:xfrm>
            <a:off x="428625" y="882650"/>
            <a:ext cx="8286750" cy="3581400"/>
          </a:xfrm>
          <a:prstGeom prst="rect">
            <a:avLst/>
          </a:prstGeom>
        </p:spPr>
      </p:pic>
    </p:spTree>
    <p:extLst>
      <p:ext uri="{BB962C8B-B14F-4D97-AF65-F5344CB8AC3E}">
        <p14:creationId xmlns:p14="http://schemas.microsoft.com/office/powerpoint/2010/main" val="1187442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B9E9A-7BA7-1E2A-000B-580A6F8BBC85}"/>
              </a:ext>
            </a:extLst>
          </p:cNvPr>
          <p:cNvSpPr>
            <a:spLocks noGrp="1"/>
          </p:cNvSpPr>
          <p:nvPr>
            <p:ph type="ctrTitle"/>
          </p:nvPr>
        </p:nvSpPr>
        <p:spPr/>
        <p:txBody>
          <a:bodyPr/>
          <a:lstStyle/>
          <a:p>
            <a:r>
              <a:rPr lang="en-US" dirty="0"/>
              <a:t>Problem 3 (cont.)</a:t>
            </a:r>
          </a:p>
        </p:txBody>
      </p:sp>
      <p:sp>
        <p:nvSpPr>
          <p:cNvPr id="3" name="Content Placeholder 2">
            <a:extLst>
              <a:ext uri="{FF2B5EF4-FFF2-40B4-BE49-F238E27FC236}">
                <a16:creationId xmlns:a16="http://schemas.microsoft.com/office/drawing/2014/main" id="{05FE953E-3205-62FF-23C2-1944B1BBE653}"/>
              </a:ext>
            </a:extLst>
          </p:cNvPr>
          <p:cNvSpPr>
            <a:spLocks noGrp="1"/>
          </p:cNvSpPr>
          <p:nvPr>
            <p:ph sz="quarter" idx="20"/>
          </p:nvPr>
        </p:nvSpPr>
        <p:spPr/>
        <p:txBody>
          <a:bodyPr/>
          <a:lstStyle/>
          <a:p>
            <a:endParaRPr lang="en-US" dirty="0"/>
          </a:p>
        </p:txBody>
      </p:sp>
      <p:pic>
        <p:nvPicPr>
          <p:cNvPr id="7" name="Picture 6">
            <a:extLst>
              <a:ext uri="{FF2B5EF4-FFF2-40B4-BE49-F238E27FC236}">
                <a16:creationId xmlns:a16="http://schemas.microsoft.com/office/drawing/2014/main" id="{0C2F104E-D0B7-25D5-B9C4-B09FCDC68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387" y="1237511"/>
            <a:ext cx="7769225" cy="2818694"/>
          </a:xfrm>
          <a:prstGeom prst="rect">
            <a:avLst/>
          </a:prstGeom>
        </p:spPr>
      </p:pic>
    </p:spTree>
    <p:extLst>
      <p:ext uri="{BB962C8B-B14F-4D97-AF65-F5344CB8AC3E}">
        <p14:creationId xmlns:p14="http://schemas.microsoft.com/office/powerpoint/2010/main" val="1163258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E395-C941-EF7E-DD5E-EB2B0D4FDC6F}"/>
              </a:ext>
            </a:extLst>
          </p:cNvPr>
          <p:cNvSpPr>
            <a:spLocks noGrp="1"/>
          </p:cNvSpPr>
          <p:nvPr>
            <p:ph type="ctrTitle"/>
          </p:nvPr>
        </p:nvSpPr>
        <p:spPr/>
        <p:txBody>
          <a:bodyPr/>
          <a:lstStyle/>
          <a:p>
            <a:r>
              <a:rPr lang="en-US" dirty="0"/>
              <a:t>Problem 3 (cont.)</a:t>
            </a:r>
          </a:p>
        </p:txBody>
      </p:sp>
      <p:sp>
        <p:nvSpPr>
          <p:cNvPr id="3" name="Content Placeholder 2">
            <a:extLst>
              <a:ext uri="{FF2B5EF4-FFF2-40B4-BE49-F238E27FC236}">
                <a16:creationId xmlns:a16="http://schemas.microsoft.com/office/drawing/2014/main" id="{A4DFCECB-380D-7380-34B1-65976AD71B8A}"/>
              </a:ext>
            </a:extLst>
          </p:cNvPr>
          <p:cNvSpPr>
            <a:spLocks noGrp="1"/>
          </p:cNvSpPr>
          <p:nvPr>
            <p:ph sz="quarter" idx="20"/>
          </p:nvPr>
        </p:nvSpPr>
        <p:spPr/>
        <p:txBody>
          <a:bodyPr/>
          <a:lstStyle/>
          <a:p>
            <a:endParaRPr lang="en-US"/>
          </a:p>
        </p:txBody>
      </p:sp>
      <p:pic>
        <p:nvPicPr>
          <p:cNvPr id="5" name="Picture 4">
            <a:extLst>
              <a:ext uri="{FF2B5EF4-FFF2-40B4-BE49-F238E27FC236}">
                <a16:creationId xmlns:a16="http://schemas.microsoft.com/office/drawing/2014/main" id="{33E0E870-5ED7-0C29-33F9-6A912938E0F7}"/>
              </a:ext>
            </a:extLst>
          </p:cNvPr>
          <p:cNvPicPr>
            <a:picLocks noChangeAspect="1"/>
          </p:cNvPicPr>
          <p:nvPr/>
        </p:nvPicPr>
        <p:blipFill>
          <a:blip r:embed="rId2"/>
          <a:stretch>
            <a:fillRect/>
          </a:stretch>
        </p:blipFill>
        <p:spPr>
          <a:xfrm>
            <a:off x="755662" y="731630"/>
            <a:ext cx="7632676" cy="4411870"/>
          </a:xfrm>
          <a:prstGeom prst="rect">
            <a:avLst/>
          </a:prstGeom>
        </p:spPr>
      </p:pic>
    </p:spTree>
    <p:extLst>
      <p:ext uri="{BB962C8B-B14F-4D97-AF65-F5344CB8AC3E}">
        <p14:creationId xmlns:p14="http://schemas.microsoft.com/office/powerpoint/2010/main" val="2653072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6D5AC-C27F-37E2-FA98-1E7D21A198B8}"/>
              </a:ext>
            </a:extLst>
          </p:cNvPr>
          <p:cNvSpPr>
            <a:spLocks noGrp="1"/>
          </p:cNvSpPr>
          <p:nvPr>
            <p:ph type="ctrTitle"/>
          </p:nvPr>
        </p:nvSpPr>
        <p:spPr/>
        <p:txBody>
          <a:bodyPr/>
          <a:lstStyle/>
          <a:p>
            <a:r>
              <a:rPr lang="en-US" dirty="0"/>
              <a:t>Problem 3 (cont.)</a:t>
            </a:r>
          </a:p>
        </p:txBody>
      </p:sp>
      <p:sp>
        <p:nvSpPr>
          <p:cNvPr id="3" name="Content Placeholder 2">
            <a:extLst>
              <a:ext uri="{FF2B5EF4-FFF2-40B4-BE49-F238E27FC236}">
                <a16:creationId xmlns:a16="http://schemas.microsoft.com/office/drawing/2014/main" id="{0586FFE0-F6C0-A1F5-084A-A62B2E23FCBD}"/>
              </a:ext>
            </a:extLst>
          </p:cNvPr>
          <p:cNvSpPr>
            <a:spLocks noGrp="1"/>
          </p:cNvSpPr>
          <p:nvPr>
            <p:ph sz="quarter" idx="20"/>
          </p:nvPr>
        </p:nvSpPr>
        <p:spPr/>
        <p:txBody>
          <a:bodyPr/>
          <a:lstStyle/>
          <a:p>
            <a:pPr marL="0" indent="0">
              <a:buNone/>
            </a:pPr>
            <a:r>
              <a:rPr lang="en-US" b="1" dirty="0"/>
              <a:t>Answer</a:t>
            </a:r>
          </a:p>
          <a:p>
            <a:pPr marL="457200" indent="-457200">
              <a:buFont typeface="+mj-lt"/>
              <a:buAutoNum type="alphaLcPeriod"/>
            </a:pPr>
            <a:r>
              <a:rPr lang="en-US" dirty="0"/>
              <a:t>(1) The project’s sales forecast is risky, with a 100% jump from 1.5M to 3.0M units in year 3, which may be </a:t>
            </a:r>
            <a:r>
              <a:rPr lang="en-US" b="1" dirty="0"/>
              <a:t>unrealistic</a:t>
            </a:r>
            <a:r>
              <a:rPr lang="en-US" dirty="0"/>
              <a:t>. The sharp rise and later drop to 2.0M in year 5 signal demand </a:t>
            </a:r>
            <a:r>
              <a:rPr lang="en-US" b="1" dirty="0"/>
              <a:t>uncertainty</a:t>
            </a:r>
            <a:r>
              <a:rPr lang="en-US" dirty="0"/>
              <a:t> and potential overestimation of value. (2) This project is </a:t>
            </a:r>
            <a:r>
              <a:rPr lang="en-US" b="1" dirty="0"/>
              <a:t>back-loaded</a:t>
            </a:r>
            <a:r>
              <a:rPr lang="en-US" dirty="0"/>
              <a:t>, meaning most of its cash flows come in the later years (years 3–5), while the investment is front-loaded, with a $4.2M upfront cost. The timing </a:t>
            </a:r>
            <a:r>
              <a:rPr lang="en-US" b="1" dirty="0"/>
              <a:t>mismatch</a:t>
            </a:r>
            <a:r>
              <a:rPr lang="en-US" dirty="0"/>
              <a:t> between cost and return makes the project financially vulnerable in the early stages.</a:t>
            </a:r>
          </a:p>
          <a:p>
            <a:pPr marL="457200" indent="-457200">
              <a:buFont typeface="+mj-lt"/>
              <a:buAutoNum type="alphaLcPeriod"/>
            </a:pPr>
            <a:r>
              <a:rPr lang="en-US" dirty="0"/>
              <a:t>Excel demonstration in class</a:t>
            </a:r>
          </a:p>
        </p:txBody>
      </p:sp>
    </p:spTree>
    <p:extLst>
      <p:ext uri="{BB962C8B-B14F-4D97-AF65-F5344CB8AC3E}">
        <p14:creationId xmlns:p14="http://schemas.microsoft.com/office/powerpoint/2010/main" val="1585492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AD10-A22B-68FC-FBA8-1A69332FA297}"/>
              </a:ext>
            </a:extLst>
          </p:cNvPr>
          <p:cNvSpPr>
            <a:spLocks noGrp="1"/>
          </p:cNvSpPr>
          <p:nvPr>
            <p:ph type="ctrTitle"/>
          </p:nvPr>
        </p:nvSpPr>
        <p:spPr/>
        <p:txBody>
          <a:bodyPr/>
          <a:lstStyle/>
          <a:p>
            <a:r>
              <a:rPr lang="en-US" dirty="0"/>
              <a:t>Problem 3 (cont.)</a:t>
            </a:r>
          </a:p>
        </p:txBody>
      </p:sp>
      <p:sp>
        <p:nvSpPr>
          <p:cNvPr id="3" name="Content Placeholder 2">
            <a:extLst>
              <a:ext uri="{FF2B5EF4-FFF2-40B4-BE49-F238E27FC236}">
                <a16:creationId xmlns:a16="http://schemas.microsoft.com/office/drawing/2014/main" id="{2E158A8F-9911-CD26-97D4-1F8DF4416900}"/>
              </a:ext>
            </a:extLst>
          </p:cNvPr>
          <p:cNvSpPr>
            <a:spLocks noGrp="1"/>
          </p:cNvSpPr>
          <p:nvPr>
            <p:ph sz="quarter" idx="20"/>
          </p:nvPr>
        </p:nvSpPr>
        <p:spPr/>
        <p:txBody>
          <a:bodyPr/>
          <a:lstStyle/>
          <a:p>
            <a:pPr marL="457200" indent="-457200">
              <a:buFont typeface="+mj-lt"/>
              <a:buAutoNum type="alphaLcPeriod" startAt="3"/>
            </a:pPr>
            <a:r>
              <a:rPr lang="en-US" dirty="0"/>
              <a:t>The initial capital cost, variable cost as a percent of sales and the sales volume are all roughly equally important in terms of their significance in driving the results of the investment. The kinds of things that can be done to control these costs entail careful cost contracting for the initial capital cost, and closely monitoring both the variable cost % and sales volume. It would also be helpful to know what "options" the firm might have with regard to reducing output or shutting down should the forecasts of sales volume or variable costs prove to be optimistic.</a:t>
            </a:r>
          </a:p>
          <a:p>
            <a:pPr marL="457200" indent="-457200">
              <a:buFont typeface="+mj-lt"/>
              <a:buAutoNum type="alphaLcPeriod" startAt="3"/>
            </a:pPr>
            <a:r>
              <a:rPr lang="en-US" dirty="0"/>
              <a:t>Not necessarily. While reducing risk is important, you should not always aim to eliminate it completely — especially if doing so reduces the project’s potential return.</a:t>
            </a:r>
          </a:p>
          <a:p>
            <a:endParaRPr lang="en-US" dirty="0"/>
          </a:p>
        </p:txBody>
      </p:sp>
    </p:spTree>
    <p:extLst>
      <p:ext uri="{BB962C8B-B14F-4D97-AF65-F5344CB8AC3E}">
        <p14:creationId xmlns:p14="http://schemas.microsoft.com/office/powerpoint/2010/main" val="2454025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B92C-05EB-9442-0BE7-97AFAA626701}"/>
              </a:ext>
            </a:extLst>
          </p:cNvPr>
          <p:cNvSpPr>
            <a:spLocks noGrp="1"/>
          </p:cNvSpPr>
          <p:nvPr>
            <p:ph type="ctrTitle"/>
          </p:nvPr>
        </p:nvSpPr>
        <p:spPr/>
        <p:txBody>
          <a:bodyPr/>
          <a:lstStyle/>
          <a:p>
            <a:r>
              <a:rPr lang="en-US" dirty="0">
                <a:hlinkClick r:id="rId2" action="ppaction://hlinkfile"/>
              </a:rPr>
              <a:t>Problem 4</a:t>
            </a:r>
            <a:endParaRPr lang="en-US" dirty="0"/>
          </a:p>
        </p:txBody>
      </p:sp>
      <p:sp>
        <p:nvSpPr>
          <p:cNvPr id="3" name="Content Placeholder 2">
            <a:extLst>
              <a:ext uri="{FF2B5EF4-FFF2-40B4-BE49-F238E27FC236}">
                <a16:creationId xmlns:a16="http://schemas.microsoft.com/office/drawing/2014/main" id="{0FD649E8-B7C4-52A7-5FE1-04A85CD03015}"/>
              </a:ext>
            </a:extLst>
          </p:cNvPr>
          <p:cNvSpPr>
            <a:spLocks noGrp="1"/>
          </p:cNvSpPr>
          <p:nvPr>
            <p:ph sz="quarter" idx="20"/>
          </p:nvPr>
        </p:nvSpPr>
        <p:spPr/>
        <p:txBody>
          <a:bodyPr/>
          <a:lstStyle/>
          <a:p>
            <a:endParaRPr lang="en-US"/>
          </a:p>
        </p:txBody>
      </p:sp>
      <p:pic>
        <p:nvPicPr>
          <p:cNvPr id="4" name="Picture 3">
            <a:extLst>
              <a:ext uri="{FF2B5EF4-FFF2-40B4-BE49-F238E27FC236}">
                <a16:creationId xmlns:a16="http://schemas.microsoft.com/office/drawing/2014/main" id="{93209EDA-457B-4384-4C1B-71EF3EF4391C}"/>
              </a:ext>
            </a:extLst>
          </p:cNvPr>
          <p:cNvPicPr>
            <a:picLocks noChangeAspect="1"/>
          </p:cNvPicPr>
          <p:nvPr/>
        </p:nvPicPr>
        <p:blipFill>
          <a:blip r:embed="rId3"/>
          <a:stretch>
            <a:fillRect/>
          </a:stretch>
        </p:blipFill>
        <p:spPr>
          <a:xfrm>
            <a:off x="127005" y="776079"/>
            <a:ext cx="6434936" cy="1741257"/>
          </a:xfrm>
          <a:prstGeom prst="rect">
            <a:avLst/>
          </a:prstGeom>
        </p:spPr>
      </p:pic>
      <p:pic>
        <p:nvPicPr>
          <p:cNvPr id="5" name="Picture 4">
            <a:extLst>
              <a:ext uri="{FF2B5EF4-FFF2-40B4-BE49-F238E27FC236}">
                <a16:creationId xmlns:a16="http://schemas.microsoft.com/office/drawing/2014/main" id="{1D8F1738-2888-BA3C-8A09-BD8EA4979708}"/>
              </a:ext>
            </a:extLst>
          </p:cNvPr>
          <p:cNvPicPr>
            <a:picLocks noChangeAspect="1"/>
          </p:cNvPicPr>
          <p:nvPr/>
        </p:nvPicPr>
        <p:blipFill>
          <a:blip r:embed="rId4"/>
          <a:stretch>
            <a:fillRect/>
          </a:stretch>
        </p:blipFill>
        <p:spPr>
          <a:xfrm>
            <a:off x="67290" y="2374174"/>
            <a:ext cx="6390494" cy="2196807"/>
          </a:xfrm>
          <a:prstGeom prst="rect">
            <a:avLst/>
          </a:prstGeom>
        </p:spPr>
      </p:pic>
    </p:spTree>
    <p:extLst>
      <p:ext uri="{BB962C8B-B14F-4D97-AF65-F5344CB8AC3E}">
        <p14:creationId xmlns:p14="http://schemas.microsoft.com/office/powerpoint/2010/main" val="3360711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F358-BA55-EB6E-0CA8-464AFBA3CB6D}"/>
              </a:ext>
            </a:extLst>
          </p:cNvPr>
          <p:cNvSpPr>
            <a:spLocks noGrp="1"/>
          </p:cNvSpPr>
          <p:nvPr>
            <p:ph type="ctrTitle"/>
          </p:nvPr>
        </p:nvSpPr>
        <p:spPr/>
        <p:txBody>
          <a:bodyPr/>
          <a:lstStyle/>
          <a:p>
            <a:r>
              <a:rPr lang="en-US" dirty="0"/>
              <a:t>Problem 4 (cont.)</a:t>
            </a:r>
          </a:p>
        </p:txBody>
      </p:sp>
      <p:sp>
        <p:nvSpPr>
          <p:cNvPr id="3" name="Content Placeholder 2">
            <a:extLst>
              <a:ext uri="{FF2B5EF4-FFF2-40B4-BE49-F238E27FC236}">
                <a16:creationId xmlns:a16="http://schemas.microsoft.com/office/drawing/2014/main" id="{7C9537D0-EEC8-C8D4-AE68-49F30F1EFE87}"/>
              </a:ext>
            </a:extLst>
          </p:cNvPr>
          <p:cNvSpPr>
            <a:spLocks noGrp="1"/>
          </p:cNvSpPr>
          <p:nvPr>
            <p:ph sz="quarter" idx="20"/>
          </p:nvPr>
        </p:nvSpPr>
        <p:spPr/>
        <p:txBody>
          <a:bodyPr/>
          <a:lstStyle/>
          <a:p>
            <a:endParaRPr lang="en-US"/>
          </a:p>
        </p:txBody>
      </p:sp>
      <p:pic>
        <p:nvPicPr>
          <p:cNvPr id="6" name="Picture 5">
            <a:extLst>
              <a:ext uri="{FF2B5EF4-FFF2-40B4-BE49-F238E27FC236}">
                <a16:creationId xmlns:a16="http://schemas.microsoft.com/office/drawing/2014/main" id="{6AE20464-43E4-CBF2-CF46-E4257F36602E}"/>
              </a:ext>
            </a:extLst>
          </p:cNvPr>
          <p:cNvPicPr>
            <a:picLocks noChangeAspect="1"/>
          </p:cNvPicPr>
          <p:nvPr/>
        </p:nvPicPr>
        <p:blipFill>
          <a:blip r:embed="rId2"/>
          <a:stretch>
            <a:fillRect/>
          </a:stretch>
        </p:blipFill>
        <p:spPr>
          <a:xfrm>
            <a:off x="0" y="835978"/>
            <a:ext cx="9144000" cy="3471543"/>
          </a:xfrm>
          <a:prstGeom prst="rect">
            <a:avLst/>
          </a:prstGeom>
        </p:spPr>
      </p:pic>
    </p:spTree>
    <p:extLst>
      <p:ext uri="{BB962C8B-B14F-4D97-AF65-F5344CB8AC3E}">
        <p14:creationId xmlns:p14="http://schemas.microsoft.com/office/powerpoint/2010/main" val="2174767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0B006-8CA5-608D-1E7F-EE4CE63A8DFB}"/>
              </a:ext>
            </a:extLst>
          </p:cNvPr>
          <p:cNvSpPr>
            <a:spLocks noGrp="1"/>
          </p:cNvSpPr>
          <p:nvPr>
            <p:ph type="ctrTitle"/>
          </p:nvPr>
        </p:nvSpPr>
        <p:spPr/>
        <p:txBody>
          <a:bodyPr/>
          <a:lstStyle/>
          <a:p>
            <a:r>
              <a:rPr lang="en-US" dirty="0"/>
              <a:t>Problem 4 (cont.)</a:t>
            </a:r>
          </a:p>
        </p:txBody>
      </p:sp>
      <p:sp>
        <p:nvSpPr>
          <p:cNvPr id="3" name="Content Placeholder 2">
            <a:extLst>
              <a:ext uri="{FF2B5EF4-FFF2-40B4-BE49-F238E27FC236}">
                <a16:creationId xmlns:a16="http://schemas.microsoft.com/office/drawing/2014/main" id="{8393A7C2-934D-EC3C-3ADA-0DA8F49B4256}"/>
              </a:ext>
            </a:extLst>
          </p:cNvPr>
          <p:cNvSpPr>
            <a:spLocks noGrp="1"/>
          </p:cNvSpPr>
          <p:nvPr>
            <p:ph sz="quarter" idx="20"/>
          </p:nvPr>
        </p:nvSpPr>
        <p:spPr/>
        <p:txBody>
          <a:bodyPr/>
          <a:lstStyle/>
          <a:p>
            <a:endParaRPr lang="en-US"/>
          </a:p>
        </p:txBody>
      </p:sp>
      <p:pic>
        <p:nvPicPr>
          <p:cNvPr id="5" name="Picture 4">
            <a:extLst>
              <a:ext uri="{FF2B5EF4-FFF2-40B4-BE49-F238E27FC236}">
                <a16:creationId xmlns:a16="http://schemas.microsoft.com/office/drawing/2014/main" id="{0F927979-0AEF-540B-651A-91D4C6DC112D}"/>
              </a:ext>
            </a:extLst>
          </p:cNvPr>
          <p:cNvPicPr>
            <a:picLocks noChangeAspect="1"/>
          </p:cNvPicPr>
          <p:nvPr/>
        </p:nvPicPr>
        <p:blipFill>
          <a:blip r:embed="rId2"/>
          <a:stretch>
            <a:fillRect/>
          </a:stretch>
        </p:blipFill>
        <p:spPr>
          <a:xfrm>
            <a:off x="600332" y="732941"/>
            <a:ext cx="7943336" cy="4109985"/>
          </a:xfrm>
          <a:prstGeom prst="rect">
            <a:avLst/>
          </a:prstGeom>
        </p:spPr>
      </p:pic>
    </p:spTree>
    <p:extLst>
      <p:ext uri="{BB962C8B-B14F-4D97-AF65-F5344CB8AC3E}">
        <p14:creationId xmlns:p14="http://schemas.microsoft.com/office/powerpoint/2010/main" val="1187238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62465-224B-79AF-1ECF-7E26D04AE265}"/>
              </a:ext>
            </a:extLst>
          </p:cNvPr>
          <p:cNvSpPr>
            <a:spLocks noGrp="1"/>
          </p:cNvSpPr>
          <p:nvPr>
            <p:ph type="ctrTitle"/>
          </p:nvPr>
        </p:nvSpPr>
        <p:spPr/>
        <p:txBody>
          <a:bodyPr/>
          <a:lstStyle/>
          <a:p>
            <a:r>
              <a:rPr lang="en-US" dirty="0"/>
              <a:t>Problem 4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D0B87E-7F08-ECD6-48EC-0D50D986DA9D}"/>
                  </a:ext>
                </a:extLst>
              </p:cNvPr>
              <p:cNvSpPr>
                <a:spLocks noGrp="1"/>
              </p:cNvSpPr>
              <p:nvPr>
                <p:ph sz="quarter" idx="20"/>
              </p:nvPr>
            </p:nvSpPr>
            <p:spPr/>
            <p:txBody>
              <a:bodyPr/>
              <a:lstStyle/>
              <a:p>
                <a:pPr marL="0" indent="0">
                  <a:buNone/>
                </a:pPr>
                <a:r>
                  <a:rPr lang="en-US" b="1" dirty="0"/>
                  <a:t>Answer</a:t>
                </a:r>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=−$9,413,430</m:t>
                    </m:r>
                  </m:oMath>
                </a14:m>
                <a:endParaRPr lang="en-US" b="0" dirty="0"/>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=−$10,261,801</m:t>
                    </m:r>
                  </m:oMath>
                </a14:m>
                <a:endParaRPr lang="en-US" b="0" dirty="0"/>
              </a:p>
            </p:txBody>
          </p:sp>
        </mc:Choice>
        <mc:Fallback xmlns="">
          <p:sp>
            <p:nvSpPr>
              <p:cNvPr id="3" name="Content Placeholder 2">
                <a:extLst>
                  <a:ext uri="{FF2B5EF4-FFF2-40B4-BE49-F238E27FC236}">
                    <a16:creationId xmlns:a16="http://schemas.microsoft.com/office/drawing/2014/main" id="{08D0B87E-7F08-ECD6-48EC-0D50D986DA9D}"/>
                  </a:ext>
                </a:extLst>
              </p:cNvPr>
              <p:cNvSpPr>
                <a:spLocks noGrp="1" noRot="1" noChangeAspect="1" noMove="1" noResize="1" noEditPoints="1" noAdjustHandles="1" noChangeArrowheads="1" noChangeShapeType="1" noTextEdit="1"/>
              </p:cNvSpPr>
              <p:nvPr>
                <p:ph sz="quarter" idx="20"/>
              </p:nvPr>
            </p:nvSpPr>
            <p:spPr>
              <a:blipFill>
                <a:blip r:embed="rId2"/>
                <a:stretch>
                  <a:fillRect l="-1763" t="-3077"/>
                </a:stretch>
              </a:blipFill>
            </p:spPr>
            <p:txBody>
              <a:bodyPr/>
              <a:lstStyle/>
              <a:p>
                <a:r>
                  <a:rPr lang="en-US">
                    <a:noFill/>
                  </a:rPr>
                  <a:t> </a:t>
                </a:r>
              </a:p>
            </p:txBody>
          </p:sp>
        </mc:Fallback>
      </mc:AlternateContent>
    </p:spTree>
    <p:extLst>
      <p:ext uri="{BB962C8B-B14F-4D97-AF65-F5344CB8AC3E}">
        <p14:creationId xmlns:p14="http://schemas.microsoft.com/office/powerpoint/2010/main" val="1751948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5EDE-86C0-1C15-4AB1-3F98CD3C6E08}"/>
              </a:ext>
            </a:extLst>
          </p:cNvPr>
          <p:cNvSpPr>
            <a:spLocks noGrp="1"/>
          </p:cNvSpPr>
          <p:nvPr>
            <p:ph type="ctrTitle"/>
          </p:nvPr>
        </p:nvSpPr>
        <p:spPr/>
        <p:txBody>
          <a:bodyPr/>
          <a:lstStyle/>
          <a:p>
            <a:r>
              <a:rPr lang="en-US" dirty="0">
                <a:hlinkClick r:id="rId2" action="ppaction://hlinkfile"/>
              </a:rPr>
              <a:t>Problem 5</a:t>
            </a:r>
            <a:endParaRPr lang="en-US" dirty="0"/>
          </a:p>
        </p:txBody>
      </p:sp>
      <p:sp>
        <p:nvSpPr>
          <p:cNvPr id="3" name="Content Placeholder 2">
            <a:extLst>
              <a:ext uri="{FF2B5EF4-FFF2-40B4-BE49-F238E27FC236}">
                <a16:creationId xmlns:a16="http://schemas.microsoft.com/office/drawing/2014/main" id="{AD88D951-AE04-C36C-6562-43CC5E42B456}"/>
              </a:ext>
            </a:extLst>
          </p:cNvPr>
          <p:cNvSpPr>
            <a:spLocks noGrp="1"/>
          </p:cNvSpPr>
          <p:nvPr>
            <p:ph sz="quarter" idx="20"/>
          </p:nvPr>
        </p:nvSpPr>
        <p:spPr/>
        <p:txBody>
          <a:bodyPr/>
          <a:lstStyle/>
          <a:p>
            <a:endParaRPr lang="en-US" dirty="0"/>
          </a:p>
        </p:txBody>
      </p:sp>
      <p:pic>
        <p:nvPicPr>
          <p:cNvPr id="6" name="Picture 5">
            <a:extLst>
              <a:ext uri="{FF2B5EF4-FFF2-40B4-BE49-F238E27FC236}">
                <a16:creationId xmlns:a16="http://schemas.microsoft.com/office/drawing/2014/main" id="{42A65577-204A-6A6B-473D-FF3528A6043D}"/>
              </a:ext>
            </a:extLst>
          </p:cNvPr>
          <p:cNvPicPr>
            <a:picLocks noChangeAspect="1"/>
          </p:cNvPicPr>
          <p:nvPr/>
        </p:nvPicPr>
        <p:blipFill>
          <a:blip r:embed="rId3"/>
          <a:stretch>
            <a:fillRect/>
          </a:stretch>
        </p:blipFill>
        <p:spPr>
          <a:xfrm>
            <a:off x="15612" y="652463"/>
            <a:ext cx="4661930" cy="4173537"/>
          </a:xfrm>
          <a:prstGeom prst="rect">
            <a:avLst/>
          </a:prstGeom>
        </p:spPr>
      </p:pic>
      <p:pic>
        <p:nvPicPr>
          <p:cNvPr id="8" name="Picture 7">
            <a:extLst>
              <a:ext uri="{FF2B5EF4-FFF2-40B4-BE49-F238E27FC236}">
                <a16:creationId xmlns:a16="http://schemas.microsoft.com/office/drawing/2014/main" id="{74B5A29F-54CF-D994-706A-A3A8B6C497FE}"/>
              </a:ext>
            </a:extLst>
          </p:cNvPr>
          <p:cNvPicPr>
            <a:picLocks noChangeAspect="1"/>
          </p:cNvPicPr>
          <p:nvPr/>
        </p:nvPicPr>
        <p:blipFill>
          <a:blip r:embed="rId4"/>
          <a:stretch>
            <a:fillRect/>
          </a:stretch>
        </p:blipFill>
        <p:spPr>
          <a:xfrm>
            <a:off x="4766732" y="1109093"/>
            <a:ext cx="4233347" cy="1796469"/>
          </a:xfrm>
          <a:prstGeom prst="rect">
            <a:avLst/>
          </a:prstGeom>
        </p:spPr>
      </p:pic>
      <p:pic>
        <p:nvPicPr>
          <p:cNvPr id="5" name="Picture 4">
            <a:extLst>
              <a:ext uri="{FF2B5EF4-FFF2-40B4-BE49-F238E27FC236}">
                <a16:creationId xmlns:a16="http://schemas.microsoft.com/office/drawing/2014/main" id="{10437A2B-74D4-D864-EEB9-EADBBF621162}"/>
              </a:ext>
            </a:extLst>
          </p:cNvPr>
          <p:cNvPicPr>
            <a:picLocks noChangeAspect="1"/>
          </p:cNvPicPr>
          <p:nvPr/>
        </p:nvPicPr>
        <p:blipFill>
          <a:blip r:embed="rId5"/>
          <a:stretch>
            <a:fillRect/>
          </a:stretch>
        </p:blipFill>
        <p:spPr>
          <a:xfrm>
            <a:off x="4861454" y="2905562"/>
            <a:ext cx="3815293" cy="1327649"/>
          </a:xfrm>
          <a:prstGeom prst="rect">
            <a:avLst/>
          </a:prstGeom>
        </p:spPr>
      </p:pic>
    </p:spTree>
    <p:extLst>
      <p:ext uri="{BB962C8B-B14F-4D97-AF65-F5344CB8AC3E}">
        <p14:creationId xmlns:p14="http://schemas.microsoft.com/office/powerpoint/2010/main" val="2901218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CA302-F2E7-F04E-D71F-3100A6A75ECD}"/>
              </a:ext>
            </a:extLst>
          </p:cNvPr>
          <p:cNvSpPr>
            <a:spLocks noGrp="1"/>
          </p:cNvSpPr>
          <p:nvPr>
            <p:ph type="ctrTitle"/>
          </p:nvPr>
        </p:nvSpPr>
        <p:spPr/>
        <p:txBody>
          <a:bodyPr/>
          <a:lstStyle/>
          <a:p>
            <a:r>
              <a:rPr lang="en-US" dirty="0"/>
              <a:t>Problem 5 (cont.)</a:t>
            </a:r>
          </a:p>
        </p:txBody>
      </p:sp>
      <p:sp>
        <p:nvSpPr>
          <p:cNvPr id="3" name="Content Placeholder 2">
            <a:extLst>
              <a:ext uri="{FF2B5EF4-FFF2-40B4-BE49-F238E27FC236}">
                <a16:creationId xmlns:a16="http://schemas.microsoft.com/office/drawing/2014/main" id="{54AA13EB-45C3-73CB-CB55-498E277F17F8}"/>
              </a:ext>
            </a:extLst>
          </p:cNvPr>
          <p:cNvSpPr>
            <a:spLocks noGrp="1"/>
          </p:cNvSpPr>
          <p:nvPr>
            <p:ph sz="quarter" idx="20"/>
          </p:nvPr>
        </p:nvSpPr>
        <p:spPr/>
        <p:txBody>
          <a:bodyPr/>
          <a:lstStyle/>
          <a:p>
            <a:endParaRPr lang="en-US" dirty="0"/>
          </a:p>
        </p:txBody>
      </p:sp>
      <p:pic>
        <p:nvPicPr>
          <p:cNvPr id="7" name="Picture 6">
            <a:extLst>
              <a:ext uri="{FF2B5EF4-FFF2-40B4-BE49-F238E27FC236}">
                <a16:creationId xmlns:a16="http://schemas.microsoft.com/office/drawing/2014/main" id="{C936571F-EABD-3C40-E579-86CEA759EB17}"/>
              </a:ext>
            </a:extLst>
          </p:cNvPr>
          <p:cNvPicPr>
            <a:picLocks noChangeAspect="1"/>
          </p:cNvPicPr>
          <p:nvPr/>
        </p:nvPicPr>
        <p:blipFill>
          <a:blip r:embed="rId3"/>
          <a:stretch>
            <a:fillRect/>
          </a:stretch>
        </p:blipFill>
        <p:spPr>
          <a:xfrm>
            <a:off x="474921" y="633652"/>
            <a:ext cx="8194158" cy="4308564"/>
          </a:xfrm>
          <a:prstGeom prst="rect">
            <a:avLst/>
          </a:prstGeom>
        </p:spPr>
      </p:pic>
    </p:spTree>
    <p:extLst>
      <p:ext uri="{BB962C8B-B14F-4D97-AF65-F5344CB8AC3E}">
        <p14:creationId xmlns:p14="http://schemas.microsoft.com/office/powerpoint/2010/main" val="1312624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EA121-F5F0-5902-7EFE-90EEFEFFA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1BF01-6BE2-3AA4-DA2E-941CF9EE620E}"/>
              </a:ext>
            </a:extLst>
          </p:cNvPr>
          <p:cNvSpPr>
            <a:spLocks noGrp="1"/>
          </p:cNvSpPr>
          <p:nvPr>
            <p:ph type="ctrTitle"/>
          </p:nvPr>
        </p:nvSpPr>
        <p:spPr/>
        <p:txBody>
          <a:bodyPr/>
          <a:lstStyle/>
          <a:p>
            <a:r>
              <a:rPr lang="en-US" dirty="0"/>
              <a:t>Problem 5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863CF-2B7C-9199-A5A1-482BD8BD768A}"/>
                  </a:ext>
                </a:extLst>
              </p:cNvPr>
              <p:cNvSpPr>
                <a:spLocks noGrp="1"/>
              </p:cNvSpPr>
              <p:nvPr>
                <p:ph sz="quarter" idx="20"/>
              </p:nvPr>
            </p:nvSpPr>
            <p:spPr/>
            <p:txBody>
              <a:bodyPr>
                <a:normAutofit lnSpcReduction="10000"/>
              </a:bodyPr>
              <a:lstStyle/>
              <a:p>
                <a:pPr marL="0" indent="0">
                  <a:buNone/>
                </a:pPr>
                <a:r>
                  <a:rPr lang="en-US" b="1" dirty="0"/>
                  <a:t>Answer</a:t>
                </a:r>
                <a:endParaRPr lang="en-US" dirty="0"/>
              </a:p>
              <a:p>
                <a:pPr marL="457200" indent="-457200">
                  <a:buFont typeface="+mj-lt"/>
                  <a:buAutoNum type="alphaLcPeriod"/>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=$280,051, </m:t>
                    </m:r>
                    <m:r>
                      <a:rPr lang="en-US" b="0" i="1" smtClean="0">
                        <a:latin typeface="Cambria Math" panose="02040503050406030204" pitchFamily="18" charset="0"/>
                      </a:rPr>
                      <m:t>𝐼𝑅𝑅</m:t>
                    </m:r>
                    <m:r>
                      <a:rPr lang="en-US" b="0" i="1" smtClean="0">
                        <a:latin typeface="Cambria Math" panose="02040503050406030204" pitchFamily="18" charset="0"/>
                      </a:rPr>
                      <m:t>=22.43%</m:t>
                    </m:r>
                  </m:oMath>
                </a14:m>
                <a:r>
                  <a:rPr lang="en-US" dirty="0"/>
                  <a:t>  Yes,  Chris should recommend the project but with clear communication of assumptions and risks to his boss.</a:t>
                </a:r>
              </a:p>
              <a:p>
                <a:pPr marL="457200" indent="-457200">
                  <a:buFont typeface="+mj-lt"/>
                  <a:buAutoNum type="alphaLcPeriod"/>
                </a:pPr>
                <a:r>
                  <a:rPr lang="en-US" dirty="0"/>
                  <a:t>(1) Best case: </a:t>
                </a: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=$1,440,400, </m:t>
                    </m:r>
                    <m:r>
                      <a:rPr lang="en-US" b="0" i="1" smtClean="0">
                        <a:latin typeface="Cambria Math" panose="02040503050406030204" pitchFamily="18" charset="0"/>
                      </a:rPr>
                      <m:t>𝐼𝑅𝑅</m:t>
                    </m:r>
                    <m:r>
                      <a:rPr lang="en-US" b="0" i="1" smtClean="0">
                        <a:latin typeface="Cambria Math" panose="02040503050406030204" pitchFamily="18" charset="0"/>
                      </a:rPr>
                      <m:t>=53.11%</m:t>
                    </m:r>
                  </m:oMath>
                </a14:m>
                <a:r>
                  <a:rPr lang="en-US" dirty="0"/>
                  <a:t>; (2) Most likely case: </a:t>
                </a:r>
                <a14:m>
                  <m:oMath xmlns:m="http://schemas.openxmlformats.org/officeDocument/2006/math">
                    <m:r>
                      <a:rPr lang="en-US" i="1">
                        <a:latin typeface="Cambria Math" panose="02040503050406030204" pitchFamily="18" charset="0"/>
                      </a:rPr>
                      <m:t>𝑁𝑃𝑉</m:t>
                    </m:r>
                    <m:r>
                      <a:rPr lang="en-US" i="1">
                        <a:latin typeface="Cambria Math" panose="02040503050406030204" pitchFamily="18" charset="0"/>
                      </a:rPr>
                      <m:t>=$280,051, </m:t>
                    </m:r>
                    <m:r>
                      <a:rPr lang="en-US" b="0" i="1" smtClean="0">
                        <a:latin typeface="Cambria Math" panose="02040503050406030204" pitchFamily="18" charset="0"/>
                      </a:rPr>
                      <m:t>𝐼𝑅𝑅</m:t>
                    </m:r>
                    <m:r>
                      <a:rPr lang="en-US" i="1">
                        <a:latin typeface="Cambria Math" panose="02040503050406030204" pitchFamily="18" charset="0"/>
                      </a:rPr>
                      <m:t>=53.11%</m:t>
                    </m:r>
                  </m:oMath>
                </a14:m>
                <a:r>
                  <a:rPr lang="en-US" dirty="0"/>
                  <a:t>; (3) Worst case: </a:t>
                </a:r>
                <a14:m>
                  <m:oMath xmlns:m="http://schemas.openxmlformats.org/officeDocument/2006/math">
                    <m:r>
                      <a:rPr lang="en-US" i="1">
                        <a:latin typeface="Cambria Math" panose="02040503050406030204" pitchFamily="18" charset="0"/>
                      </a:rPr>
                      <m:t>𝑁𝑃𝑉</m:t>
                    </m:r>
                    <m:r>
                      <a:rPr lang="en-US" i="1">
                        <a:latin typeface="Cambria Math" panose="02040503050406030204" pitchFamily="18" charset="0"/>
                      </a:rPr>
                      <m:t>=$−645,791, </m:t>
                    </m:r>
                    <m:r>
                      <a:rPr lang="en-US" i="1">
                        <a:latin typeface="Cambria Math" panose="02040503050406030204" pitchFamily="18" charset="0"/>
                      </a:rPr>
                      <m:t>𝐼𝑅𝑅</m:t>
                    </m:r>
                    <m:r>
                      <a:rPr lang="en-US" i="1">
                        <a:latin typeface="Cambria Math" panose="02040503050406030204" pitchFamily="18" charset="0"/>
                      </a:rPr>
                      <m:t>=−2.34%</m:t>
                    </m:r>
                  </m:oMath>
                </a14:m>
                <a:r>
                  <a:rPr lang="en-US" dirty="0"/>
                  <a:t>; </a:t>
                </a:r>
              </a:p>
              <a:p>
                <a:pPr marL="457200" indent="-457200">
                  <a:buFont typeface="+mj-lt"/>
                  <a:buAutoNum type="alphaLcPeriod"/>
                </a:pPr>
                <a:r>
                  <a:rPr lang="en-US" dirty="0"/>
                  <a:t>(1) Breakeven value of gas price: $4.98; (2) Breakeven value of gas volume: 704; (3) Breakeven value of investment: $1,573,795</a:t>
                </a:r>
              </a:p>
              <a:p>
                <a:pPr marL="457200" indent="-457200">
                  <a:buFont typeface="+mj-lt"/>
                  <a:buAutoNum type="alphaLcPeriod" startAt="4"/>
                </a:pPr>
                <a:r>
                  <a:rPr lang="en-US" dirty="0"/>
                  <a:t>The project is financially acceptable under expected conditions, but is highly sensitive to </a:t>
                </a:r>
                <a:r>
                  <a:rPr lang="en-US" b="1" dirty="0"/>
                  <a:t>downside risk</a:t>
                </a:r>
                <a:r>
                  <a:rPr lang="en-US" dirty="0"/>
                  <a:t>. If natural gas prices fall or production is disrupted, the project could become unprofitable.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C1863CF-2B7C-9199-A5A1-482BD8BD768A}"/>
                  </a:ext>
                </a:extLst>
              </p:cNvPr>
              <p:cNvSpPr>
                <a:spLocks noGrp="1" noRot="1" noChangeAspect="1" noMove="1" noResize="1" noEditPoints="1" noAdjustHandles="1" noChangeArrowheads="1" noChangeShapeType="1" noTextEdit="1"/>
              </p:cNvSpPr>
              <p:nvPr>
                <p:ph sz="quarter" idx="20"/>
              </p:nvPr>
            </p:nvSpPr>
            <p:spPr>
              <a:blipFill>
                <a:blip r:embed="rId2"/>
                <a:stretch>
                  <a:fillRect l="-1763" t="-3932" r="-212"/>
                </a:stretch>
              </a:blipFill>
            </p:spPr>
            <p:txBody>
              <a:bodyPr/>
              <a:lstStyle/>
              <a:p>
                <a:r>
                  <a:rPr lang="en-US">
                    <a:noFill/>
                  </a:rPr>
                  <a:t> </a:t>
                </a:r>
              </a:p>
            </p:txBody>
          </p:sp>
        </mc:Fallback>
      </mc:AlternateContent>
    </p:spTree>
    <p:extLst>
      <p:ext uri="{BB962C8B-B14F-4D97-AF65-F5344CB8AC3E}">
        <p14:creationId xmlns:p14="http://schemas.microsoft.com/office/powerpoint/2010/main" val="142712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9410F-4632-EBDA-F07B-4A6A9414390B}"/>
              </a:ext>
            </a:extLst>
          </p:cNvPr>
          <p:cNvSpPr>
            <a:spLocks noGrp="1"/>
          </p:cNvSpPr>
          <p:nvPr>
            <p:ph type="ctrTitle"/>
          </p:nvPr>
        </p:nvSpPr>
        <p:spPr/>
        <p:txBody>
          <a:bodyPr/>
          <a:lstStyle/>
          <a:p>
            <a:r>
              <a:rPr lang="en-US" dirty="0"/>
              <a:t>Problem 5 (cont.)</a:t>
            </a:r>
          </a:p>
        </p:txBody>
      </p:sp>
      <p:sp>
        <p:nvSpPr>
          <p:cNvPr id="3" name="Content Placeholder 2">
            <a:extLst>
              <a:ext uri="{FF2B5EF4-FFF2-40B4-BE49-F238E27FC236}">
                <a16:creationId xmlns:a16="http://schemas.microsoft.com/office/drawing/2014/main" id="{9A2F6023-E983-9FBF-22AF-E80F9B72FCBF}"/>
              </a:ext>
            </a:extLst>
          </p:cNvPr>
          <p:cNvSpPr>
            <a:spLocks noGrp="1"/>
          </p:cNvSpPr>
          <p:nvPr>
            <p:ph sz="quarter" idx="20"/>
          </p:nvPr>
        </p:nvSpPr>
        <p:spPr/>
        <p:txBody>
          <a:bodyPr/>
          <a:lstStyle/>
          <a:p>
            <a:endParaRPr lang="en-US" dirty="0"/>
          </a:p>
        </p:txBody>
      </p:sp>
      <p:pic>
        <p:nvPicPr>
          <p:cNvPr id="9" name="Picture 8">
            <a:extLst>
              <a:ext uri="{FF2B5EF4-FFF2-40B4-BE49-F238E27FC236}">
                <a16:creationId xmlns:a16="http://schemas.microsoft.com/office/drawing/2014/main" id="{3FC01FBF-90B5-CDFF-30A0-B6F0654673D2}"/>
              </a:ext>
            </a:extLst>
          </p:cNvPr>
          <p:cNvPicPr>
            <a:picLocks noChangeAspect="1"/>
          </p:cNvPicPr>
          <p:nvPr/>
        </p:nvPicPr>
        <p:blipFill>
          <a:blip r:embed="rId2"/>
          <a:stretch>
            <a:fillRect/>
          </a:stretch>
        </p:blipFill>
        <p:spPr>
          <a:xfrm>
            <a:off x="0" y="1004888"/>
            <a:ext cx="9144000" cy="4071213"/>
          </a:xfrm>
          <a:prstGeom prst="rect">
            <a:avLst/>
          </a:prstGeom>
        </p:spPr>
      </p:pic>
      <p:cxnSp>
        <p:nvCxnSpPr>
          <p:cNvPr id="6" name="Straight Connector 5">
            <a:extLst>
              <a:ext uri="{FF2B5EF4-FFF2-40B4-BE49-F238E27FC236}">
                <a16:creationId xmlns:a16="http://schemas.microsoft.com/office/drawing/2014/main" id="{A7D8BE8F-C7D7-5229-5A1B-7E718589CA48}"/>
              </a:ext>
            </a:extLst>
          </p:cNvPr>
          <p:cNvCxnSpPr>
            <a:cxnSpLocks/>
          </p:cNvCxnSpPr>
          <p:nvPr/>
        </p:nvCxnSpPr>
        <p:spPr>
          <a:xfrm>
            <a:off x="389467" y="2894209"/>
            <a:ext cx="861906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91EABA2-F7EA-AD7D-F74D-3DD8B022689E}"/>
              </a:ext>
            </a:extLst>
          </p:cNvPr>
          <p:cNvSpPr txBox="1"/>
          <p:nvPr/>
        </p:nvSpPr>
        <p:spPr>
          <a:xfrm>
            <a:off x="7796799" y="2567956"/>
            <a:ext cx="1367682" cy="300082"/>
          </a:xfrm>
          <a:prstGeom prst="rect">
            <a:avLst/>
          </a:prstGeom>
          <a:noFill/>
        </p:spPr>
        <p:txBody>
          <a:bodyPr wrap="none" rtlCol="0">
            <a:spAutoFit/>
          </a:bodyPr>
          <a:lstStyle/>
          <a:p>
            <a:r>
              <a:rPr lang="en-US" b="1" dirty="0">
                <a:solidFill>
                  <a:srgbClr val="FF0000"/>
                </a:solidFill>
              </a:rPr>
              <a:t>$4.98 per MCF</a:t>
            </a:r>
          </a:p>
        </p:txBody>
      </p:sp>
    </p:spTree>
    <p:extLst>
      <p:ext uri="{BB962C8B-B14F-4D97-AF65-F5344CB8AC3E}">
        <p14:creationId xmlns:p14="http://schemas.microsoft.com/office/powerpoint/2010/main" val="251672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Seek Wisdom Template">
  <a:themeElements>
    <a:clrScheme name="UWA">
      <a:dk1>
        <a:srgbClr val="000000"/>
      </a:dk1>
      <a:lt1>
        <a:srgbClr val="FFFFFF"/>
      </a:lt1>
      <a:dk2>
        <a:srgbClr val="27348B"/>
      </a:dk2>
      <a:lt2>
        <a:srgbClr val="E7E6E6"/>
      </a:lt2>
      <a:accent1>
        <a:srgbClr val="27348B"/>
      </a:accent1>
      <a:accent2>
        <a:srgbClr val="E2B600"/>
      </a:accent2>
      <a:accent3>
        <a:srgbClr val="000000"/>
      </a:accent3>
      <a:accent4>
        <a:srgbClr val="A39382"/>
      </a:accent4>
      <a:accent5>
        <a:srgbClr val="00B2A9"/>
      </a:accent5>
      <a:accent6>
        <a:srgbClr val="0086D6"/>
      </a:accent6>
      <a:hlink>
        <a:srgbClr val="0086D6"/>
      </a:hlink>
      <a:folHlink>
        <a:srgbClr val="27348B"/>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WA 2020 Template_BR Notes" id="{481A9DE6-1D0F-4272-9BF5-5C1D4EA72755}" vid="{06F8FE7D-574F-4D55-85A6-A990FCE83EB6}"/>
    </a:ext>
  </a:extLst>
</a:theme>
</file>

<file path=ppt/theme/theme2.xml><?xml version="1.0" encoding="utf-8"?>
<a:theme xmlns:a="http://schemas.openxmlformats.org/drawingml/2006/main" name="1_blank">
  <a:themeElements>
    <a:clrScheme name="UWA">
      <a:dk1>
        <a:sysClr val="windowText" lastClr="000000"/>
      </a:dk1>
      <a:lt1>
        <a:sysClr val="window" lastClr="FFFFFF"/>
      </a:lt1>
      <a:dk2>
        <a:srgbClr val="3F4231"/>
      </a:dk2>
      <a:lt2>
        <a:srgbClr val="EEECE1"/>
      </a:lt2>
      <a:accent1>
        <a:srgbClr val="64BCC1"/>
      </a:accent1>
      <a:accent2>
        <a:srgbClr val="C3F97B"/>
      </a:accent2>
      <a:accent3>
        <a:srgbClr val="918071"/>
      </a:accent3>
      <a:accent4>
        <a:srgbClr val="F0E4C6"/>
      </a:accent4>
      <a:accent5>
        <a:srgbClr val="304C87"/>
      </a:accent5>
      <a:accent6>
        <a:srgbClr val="D7AA29"/>
      </a:accent6>
      <a:hlink>
        <a:srgbClr val="0000FF"/>
      </a:hlink>
      <a:folHlink>
        <a:srgbClr val="21241B"/>
      </a:folHlink>
    </a:clrScheme>
    <a:fontScheme name="UWA">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B31C4CF0D3824F9C7D353E5A43BCEB" ma:contentTypeVersion="16" ma:contentTypeDescription="Create a new document." ma:contentTypeScope="" ma:versionID="8753ff9cf436a21080f0eb2daeb5805d">
  <xsd:schema xmlns:xsd="http://www.w3.org/2001/XMLSchema" xmlns:xs="http://www.w3.org/2001/XMLSchema" xmlns:p="http://schemas.microsoft.com/office/2006/metadata/properties" xmlns:ns1="http://schemas.microsoft.com/sharepoint/v3" xmlns:ns3="d12bab75-dbad-44f4-8539-78fe876917bc" xmlns:ns4="f2443631-d769-469e-9ec0-0ea7cadba350" targetNamespace="http://schemas.microsoft.com/office/2006/metadata/properties" ma:root="true" ma:fieldsID="d927e078cead535cf44a6d07887ca3e4" ns1:_="" ns3:_="" ns4:_="">
    <xsd:import namespace="http://schemas.microsoft.com/sharepoint/v3"/>
    <xsd:import namespace="d12bab75-dbad-44f4-8539-78fe876917bc"/>
    <xsd:import namespace="f2443631-d769-469e-9ec0-0ea7cadba350"/>
    <xsd:element name="properties">
      <xsd:complexType>
        <xsd:sequence>
          <xsd:element name="documentManagement">
            <xsd:complexType>
              <xsd:all>
                <xsd:element ref="ns3:MediaServiceMetadata" minOccurs="0"/>
                <xsd:element ref="ns3:MediaServiceFastMetadata" minOccurs="0"/>
                <xsd:element ref="ns3:MediaServiceDateTaken"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LengthInSeconds" minOccurs="0"/>
                <xsd:element ref="ns1:_ip_UnifiedCompliancePolicyProperties" minOccurs="0"/>
                <xsd:element ref="ns1:_ip_UnifiedCompliancePolicyUIActio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2bab75-dbad-44f4-8539-78fe876917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443631-d769-469e-9ec0-0ea7cadba35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E7070C4E-2B5E-4B1C-948C-DDFC245DED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12bab75-dbad-44f4-8539-78fe876917bc"/>
    <ds:schemaRef ds:uri="f2443631-d769-469e-9ec0-0ea7cadba3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DA74DD-4028-4170-A874-73CFD2AFB601}">
  <ds:schemaRefs>
    <ds:schemaRef ds:uri="http://schemas.microsoft.com/sharepoint/v3/contenttype/forms"/>
  </ds:schemaRefs>
</ds:datastoreItem>
</file>

<file path=customXml/itemProps3.xml><?xml version="1.0" encoding="utf-8"?>
<ds:datastoreItem xmlns:ds="http://schemas.openxmlformats.org/officeDocument/2006/customXml" ds:itemID="{990D83D6-A181-476D-A52D-BEA01DC200AC}">
  <ds:schemaRefs>
    <ds:schemaRef ds:uri="http://schemas.microsoft.com/office/infopath/2007/PartnerControls"/>
    <ds:schemaRef ds:uri="http://schemas.microsoft.com/sharepoint/v3"/>
    <ds:schemaRef ds:uri="http://purl.org/dc/term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f2443631-d769-469e-9ec0-0ea7cadba350"/>
    <ds:schemaRef ds:uri="d12bab75-dbad-44f4-8539-78fe876917b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ECU-business-law-powerpoint_standard</Template>
  <TotalTime>8565</TotalTime>
  <Words>859</Words>
  <Application>Microsoft Office PowerPoint</Application>
  <PresentationFormat>On-screen Show (16:9)</PresentationFormat>
  <Paragraphs>114</Paragraphs>
  <Slides>26</Slides>
  <Notes>10</Notes>
  <HiddenSlides>0</HiddenSlides>
  <MMClips>1</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26</vt:i4>
      </vt:variant>
    </vt:vector>
  </HeadingPairs>
  <TitlesOfParts>
    <vt:vector size="41" baseType="lpstr">
      <vt:lpstr>Palatino</vt:lpstr>
      <vt:lpstr>System Font Regular</vt:lpstr>
      <vt:lpstr>Arial</vt:lpstr>
      <vt:lpstr>Calibri</vt:lpstr>
      <vt:lpstr>Cambria Math</vt:lpstr>
      <vt:lpstr>Century Gothic</vt:lpstr>
      <vt:lpstr>Courier New</vt:lpstr>
      <vt:lpstr>Garamond</vt:lpstr>
      <vt:lpstr>Georgia</vt:lpstr>
      <vt:lpstr>Montserrat Light</vt:lpstr>
      <vt:lpstr>Palatino Linotype</vt:lpstr>
      <vt:lpstr>Times New Roman</vt:lpstr>
      <vt:lpstr>Wingdings</vt:lpstr>
      <vt:lpstr>Seek Wisdom Template</vt:lpstr>
      <vt:lpstr>1_blank</vt:lpstr>
      <vt:lpstr>PowerPoint Presentation</vt:lpstr>
      <vt:lpstr>Agenda</vt:lpstr>
      <vt:lpstr>Knowledge review 1: risk analysis</vt:lpstr>
      <vt:lpstr>Knowledge review 1 (cont.)</vt:lpstr>
      <vt:lpstr>Knowledge review 2: Excel functions</vt:lpstr>
      <vt:lpstr>Knowledge review 2 (cont.)</vt:lpstr>
      <vt:lpstr>Knowledge review 2 (cont.)</vt:lpstr>
      <vt:lpstr>Problem 1</vt:lpstr>
      <vt:lpstr>Problem 1 (cont.)</vt:lpstr>
      <vt:lpstr>Problem 2</vt:lpstr>
      <vt:lpstr>Problem 2 (cont.)</vt:lpstr>
      <vt:lpstr>Knowledge review 3</vt:lpstr>
      <vt:lpstr>Problem 3</vt:lpstr>
      <vt:lpstr>Problem 3 (cont.)</vt:lpstr>
      <vt:lpstr>Problem 3 (cont.)</vt:lpstr>
      <vt:lpstr>Problem 3 (cont.)</vt:lpstr>
      <vt:lpstr>Problem 3 (cont.)</vt:lpstr>
      <vt:lpstr>Problem 3 (cont.)</vt:lpstr>
      <vt:lpstr>Problem 4</vt:lpstr>
      <vt:lpstr>Problem 4 (cont.)</vt:lpstr>
      <vt:lpstr>Problem 4 (cont.)</vt:lpstr>
      <vt:lpstr>Problem 4 (cont.)</vt:lpstr>
      <vt:lpstr>Problem 5</vt:lpstr>
      <vt:lpstr>Problem 5 (cont.)</vt:lpstr>
      <vt:lpstr>Problem 5 (cont.)</vt:lpstr>
      <vt:lpstr>Problem 5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 ZHANG</dc:creator>
  <cp:lastModifiedBy>Zirui Song</cp:lastModifiedBy>
  <cp:revision>194</cp:revision>
  <dcterms:created xsi:type="dcterms:W3CDTF">2022-11-21T02:38:42Z</dcterms:created>
  <dcterms:modified xsi:type="dcterms:W3CDTF">2025-03-26T09:15:02Z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0x010100B6B31C4CF0D3824F9C7D353E5A43BCEB</vt:lpwstr>
  </property>
</Properties>
</file>