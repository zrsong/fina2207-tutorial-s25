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7" r:id="rId4"/>
    <p:sldMasterId id="2147483731" r:id="rId5"/>
  </p:sldMasterIdLst>
  <p:notesMasterIdLst>
    <p:notesMasterId r:id="rId35"/>
  </p:notesMasterIdLst>
  <p:handoutMasterIdLst>
    <p:handoutMasterId r:id="rId36"/>
  </p:handoutMasterIdLst>
  <p:sldIdLst>
    <p:sldId id="265" r:id="rId6"/>
    <p:sldId id="306" r:id="rId7"/>
    <p:sldId id="331" r:id="rId8"/>
    <p:sldId id="356" r:id="rId9"/>
    <p:sldId id="334" r:id="rId10"/>
    <p:sldId id="332" r:id="rId11"/>
    <p:sldId id="357" r:id="rId12"/>
    <p:sldId id="333" r:id="rId13"/>
    <p:sldId id="335" r:id="rId14"/>
    <p:sldId id="336" r:id="rId15"/>
    <p:sldId id="337" r:id="rId16"/>
    <p:sldId id="338" r:id="rId17"/>
    <p:sldId id="339" r:id="rId18"/>
    <p:sldId id="340" r:id="rId19"/>
    <p:sldId id="341" r:id="rId20"/>
    <p:sldId id="346" r:id="rId21"/>
    <p:sldId id="342" r:id="rId22"/>
    <p:sldId id="343" r:id="rId23"/>
    <p:sldId id="344" r:id="rId24"/>
    <p:sldId id="345" r:id="rId25"/>
    <p:sldId id="348" r:id="rId26"/>
    <p:sldId id="349" r:id="rId27"/>
    <p:sldId id="347" r:id="rId28"/>
    <p:sldId id="350" r:id="rId29"/>
    <p:sldId id="351" r:id="rId30"/>
    <p:sldId id="352" r:id="rId31"/>
    <p:sldId id="353" r:id="rId32"/>
    <p:sldId id="354" r:id="rId33"/>
    <p:sldId id="355" r:id="rId3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73973" autoAdjust="0"/>
  </p:normalViewPr>
  <p:slideViewPr>
    <p:cSldViewPr snapToGrid="0" snapToObjects="1">
      <p:cViewPr varScale="1">
        <p:scale>
          <a:sx n="90" d="100"/>
          <a:sy n="90" d="100"/>
        </p:scale>
        <p:origin x="1484" y="60"/>
      </p:cViewPr>
      <p:guideLst/>
    </p:cSldViewPr>
  </p:slideViewPr>
  <p:outlineViewPr>
    <p:cViewPr>
      <p:scale>
        <a:sx n="33" d="100"/>
        <a:sy n="33" d="100"/>
      </p:scale>
      <p:origin x="0" y="-9162"/>
    </p:cViewPr>
  </p:outlineViewPr>
  <p:notesTextViewPr>
    <p:cViewPr>
      <p:scale>
        <a:sx n="1" d="1"/>
        <a:sy n="1" d="1"/>
      </p:scale>
      <p:origin x="0" y="0"/>
    </p:cViewPr>
  </p:notesTextViewPr>
  <p:sorterViewPr>
    <p:cViewPr>
      <p:scale>
        <a:sx n="108" d="100"/>
        <a:sy n="108" d="100"/>
      </p:scale>
      <p:origin x="0" y="0"/>
    </p:cViewPr>
  </p:sorter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hui Lan" userId="046113c4-4b6b-4ad1-9898-de38db5ddf06" providerId="ADAL" clId="{F39DD760-D2EC-4128-AE7C-999B050DA6CB}"/>
    <pc:docChg chg="undo custSel modSld">
      <pc:chgData name="Yihui Lan" userId="046113c4-4b6b-4ad1-9898-de38db5ddf06" providerId="ADAL" clId="{F39DD760-D2EC-4128-AE7C-999B050DA6CB}" dt="2023-05-29T13:01:49.047" v="18" actId="1076"/>
      <pc:docMkLst>
        <pc:docMk/>
      </pc:docMkLst>
      <pc:sldChg chg="delSp modSp delAnim">
        <pc:chgData name="Yihui Lan" userId="046113c4-4b6b-4ad1-9898-de38db5ddf06" providerId="ADAL" clId="{F39DD760-D2EC-4128-AE7C-999B050DA6CB}" dt="2023-05-29T13:01:14.442" v="12" actId="1076"/>
        <pc:sldMkLst>
          <pc:docMk/>
          <pc:sldMk cId="3143933787" sldId="291"/>
        </pc:sldMkLst>
        <pc:spChg chg="mod">
          <ac:chgData name="Yihui Lan" userId="046113c4-4b6b-4ad1-9898-de38db5ddf06" providerId="ADAL" clId="{F39DD760-D2EC-4128-AE7C-999B050DA6CB}" dt="2023-05-29T13:01:14.442" v="12" actId="1076"/>
          <ac:spMkLst>
            <pc:docMk/>
            <pc:sldMk cId="3143933787" sldId="291"/>
            <ac:spMk id="2" creationId="{67A152FD-04A2-9210-F789-861D3BE49039}"/>
          </ac:spMkLst>
        </pc:spChg>
        <pc:spChg chg="del">
          <ac:chgData name="Yihui Lan" userId="046113c4-4b6b-4ad1-9898-de38db5ddf06" providerId="ADAL" clId="{F39DD760-D2EC-4128-AE7C-999B050DA6CB}" dt="2023-05-29T13:00:43.335" v="4" actId="478"/>
          <ac:spMkLst>
            <pc:docMk/>
            <pc:sldMk cId="3143933787" sldId="291"/>
            <ac:spMk id="6" creationId="{1A8DC057-B5A9-47C6-67B2-40A82DC4FDA9}"/>
          </ac:spMkLst>
        </pc:spChg>
        <pc:spChg chg="del">
          <ac:chgData name="Yihui Lan" userId="046113c4-4b6b-4ad1-9898-de38db5ddf06" providerId="ADAL" clId="{F39DD760-D2EC-4128-AE7C-999B050DA6CB}" dt="2023-05-29T13:00:46.536" v="5" actId="478"/>
          <ac:spMkLst>
            <pc:docMk/>
            <pc:sldMk cId="3143933787" sldId="291"/>
            <ac:spMk id="9" creationId="{CCADC9B8-26CC-7BF1-7D36-CE979F368790}"/>
          </ac:spMkLst>
        </pc:spChg>
        <pc:spChg chg="del">
          <ac:chgData name="Yihui Lan" userId="046113c4-4b6b-4ad1-9898-de38db5ddf06" providerId="ADAL" clId="{F39DD760-D2EC-4128-AE7C-999B050DA6CB}" dt="2023-05-29T13:00:19.612" v="0" actId="478"/>
          <ac:spMkLst>
            <pc:docMk/>
            <pc:sldMk cId="3143933787" sldId="291"/>
            <ac:spMk id="10" creationId="{BADB30C8-0638-08F4-3751-CCA38E0C510B}"/>
          </ac:spMkLst>
        </pc:spChg>
        <pc:spChg chg="del">
          <ac:chgData name="Yihui Lan" userId="046113c4-4b6b-4ad1-9898-de38db5ddf06" providerId="ADAL" clId="{F39DD760-D2EC-4128-AE7C-999B050DA6CB}" dt="2023-05-29T13:00:38.468" v="3" actId="478"/>
          <ac:spMkLst>
            <pc:docMk/>
            <pc:sldMk cId="3143933787" sldId="291"/>
            <ac:spMk id="11" creationId="{6FAF269E-7C2B-B673-4416-784AAAE397B7}"/>
          </ac:spMkLst>
        </pc:spChg>
        <pc:spChg chg="del">
          <ac:chgData name="Yihui Lan" userId="046113c4-4b6b-4ad1-9898-de38db5ddf06" providerId="ADAL" clId="{F39DD760-D2EC-4128-AE7C-999B050DA6CB}" dt="2023-05-29T13:00:34.099" v="2" actId="478"/>
          <ac:spMkLst>
            <pc:docMk/>
            <pc:sldMk cId="3143933787" sldId="291"/>
            <ac:spMk id="12" creationId="{D50BA9FB-83CA-AE2F-8ADA-7DD006DAEE26}"/>
          </ac:spMkLst>
        </pc:spChg>
        <pc:spChg chg="del">
          <ac:chgData name="Yihui Lan" userId="046113c4-4b6b-4ad1-9898-de38db5ddf06" providerId="ADAL" clId="{F39DD760-D2EC-4128-AE7C-999B050DA6CB}" dt="2023-05-29T13:00:24.332" v="1" actId="478"/>
          <ac:spMkLst>
            <pc:docMk/>
            <pc:sldMk cId="3143933787" sldId="291"/>
            <ac:spMk id="13" creationId="{E9010B7B-BAD4-BA3C-93F8-4D29B9D65D55}"/>
          </ac:spMkLst>
        </pc:spChg>
        <pc:spChg chg="del">
          <ac:chgData name="Yihui Lan" userId="046113c4-4b6b-4ad1-9898-de38db5ddf06" providerId="ADAL" clId="{F39DD760-D2EC-4128-AE7C-999B050DA6CB}" dt="2023-05-29T13:00:50.436" v="6" actId="478"/>
          <ac:spMkLst>
            <pc:docMk/>
            <pc:sldMk cId="3143933787" sldId="291"/>
            <ac:spMk id="14" creationId="{0DB267C1-FA33-E377-2376-F7A44FE7FC2D}"/>
          </ac:spMkLst>
        </pc:spChg>
      </pc:sldChg>
      <pc:sldChg chg="modSp">
        <pc:chgData name="Yihui Lan" userId="046113c4-4b6b-4ad1-9898-de38db5ddf06" providerId="ADAL" clId="{F39DD760-D2EC-4128-AE7C-999B050DA6CB}" dt="2023-05-29T13:01:49.047" v="18" actId="1076"/>
        <pc:sldMkLst>
          <pc:docMk/>
          <pc:sldMk cId="626942686" sldId="297"/>
        </pc:sldMkLst>
        <pc:spChg chg="mod">
          <ac:chgData name="Yihui Lan" userId="046113c4-4b6b-4ad1-9898-de38db5ddf06" providerId="ADAL" clId="{F39DD760-D2EC-4128-AE7C-999B050DA6CB}" dt="2023-05-29T13:01:38.862" v="15" actId="27636"/>
          <ac:spMkLst>
            <pc:docMk/>
            <pc:sldMk cId="626942686" sldId="297"/>
            <ac:spMk id="2" creationId="{4E119B53-DDC8-4AB3-50FB-5F6E161F6128}"/>
          </ac:spMkLst>
        </pc:spChg>
        <pc:picChg chg="mod">
          <ac:chgData name="Yihui Lan" userId="046113c4-4b6b-4ad1-9898-de38db5ddf06" providerId="ADAL" clId="{F39DD760-D2EC-4128-AE7C-999B050DA6CB}" dt="2023-05-29T13:01:49.047" v="18" actId="1076"/>
          <ac:picMkLst>
            <pc:docMk/>
            <pc:sldMk cId="626942686" sldId="297"/>
            <ac:picMk id="4" creationId="{F7C19168-2C9F-106F-DD5B-8D5036DD638C}"/>
          </ac:picMkLst>
        </pc:picChg>
      </pc:sldChg>
    </pc:docChg>
  </pc:docChgLst>
  <pc:docChgLst>
    <pc:chgData name="Yihui Lan" userId="046113c4-4b6b-4ad1-9898-de38db5ddf06" providerId="ADAL" clId="{C14D4A19-A060-4C6F-951C-44082833F7EE}"/>
    <pc:docChg chg="modSld">
      <pc:chgData name="Yihui Lan" userId="046113c4-4b6b-4ad1-9898-de38db5ddf06" providerId="ADAL" clId="{C14D4A19-A060-4C6F-951C-44082833F7EE}" dt="2022-12-09T04:09:16.300" v="0"/>
      <pc:docMkLst>
        <pc:docMk/>
      </pc:docMkLst>
      <pc:sldChg chg="addSp delSp modSp">
        <pc:chgData name="Yihui Lan" userId="046113c4-4b6b-4ad1-9898-de38db5ddf06" providerId="ADAL" clId="{C14D4A19-A060-4C6F-951C-44082833F7EE}" dt="2022-12-09T04:09:16.300" v="0"/>
        <pc:sldMkLst>
          <pc:docMk/>
          <pc:sldMk cId="957572615" sldId="259"/>
        </pc:sldMkLst>
        <pc:spChg chg="del">
          <ac:chgData name="Yihui Lan" userId="046113c4-4b6b-4ad1-9898-de38db5ddf06" providerId="ADAL" clId="{C14D4A19-A060-4C6F-951C-44082833F7EE}" dt="2022-12-09T04:09:16.300" v="0"/>
          <ac:spMkLst>
            <pc:docMk/>
            <pc:sldMk cId="957572615" sldId="259"/>
            <ac:spMk id="3" creationId="{AB1E3F9B-4791-45C9-B844-0DEFE002BD2E}"/>
          </ac:spMkLst>
        </pc:spChg>
        <pc:spChg chg="del">
          <ac:chgData name="Yihui Lan" userId="046113c4-4b6b-4ad1-9898-de38db5ddf06" providerId="ADAL" clId="{C14D4A19-A060-4C6F-951C-44082833F7EE}" dt="2022-12-09T04:09:16.300" v="0"/>
          <ac:spMkLst>
            <pc:docMk/>
            <pc:sldMk cId="957572615" sldId="259"/>
            <ac:spMk id="4" creationId="{12C8BBEA-059B-4A04-9E46-45AE62D0C608}"/>
          </ac:spMkLst>
        </pc:spChg>
        <pc:spChg chg="add mod">
          <ac:chgData name="Yihui Lan" userId="046113c4-4b6b-4ad1-9898-de38db5ddf06" providerId="ADAL" clId="{C14D4A19-A060-4C6F-951C-44082833F7EE}" dt="2022-12-09T04:09:16.300" v="0"/>
          <ac:spMkLst>
            <pc:docMk/>
            <pc:sldMk cId="957572615" sldId="259"/>
            <ac:spMk id="5" creationId="{1AC860A5-10D2-4481-AF3A-2BF0C372F63C}"/>
          </ac:spMkLst>
        </pc:spChg>
      </pc:sldChg>
      <pc:sldChg chg="addSp delSp modSp">
        <pc:chgData name="Yihui Lan" userId="046113c4-4b6b-4ad1-9898-de38db5ddf06" providerId="ADAL" clId="{C14D4A19-A060-4C6F-951C-44082833F7EE}" dt="2022-12-09T04:09:16.300" v="0"/>
        <pc:sldMkLst>
          <pc:docMk/>
          <pc:sldMk cId="1455395372" sldId="262"/>
        </pc:sldMkLst>
        <pc:spChg chg="del">
          <ac:chgData name="Yihui Lan" userId="046113c4-4b6b-4ad1-9898-de38db5ddf06" providerId="ADAL" clId="{C14D4A19-A060-4C6F-951C-44082833F7EE}" dt="2022-12-09T04:09:16.300" v="0"/>
          <ac:spMkLst>
            <pc:docMk/>
            <pc:sldMk cId="1455395372" sldId="262"/>
            <ac:spMk id="4" creationId="{58616667-75DF-4747-8670-363BFBEB8746}"/>
          </ac:spMkLst>
        </pc:spChg>
        <pc:spChg chg="del">
          <ac:chgData name="Yihui Lan" userId="046113c4-4b6b-4ad1-9898-de38db5ddf06" providerId="ADAL" clId="{C14D4A19-A060-4C6F-951C-44082833F7EE}" dt="2022-12-09T04:09:16.300" v="0"/>
          <ac:spMkLst>
            <pc:docMk/>
            <pc:sldMk cId="1455395372" sldId="262"/>
            <ac:spMk id="5" creationId="{DF397C91-9964-4F7E-A8E4-C7ACCA9656C1}"/>
          </ac:spMkLst>
        </pc:spChg>
        <pc:spChg chg="add mod">
          <ac:chgData name="Yihui Lan" userId="046113c4-4b6b-4ad1-9898-de38db5ddf06" providerId="ADAL" clId="{C14D4A19-A060-4C6F-951C-44082833F7EE}" dt="2022-12-09T04:09:16.300" v="0"/>
          <ac:spMkLst>
            <pc:docMk/>
            <pc:sldMk cId="1455395372" sldId="262"/>
            <ac:spMk id="6" creationId="{2362A1B9-AA87-4878-A93C-92C0B51396AD}"/>
          </ac:spMkLst>
        </pc:spChg>
      </pc:sldChg>
      <pc:sldChg chg="addSp modSp">
        <pc:chgData name="Yihui Lan" userId="046113c4-4b6b-4ad1-9898-de38db5ddf06" providerId="ADAL" clId="{C14D4A19-A060-4C6F-951C-44082833F7EE}" dt="2022-12-09T04:09:16.300" v="0"/>
        <pc:sldMkLst>
          <pc:docMk/>
          <pc:sldMk cId="2107154420" sldId="263"/>
        </pc:sldMkLst>
        <pc:spChg chg="add mod">
          <ac:chgData name="Yihui Lan" userId="046113c4-4b6b-4ad1-9898-de38db5ddf06" providerId="ADAL" clId="{C14D4A19-A060-4C6F-951C-44082833F7EE}" dt="2022-12-09T04:09:16.300" v="0"/>
          <ac:spMkLst>
            <pc:docMk/>
            <pc:sldMk cId="2107154420" sldId="263"/>
            <ac:spMk id="3" creationId="{208F637C-A1FB-44C0-80A1-214135D4354A}"/>
          </ac:spMkLst>
        </pc:spChg>
        <pc:spChg chg="add mod">
          <ac:chgData name="Yihui Lan" userId="046113c4-4b6b-4ad1-9898-de38db5ddf06" providerId="ADAL" clId="{C14D4A19-A060-4C6F-951C-44082833F7EE}" dt="2022-12-09T04:09:16.300" v="0"/>
          <ac:spMkLst>
            <pc:docMk/>
            <pc:sldMk cId="2107154420" sldId="263"/>
            <ac:spMk id="4" creationId="{F5DBE36A-FABC-4839-AC79-AFB335449872}"/>
          </ac:spMkLst>
        </pc:spChg>
      </pc:sldChg>
      <pc:sldChg chg="addSp modSp">
        <pc:chgData name="Yihui Lan" userId="046113c4-4b6b-4ad1-9898-de38db5ddf06" providerId="ADAL" clId="{C14D4A19-A060-4C6F-951C-44082833F7EE}" dt="2022-12-09T04:09:16.300" v="0"/>
        <pc:sldMkLst>
          <pc:docMk/>
          <pc:sldMk cId="2691548534" sldId="267"/>
        </pc:sldMkLst>
        <pc:spChg chg="add mod">
          <ac:chgData name="Yihui Lan" userId="046113c4-4b6b-4ad1-9898-de38db5ddf06" providerId="ADAL" clId="{C14D4A19-A060-4C6F-951C-44082833F7EE}" dt="2022-12-09T04:09:16.300" v="0"/>
          <ac:spMkLst>
            <pc:docMk/>
            <pc:sldMk cId="2691548534" sldId="267"/>
            <ac:spMk id="2" creationId="{E8255623-6CEA-4F7B-949A-9C7FEA5A012E}"/>
          </ac:spMkLst>
        </pc:spChg>
      </pc:sldChg>
      <pc:sldChg chg="addSp delSp modSp">
        <pc:chgData name="Yihui Lan" userId="046113c4-4b6b-4ad1-9898-de38db5ddf06" providerId="ADAL" clId="{C14D4A19-A060-4C6F-951C-44082833F7EE}" dt="2022-12-09T04:09:16.300" v="0"/>
        <pc:sldMkLst>
          <pc:docMk/>
          <pc:sldMk cId="1561898756" sldId="268"/>
        </pc:sldMkLst>
        <pc:spChg chg="add mod">
          <ac:chgData name="Yihui Lan" userId="046113c4-4b6b-4ad1-9898-de38db5ddf06" providerId="ADAL" clId="{C14D4A19-A060-4C6F-951C-44082833F7EE}" dt="2022-12-09T04:09:16.300" v="0"/>
          <ac:spMkLst>
            <pc:docMk/>
            <pc:sldMk cId="1561898756" sldId="268"/>
            <ac:spMk id="3" creationId="{39EF0214-9FF2-4B7C-8327-B923B2509795}"/>
          </ac:spMkLst>
        </pc:spChg>
        <pc:spChg chg="del">
          <ac:chgData name="Yihui Lan" userId="046113c4-4b6b-4ad1-9898-de38db5ddf06" providerId="ADAL" clId="{C14D4A19-A060-4C6F-951C-44082833F7EE}" dt="2022-12-09T04:09:16.300" v="0"/>
          <ac:spMkLst>
            <pc:docMk/>
            <pc:sldMk cId="1561898756" sldId="268"/>
            <ac:spMk id="5" creationId="{F7F3A224-D452-4DA0-9288-AF27EEC4C39E}"/>
          </ac:spMkLst>
        </pc:spChg>
        <pc:spChg chg="del">
          <ac:chgData name="Yihui Lan" userId="046113c4-4b6b-4ad1-9898-de38db5ddf06" providerId="ADAL" clId="{C14D4A19-A060-4C6F-951C-44082833F7EE}" dt="2022-12-09T04:09:16.300" v="0"/>
          <ac:spMkLst>
            <pc:docMk/>
            <pc:sldMk cId="1561898756" sldId="268"/>
            <ac:spMk id="6" creationId="{52E75B91-4724-41CE-8100-4264C0C4C970}"/>
          </ac:spMkLst>
        </pc:spChg>
      </pc:sldChg>
      <pc:sldChg chg="addSp delSp modSp">
        <pc:chgData name="Yihui Lan" userId="046113c4-4b6b-4ad1-9898-de38db5ddf06" providerId="ADAL" clId="{C14D4A19-A060-4C6F-951C-44082833F7EE}" dt="2022-12-09T04:09:16.300" v="0"/>
        <pc:sldMkLst>
          <pc:docMk/>
          <pc:sldMk cId="3727807895" sldId="269"/>
        </pc:sldMkLst>
        <pc:spChg chg="add mod">
          <ac:chgData name="Yihui Lan" userId="046113c4-4b6b-4ad1-9898-de38db5ddf06" providerId="ADAL" clId="{C14D4A19-A060-4C6F-951C-44082833F7EE}" dt="2022-12-09T04:09:16.300" v="0"/>
          <ac:spMkLst>
            <pc:docMk/>
            <pc:sldMk cId="3727807895" sldId="269"/>
            <ac:spMk id="2" creationId="{505FB355-D2EE-499E-8E2D-4209765CE687}"/>
          </ac:spMkLst>
        </pc:spChg>
        <pc:spChg chg="add mod">
          <ac:chgData name="Yihui Lan" userId="046113c4-4b6b-4ad1-9898-de38db5ddf06" providerId="ADAL" clId="{C14D4A19-A060-4C6F-951C-44082833F7EE}" dt="2022-12-09T04:09:16.300" v="0"/>
          <ac:spMkLst>
            <pc:docMk/>
            <pc:sldMk cId="3727807895" sldId="269"/>
            <ac:spMk id="3" creationId="{0D580833-BBC4-48AD-8A27-2C1614650492}"/>
          </ac:spMkLst>
        </pc:spChg>
        <pc:spChg chg="del">
          <ac:chgData name="Yihui Lan" userId="046113c4-4b6b-4ad1-9898-de38db5ddf06" providerId="ADAL" clId="{C14D4A19-A060-4C6F-951C-44082833F7EE}" dt="2022-12-09T04:09:16.300" v="0"/>
          <ac:spMkLst>
            <pc:docMk/>
            <pc:sldMk cId="3727807895" sldId="269"/>
            <ac:spMk id="8" creationId="{F6ABB557-0293-4C8E-8E30-BCB59F928AEF}"/>
          </ac:spMkLst>
        </pc:spChg>
        <pc:spChg chg="del">
          <ac:chgData name="Yihui Lan" userId="046113c4-4b6b-4ad1-9898-de38db5ddf06" providerId="ADAL" clId="{C14D4A19-A060-4C6F-951C-44082833F7EE}" dt="2022-12-09T04:09:16.300" v="0"/>
          <ac:spMkLst>
            <pc:docMk/>
            <pc:sldMk cId="3727807895" sldId="269"/>
            <ac:spMk id="9" creationId="{34A22F83-FFEF-4206-9E5F-6FDEF63F75AA}"/>
          </ac:spMkLst>
        </pc:spChg>
        <pc:spChg chg="del">
          <ac:chgData name="Yihui Lan" userId="046113c4-4b6b-4ad1-9898-de38db5ddf06" providerId="ADAL" clId="{C14D4A19-A060-4C6F-951C-44082833F7EE}" dt="2022-12-09T04:09:16.300" v="0"/>
          <ac:spMkLst>
            <pc:docMk/>
            <pc:sldMk cId="3727807895" sldId="269"/>
            <ac:spMk id="10" creationId="{48BA4415-0067-4696-BAA0-81C73646B47B}"/>
          </ac:spMkLst>
        </pc:spChg>
      </pc:sldChg>
      <pc:sldChg chg="addSp delSp modSp">
        <pc:chgData name="Yihui Lan" userId="046113c4-4b6b-4ad1-9898-de38db5ddf06" providerId="ADAL" clId="{C14D4A19-A060-4C6F-951C-44082833F7EE}" dt="2022-12-09T04:09:16.300" v="0"/>
        <pc:sldMkLst>
          <pc:docMk/>
          <pc:sldMk cId="1593451570" sldId="271"/>
        </pc:sldMkLst>
        <pc:spChg chg="del">
          <ac:chgData name="Yihui Lan" userId="046113c4-4b6b-4ad1-9898-de38db5ddf06" providerId="ADAL" clId="{C14D4A19-A060-4C6F-951C-44082833F7EE}" dt="2022-12-09T04:09:16.300" v="0"/>
          <ac:spMkLst>
            <pc:docMk/>
            <pc:sldMk cId="1593451570" sldId="271"/>
            <ac:spMk id="3" creationId="{B031507B-7E89-4496-A236-F18499709FD8}"/>
          </ac:spMkLst>
        </pc:spChg>
        <pc:spChg chg="del">
          <ac:chgData name="Yihui Lan" userId="046113c4-4b6b-4ad1-9898-de38db5ddf06" providerId="ADAL" clId="{C14D4A19-A060-4C6F-951C-44082833F7EE}" dt="2022-12-09T04:09:16.300" v="0"/>
          <ac:spMkLst>
            <pc:docMk/>
            <pc:sldMk cId="1593451570" sldId="271"/>
            <ac:spMk id="5" creationId="{BFB5AA2D-77CC-436D-8417-295DCCFA24B4}"/>
          </ac:spMkLst>
        </pc:spChg>
        <pc:spChg chg="add mod">
          <ac:chgData name="Yihui Lan" userId="046113c4-4b6b-4ad1-9898-de38db5ddf06" providerId="ADAL" clId="{C14D4A19-A060-4C6F-951C-44082833F7EE}" dt="2022-12-09T04:09:16.300" v="0"/>
          <ac:spMkLst>
            <pc:docMk/>
            <pc:sldMk cId="1593451570" sldId="271"/>
            <ac:spMk id="6" creationId="{900604E8-FD42-4F9B-87EC-49BAE27D538A}"/>
          </ac:spMkLst>
        </pc:spChg>
      </pc:sldChg>
      <pc:sldChg chg="addSp delSp modSp">
        <pc:chgData name="Yihui Lan" userId="046113c4-4b6b-4ad1-9898-de38db5ddf06" providerId="ADAL" clId="{C14D4A19-A060-4C6F-951C-44082833F7EE}" dt="2022-12-09T04:09:16.300" v="0"/>
        <pc:sldMkLst>
          <pc:docMk/>
          <pc:sldMk cId="2696554335" sldId="272"/>
        </pc:sldMkLst>
        <pc:spChg chg="add mod">
          <ac:chgData name="Yihui Lan" userId="046113c4-4b6b-4ad1-9898-de38db5ddf06" providerId="ADAL" clId="{C14D4A19-A060-4C6F-951C-44082833F7EE}" dt="2022-12-09T04:09:16.300" v="0"/>
          <ac:spMkLst>
            <pc:docMk/>
            <pc:sldMk cId="2696554335" sldId="272"/>
            <ac:spMk id="2" creationId="{BB0EEFB9-CF6B-4763-9556-3AA9628A2EBB}"/>
          </ac:spMkLst>
        </pc:spChg>
        <pc:spChg chg="add mod">
          <ac:chgData name="Yihui Lan" userId="046113c4-4b6b-4ad1-9898-de38db5ddf06" providerId="ADAL" clId="{C14D4A19-A060-4C6F-951C-44082833F7EE}" dt="2022-12-09T04:09:16.300" v="0"/>
          <ac:spMkLst>
            <pc:docMk/>
            <pc:sldMk cId="2696554335" sldId="272"/>
            <ac:spMk id="3" creationId="{957263A2-187B-426E-9F0D-892D15775A04}"/>
          </ac:spMkLst>
        </pc:spChg>
        <pc:spChg chg="del">
          <ac:chgData name="Yihui Lan" userId="046113c4-4b6b-4ad1-9898-de38db5ddf06" providerId="ADAL" clId="{C14D4A19-A060-4C6F-951C-44082833F7EE}" dt="2022-12-09T04:09:16.300" v="0"/>
          <ac:spMkLst>
            <pc:docMk/>
            <pc:sldMk cId="2696554335" sldId="272"/>
            <ac:spMk id="6" creationId="{05D919BF-520D-4DB2-BF52-23744E842A58}"/>
          </ac:spMkLst>
        </pc:spChg>
        <pc:spChg chg="del">
          <ac:chgData name="Yihui Lan" userId="046113c4-4b6b-4ad1-9898-de38db5ddf06" providerId="ADAL" clId="{C14D4A19-A060-4C6F-951C-44082833F7EE}" dt="2022-12-09T04:09:16.300" v="0"/>
          <ac:spMkLst>
            <pc:docMk/>
            <pc:sldMk cId="2696554335" sldId="272"/>
            <ac:spMk id="7" creationId="{3D5C5492-1EC9-4DF6-ACFB-BB986B029F08}"/>
          </ac:spMkLst>
        </pc:spChg>
        <pc:spChg chg="del">
          <ac:chgData name="Yihui Lan" userId="046113c4-4b6b-4ad1-9898-de38db5ddf06" providerId="ADAL" clId="{C14D4A19-A060-4C6F-951C-44082833F7EE}" dt="2022-12-09T04:09:16.300" v="0"/>
          <ac:spMkLst>
            <pc:docMk/>
            <pc:sldMk cId="2696554335" sldId="272"/>
            <ac:spMk id="8" creationId="{7ADEF535-3BB1-4948-B3AB-EA351F65A0C5}"/>
          </ac:spMkLst>
        </pc:spChg>
      </pc:sldChg>
      <pc:sldChg chg="delSp">
        <pc:chgData name="Yihui Lan" userId="046113c4-4b6b-4ad1-9898-de38db5ddf06" providerId="ADAL" clId="{C14D4A19-A060-4C6F-951C-44082833F7EE}" dt="2022-12-09T04:09:16.300" v="0"/>
        <pc:sldMkLst>
          <pc:docMk/>
          <pc:sldMk cId="1740686262" sldId="274"/>
        </pc:sldMkLst>
        <pc:spChg chg="del">
          <ac:chgData name="Yihui Lan" userId="046113c4-4b6b-4ad1-9898-de38db5ddf06" providerId="ADAL" clId="{C14D4A19-A060-4C6F-951C-44082833F7EE}" dt="2022-12-09T04:09:16.300" v="0"/>
          <ac:spMkLst>
            <pc:docMk/>
            <pc:sldMk cId="1740686262" sldId="274"/>
            <ac:spMk id="4" creationId="{275B5E0C-F36A-417B-BA14-044A5E8E9ADF}"/>
          </ac:spMkLst>
        </pc:spChg>
      </pc:sldChg>
      <pc:sldChg chg="delSp">
        <pc:chgData name="Yihui Lan" userId="046113c4-4b6b-4ad1-9898-de38db5ddf06" providerId="ADAL" clId="{C14D4A19-A060-4C6F-951C-44082833F7EE}" dt="2022-12-09T04:09:16.300" v="0"/>
        <pc:sldMkLst>
          <pc:docMk/>
          <pc:sldMk cId="1860839838" sldId="275"/>
        </pc:sldMkLst>
        <pc:spChg chg="del">
          <ac:chgData name="Yihui Lan" userId="046113c4-4b6b-4ad1-9898-de38db5ddf06" providerId="ADAL" clId="{C14D4A19-A060-4C6F-951C-44082833F7EE}" dt="2022-12-09T04:09:16.300" v="0"/>
          <ac:spMkLst>
            <pc:docMk/>
            <pc:sldMk cId="1860839838" sldId="275"/>
            <ac:spMk id="4" creationId="{86E37ABA-7763-432A-8B01-E4C51E1BEA5D}"/>
          </ac:spMkLst>
        </pc:spChg>
      </pc:sldChg>
      <pc:sldChg chg="delSp">
        <pc:chgData name="Yihui Lan" userId="046113c4-4b6b-4ad1-9898-de38db5ddf06" providerId="ADAL" clId="{C14D4A19-A060-4C6F-951C-44082833F7EE}" dt="2022-12-09T04:09:16.300" v="0"/>
        <pc:sldMkLst>
          <pc:docMk/>
          <pc:sldMk cId="1242771797" sldId="276"/>
        </pc:sldMkLst>
        <pc:spChg chg="del">
          <ac:chgData name="Yihui Lan" userId="046113c4-4b6b-4ad1-9898-de38db5ddf06" providerId="ADAL" clId="{C14D4A19-A060-4C6F-951C-44082833F7EE}" dt="2022-12-09T04:09:16.300" v="0"/>
          <ac:spMkLst>
            <pc:docMk/>
            <pc:sldMk cId="1242771797" sldId="276"/>
            <ac:spMk id="4" creationId="{B52980EC-21FB-4BDC-A9D5-4388D8BE2A0E}"/>
          </ac:spMkLst>
        </pc:spChg>
      </pc:sldChg>
      <pc:sldChg chg="addSp delSp modSp">
        <pc:chgData name="Yihui Lan" userId="046113c4-4b6b-4ad1-9898-de38db5ddf06" providerId="ADAL" clId="{C14D4A19-A060-4C6F-951C-44082833F7EE}" dt="2022-12-09T04:09:16.300" v="0"/>
        <pc:sldMkLst>
          <pc:docMk/>
          <pc:sldMk cId="1569928836" sldId="279"/>
        </pc:sldMkLst>
        <pc:spChg chg="add mod">
          <ac:chgData name="Yihui Lan" userId="046113c4-4b6b-4ad1-9898-de38db5ddf06" providerId="ADAL" clId="{C14D4A19-A060-4C6F-951C-44082833F7EE}" dt="2022-12-09T04:09:16.300" v="0"/>
          <ac:spMkLst>
            <pc:docMk/>
            <pc:sldMk cId="1569928836" sldId="279"/>
            <ac:spMk id="3" creationId="{482E1713-6740-466A-869A-F203F41BD17C}"/>
          </ac:spMkLst>
        </pc:spChg>
        <pc:spChg chg="del">
          <ac:chgData name="Yihui Lan" userId="046113c4-4b6b-4ad1-9898-de38db5ddf06" providerId="ADAL" clId="{C14D4A19-A060-4C6F-951C-44082833F7EE}" dt="2022-12-09T04:09:16.300" v="0"/>
          <ac:spMkLst>
            <pc:docMk/>
            <pc:sldMk cId="1569928836" sldId="279"/>
            <ac:spMk id="4" creationId="{04025E57-1853-4377-998F-A24C364F74BB}"/>
          </ac:spMkLst>
        </pc:spChg>
        <pc:spChg chg="del">
          <ac:chgData name="Yihui Lan" userId="046113c4-4b6b-4ad1-9898-de38db5ddf06" providerId="ADAL" clId="{C14D4A19-A060-4C6F-951C-44082833F7EE}" dt="2022-12-09T04:09:16.300" v="0"/>
          <ac:spMkLst>
            <pc:docMk/>
            <pc:sldMk cId="1569928836" sldId="279"/>
            <ac:spMk id="5" creationId="{7B420278-2D49-4D2C-8F0E-4BDDEDDE63AB}"/>
          </ac:spMkLst>
        </pc:spChg>
      </pc:sldChg>
      <pc:sldChg chg="addSp modSp">
        <pc:chgData name="Yihui Lan" userId="046113c4-4b6b-4ad1-9898-de38db5ddf06" providerId="ADAL" clId="{C14D4A19-A060-4C6F-951C-44082833F7EE}" dt="2022-12-09T04:09:16.300" v="0"/>
        <pc:sldMkLst>
          <pc:docMk/>
          <pc:sldMk cId="2071795482" sldId="280"/>
        </pc:sldMkLst>
        <pc:spChg chg="add mod">
          <ac:chgData name="Yihui Lan" userId="046113c4-4b6b-4ad1-9898-de38db5ddf06" providerId="ADAL" clId="{C14D4A19-A060-4C6F-951C-44082833F7EE}" dt="2022-12-09T04:09:16.300" v="0"/>
          <ac:spMkLst>
            <pc:docMk/>
            <pc:sldMk cId="2071795482" sldId="280"/>
            <ac:spMk id="2" creationId="{19A635D9-C032-4E6D-845E-4852C9B6D9AE}"/>
          </ac:spMkLst>
        </pc:spChg>
      </pc:sldChg>
      <pc:sldChg chg="addSp modSp">
        <pc:chgData name="Yihui Lan" userId="046113c4-4b6b-4ad1-9898-de38db5ddf06" providerId="ADAL" clId="{C14D4A19-A060-4C6F-951C-44082833F7EE}" dt="2022-12-09T04:09:16.300" v="0"/>
        <pc:sldMkLst>
          <pc:docMk/>
          <pc:sldMk cId="2697963900" sldId="282"/>
        </pc:sldMkLst>
        <pc:spChg chg="add mod">
          <ac:chgData name="Yihui Lan" userId="046113c4-4b6b-4ad1-9898-de38db5ddf06" providerId="ADAL" clId="{C14D4A19-A060-4C6F-951C-44082833F7EE}" dt="2022-12-09T04:09:16.300" v="0"/>
          <ac:spMkLst>
            <pc:docMk/>
            <pc:sldMk cId="2697963900" sldId="282"/>
            <ac:spMk id="2" creationId="{FE228DCE-2733-411E-8E22-02C9DF1F087A}"/>
          </ac:spMkLst>
        </pc:spChg>
      </pc:sldChg>
      <pc:sldChg chg="addSp modSp">
        <pc:chgData name="Yihui Lan" userId="046113c4-4b6b-4ad1-9898-de38db5ddf06" providerId="ADAL" clId="{C14D4A19-A060-4C6F-951C-44082833F7EE}" dt="2022-12-09T04:09:16.300" v="0"/>
        <pc:sldMkLst>
          <pc:docMk/>
          <pc:sldMk cId="674241768" sldId="292"/>
        </pc:sldMkLst>
        <pc:spChg chg="add mod">
          <ac:chgData name="Yihui Lan" userId="046113c4-4b6b-4ad1-9898-de38db5ddf06" providerId="ADAL" clId="{C14D4A19-A060-4C6F-951C-44082833F7EE}" dt="2022-12-09T04:09:16.300" v="0"/>
          <ac:spMkLst>
            <pc:docMk/>
            <pc:sldMk cId="674241768" sldId="292"/>
            <ac:spMk id="2" creationId="{AE842C0D-3CD4-4AA0-BE77-778B5C966FFC}"/>
          </ac:spMkLst>
        </pc:spChg>
      </pc:sldChg>
      <pc:sldChg chg="addSp modSp">
        <pc:chgData name="Yihui Lan" userId="046113c4-4b6b-4ad1-9898-de38db5ddf06" providerId="ADAL" clId="{C14D4A19-A060-4C6F-951C-44082833F7EE}" dt="2022-12-09T04:09:16.300" v="0"/>
        <pc:sldMkLst>
          <pc:docMk/>
          <pc:sldMk cId="1650855091" sldId="294"/>
        </pc:sldMkLst>
        <pc:spChg chg="add mod">
          <ac:chgData name="Yihui Lan" userId="046113c4-4b6b-4ad1-9898-de38db5ddf06" providerId="ADAL" clId="{C14D4A19-A060-4C6F-951C-44082833F7EE}" dt="2022-12-09T04:09:16.300" v="0"/>
          <ac:spMkLst>
            <pc:docMk/>
            <pc:sldMk cId="1650855091" sldId="294"/>
            <ac:spMk id="2" creationId="{82DE0260-7B01-46FA-A421-79BABEF65344}"/>
          </ac:spMkLst>
        </pc:spChg>
      </pc:sldChg>
    </pc:docChg>
  </pc:docChgLst>
  <pc:docChgLst>
    <pc:chgData name="Yihui Lan" userId="046113c4-4b6b-4ad1-9898-de38db5ddf06" providerId="ADAL" clId="{0822F463-81E0-47DC-9A89-F50526776AA6}"/>
    <pc:docChg chg="undo redo custSel mod modSld delMainMaster modMainMaster">
      <pc:chgData name="Yihui Lan" userId="046113c4-4b6b-4ad1-9898-de38db5ddf06" providerId="ADAL" clId="{0822F463-81E0-47DC-9A89-F50526776AA6}" dt="2022-12-09T04:07:11.693" v="177" actId="6549"/>
      <pc:docMkLst>
        <pc:docMk/>
      </pc:docMkLst>
      <pc:sldChg chg="addSp delSp modSp">
        <pc:chgData name="Yihui Lan" userId="046113c4-4b6b-4ad1-9898-de38db5ddf06" providerId="ADAL" clId="{0822F463-81E0-47DC-9A89-F50526776AA6}" dt="2022-12-09T04:00:44.336" v="97"/>
        <pc:sldMkLst>
          <pc:docMk/>
          <pc:sldMk cId="957572615" sldId="259"/>
        </pc:sldMkLst>
        <pc:spChg chg="add mod">
          <ac:chgData name="Yihui Lan" userId="046113c4-4b6b-4ad1-9898-de38db5ddf06" providerId="ADAL" clId="{0822F463-81E0-47DC-9A89-F50526776AA6}" dt="2022-12-09T04:00:44.336" v="97"/>
          <ac:spMkLst>
            <pc:docMk/>
            <pc:sldMk cId="957572615" sldId="259"/>
            <ac:spMk id="3" creationId="{AB1E3F9B-4791-45C9-B844-0DEFE002BD2E}"/>
          </ac:spMkLst>
        </pc:spChg>
        <pc:spChg chg="add mod">
          <ac:chgData name="Yihui Lan" userId="046113c4-4b6b-4ad1-9898-de38db5ddf06" providerId="ADAL" clId="{0822F463-81E0-47DC-9A89-F50526776AA6}" dt="2022-12-09T04:00:44.336" v="97"/>
          <ac:spMkLst>
            <pc:docMk/>
            <pc:sldMk cId="957572615" sldId="259"/>
            <ac:spMk id="4" creationId="{12C8BBEA-059B-4A04-9E46-45AE62D0C608}"/>
          </ac:spMkLst>
        </pc:spChg>
        <pc:spChg chg="add del">
          <ac:chgData name="Yihui Lan" userId="046113c4-4b6b-4ad1-9898-de38db5ddf06" providerId="ADAL" clId="{0822F463-81E0-47DC-9A89-F50526776AA6}" dt="2022-12-09T03:46:22.680" v="83"/>
          <ac:spMkLst>
            <pc:docMk/>
            <pc:sldMk cId="957572615" sldId="259"/>
            <ac:spMk id="8" creationId="{345B4E81-7697-3387-C837-ED52C72A8ADD}"/>
          </ac:spMkLst>
        </pc:spChg>
      </pc:sldChg>
      <pc:sldChg chg="addSp delSp modSp">
        <pc:chgData name="Yihui Lan" userId="046113c4-4b6b-4ad1-9898-de38db5ddf06" providerId="ADAL" clId="{0822F463-81E0-47DC-9A89-F50526776AA6}" dt="2022-12-09T04:00:44.336" v="97"/>
        <pc:sldMkLst>
          <pc:docMk/>
          <pc:sldMk cId="1455395372" sldId="262"/>
        </pc:sldMkLst>
        <pc:spChg chg="add mod">
          <ac:chgData name="Yihui Lan" userId="046113c4-4b6b-4ad1-9898-de38db5ddf06" providerId="ADAL" clId="{0822F463-81E0-47DC-9A89-F50526776AA6}" dt="2022-12-09T04:00:44.336" v="97"/>
          <ac:spMkLst>
            <pc:docMk/>
            <pc:sldMk cId="1455395372" sldId="262"/>
            <ac:spMk id="4" creationId="{58616667-75DF-4747-8670-363BFBEB8746}"/>
          </ac:spMkLst>
        </pc:spChg>
        <pc:spChg chg="add mod">
          <ac:chgData name="Yihui Lan" userId="046113c4-4b6b-4ad1-9898-de38db5ddf06" providerId="ADAL" clId="{0822F463-81E0-47DC-9A89-F50526776AA6}" dt="2022-12-09T04:00:44.336" v="97"/>
          <ac:spMkLst>
            <pc:docMk/>
            <pc:sldMk cId="1455395372" sldId="262"/>
            <ac:spMk id="5" creationId="{DF397C91-9964-4F7E-A8E4-C7ACCA9656C1}"/>
          </ac:spMkLst>
        </pc:spChg>
        <pc:spChg chg="add del">
          <ac:chgData name="Yihui Lan" userId="046113c4-4b6b-4ad1-9898-de38db5ddf06" providerId="ADAL" clId="{0822F463-81E0-47DC-9A89-F50526776AA6}" dt="2022-12-09T03:46:22.680" v="83"/>
          <ac:spMkLst>
            <pc:docMk/>
            <pc:sldMk cId="1455395372" sldId="262"/>
            <ac:spMk id="14" creationId="{BCCC8B99-F047-0CED-F646-8D17371E5686}"/>
          </ac:spMkLst>
        </pc:spChg>
      </pc:sldChg>
      <pc:sldChg chg="delSp">
        <pc:chgData name="Yihui Lan" userId="046113c4-4b6b-4ad1-9898-de38db5ddf06" providerId="ADAL" clId="{0822F463-81E0-47DC-9A89-F50526776AA6}" dt="2022-12-09T03:48:11.721" v="84"/>
        <pc:sldMkLst>
          <pc:docMk/>
          <pc:sldMk cId="2107154420" sldId="263"/>
        </pc:sldMkLst>
        <pc:spChg chg="del">
          <ac:chgData name="Yihui Lan" userId="046113c4-4b6b-4ad1-9898-de38db5ddf06" providerId="ADAL" clId="{0822F463-81E0-47DC-9A89-F50526776AA6}" dt="2022-12-09T03:48:11.721" v="84"/>
          <ac:spMkLst>
            <pc:docMk/>
            <pc:sldMk cId="2107154420" sldId="263"/>
            <ac:spMk id="10" creationId="{B233BFE4-9B08-2780-7B7B-7237C3B30967}"/>
          </ac:spMkLst>
        </pc:spChg>
      </pc:sldChg>
      <pc:sldChg chg="addSp delSp modSp mod modClrScheme chgLayout">
        <pc:chgData name="Yihui Lan" userId="046113c4-4b6b-4ad1-9898-de38db5ddf06" providerId="ADAL" clId="{0822F463-81E0-47DC-9A89-F50526776AA6}" dt="2022-12-09T03:42:40.512" v="51" actId="478"/>
        <pc:sldMkLst>
          <pc:docMk/>
          <pc:sldMk cId="1161760586" sldId="265"/>
        </pc:sldMkLst>
        <pc:spChg chg="add del mod">
          <ac:chgData name="Yihui Lan" userId="046113c4-4b6b-4ad1-9898-de38db5ddf06" providerId="ADAL" clId="{0822F463-81E0-47DC-9A89-F50526776AA6}" dt="2022-12-09T03:26:21.374" v="3"/>
          <ac:spMkLst>
            <pc:docMk/>
            <pc:sldMk cId="1161760586" sldId="265"/>
            <ac:spMk id="2" creationId="{15897FB8-14CC-4A66-9F75-6B8B6D6E99E1}"/>
          </ac:spMkLst>
        </pc:spChg>
        <pc:spChg chg="add del mod ord">
          <ac:chgData name="Yihui Lan" userId="046113c4-4b6b-4ad1-9898-de38db5ddf06" providerId="ADAL" clId="{0822F463-81E0-47DC-9A89-F50526776AA6}" dt="2022-12-09T03:39:55.119" v="44" actId="478"/>
          <ac:spMkLst>
            <pc:docMk/>
            <pc:sldMk cId="1161760586" sldId="265"/>
            <ac:spMk id="3" creationId="{75C9B6C6-0C90-5727-A37F-0F6FCB5483C4}"/>
          </ac:spMkLst>
        </pc:spChg>
        <pc:spChg chg="add del mod">
          <ac:chgData name="Yihui Lan" userId="046113c4-4b6b-4ad1-9898-de38db5ddf06" providerId="ADAL" clId="{0822F463-81E0-47DC-9A89-F50526776AA6}" dt="2022-12-09T03:39:31.558" v="37"/>
          <ac:spMkLst>
            <pc:docMk/>
            <pc:sldMk cId="1161760586" sldId="265"/>
            <ac:spMk id="4" creationId="{2DDA679A-0A36-4671-AA6B-BBF1D52BBF14}"/>
          </ac:spMkLst>
        </pc:spChg>
        <pc:spChg chg="mod ord">
          <ac:chgData name="Yihui Lan" userId="046113c4-4b6b-4ad1-9898-de38db5ddf06" providerId="ADAL" clId="{0822F463-81E0-47DC-9A89-F50526776AA6}" dt="2022-12-09T03:26:06.503" v="2" actId="26606"/>
          <ac:spMkLst>
            <pc:docMk/>
            <pc:sldMk cId="1161760586" sldId="265"/>
            <ac:spMk id="5" creationId="{ACC1D6D2-C9BD-C65F-415D-9CC935D7A088}"/>
          </ac:spMkLst>
        </pc:spChg>
        <pc:spChg chg="add del mod">
          <ac:chgData name="Yihui Lan" userId="046113c4-4b6b-4ad1-9898-de38db5ddf06" providerId="ADAL" clId="{0822F463-81E0-47DC-9A89-F50526776AA6}" dt="2022-12-09T03:39:49.140" v="42" actId="478"/>
          <ac:spMkLst>
            <pc:docMk/>
            <pc:sldMk cId="1161760586" sldId="265"/>
            <ac:spMk id="7" creationId="{DD2A7A52-B87F-49F1-9816-0C7880AE7817}"/>
          </ac:spMkLst>
        </pc:spChg>
        <pc:spChg chg="add del mod">
          <ac:chgData name="Yihui Lan" userId="046113c4-4b6b-4ad1-9898-de38db5ddf06" providerId="ADAL" clId="{0822F463-81E0-47DC-9A89-F50526776AA6}" dt="2022-12-09T03:42:40.512" v="51" actId="478"/>
          <ac:spMkLst>
            <pc:docMk/>
            <pc:sldMk cId="1161760586" sldId="265"/>
            <ac:spMk id="8" creationId="{33006CD8-18A7-4C42-8A28-988D4392D2B5}"/>
          </ac:spMkLst>
        </pc:spChg>
        <pc:spChg chg="add del mod">
          <ac:chgData name="Yihui Lan" userId="046113c4-4b6b-4ad1-9898-de38db5ddf06" providerId="ADAL" clId="{0822F463-81E0-47DC-9A89-F50526776AA6}" dt="2022-12-09T03:39:39.405" v="40" actId="478"/>
          <ac:spMkLst>
            <pc:docMk/>
            <pc:sldMk cId="1161760586" sldId="265"/>
            <ac:spMk id="9" creationId="{8A2304CA-688F-4130-B3ED-FE90C5AAF864}"/>
          </ac:spMkLst>
        </pc:spChg>
        <pc:spChg chg="add mod">
          <ac:chgData name="Yihui Lan" userId="046113c4-4b6b-4ad1-9898-de38db5ddf06" providerId="ADAL" clId="{0822F463-81E0-47DC-9A89-F50526776AA6}" dt="2022-12-09T03:40:00.310" v="46" actId="1076"/>
          <ac:spMkLst>
            <pc:docMk/>
            <pc:sldMk cId="1161760586" sldId="265"/>
            <ac:spMk id="10" creationId="{7631E6CE-7B6A-415B-B4B4-92F9BEF22895}"/>
          </ac:spMkLst>
        </pc:spChg>
        <pc:spChg chg="add mod">
          <ac:chgData name="Yihui Lan" userId="046113c4-4b6b-4ad1-9898-de38db5ddf06" providerId="ADAL" clId="{0822F463-81E0-47DC-9A89-F50526776AA6}" dt="2022-12-09T03:40:02.358" v="47" actId="1076"/>
          <ac:spMkLst>
            <pc:docMk/>
            <pc:sldMk cId="1161760586" sldId="265"/>
            <ac:spMk id="11" creationId="{FEFEB8F1-67B0-44E5-B94B-0C503D779BBF}"/>
          </ac:spMkLst>
        </pc:spChg>
        <pc:spChg chg="add mod">
          <ac:chgData name="Yihui Lan" userId="046113c4-4b6b-4ad1-9898-de38db5ddf06" providerId="ADAL" clId="{0822F463-81E0-47DC-9A89-F50526776AA6}" dt="2022-12-09T03:39:31.614" v="39" actId="27636"/>
          <ac:spMkLst>
            <pc:docMk/>
            <pc:sldMk cId="1161760586" sldId="265"/>
            <ac:spMk id="12" creationId="{D9BF7974-FE3A-43DE-8031-F352FE15C392}"/>
          </ac:spMkLst>
        </pc:spChg>
        <pc:spChg chg="add mod">
          <ac:chgData name="Yihui Lan" userId="046113c4-4b6b-4ad1-9898-de38db5ddf06" providerId="ADAL" clId="{0822F463-81E0-47DC-9A89-F50526776AA6}" dt="2022-12-09T03:39:31.613" v="38" actId="27636"/>
          <ac:spMkLst>
            <pc:docMk/>
            <pc:sldMk cId="1161760586" sldId="265"/>
            <ac:spMk id="13" creationId="{DD9E25D3-7ED3-4F4C-9B9E-BBB41FFF8E8D}"/>
          </ac:spMkLst>
        </pc:spChg>
        <pc:picChg chg="mod">
          <ac:chgData name="Yihui Lan" userId="046113c4-4b6b-4ad1-9898-de38db5ddf06" providerId="ADAL" clId="{0822F463-81E0-47DC-9A89-F50526776AA6}" dt="2022-12-09T03:26:06.503" v="2" actId="26606"/>
          <ac:picMkLst>
            <pc:docMk/>
            <pc:sldMk cId="1161760586" sldId="265"/>
            <ac:picMk id="6" creationId="{80D908B3-8B71-48C5-173B-9CF529804B2D}"/>
          </ac:picMkLst>
        </pc:picChg>
      </pc:sldChg>
      <pc:sldChg chg="addSp delSp modSp">
        <pc:chgData name="Yihui Lan" userId="046113c4-4b6b-4ad1-9898-de38db5ddf06" providerId="ADAL" clId="{0822F463-81E0-47DC-9A89-F50526776AA6}" dt="2022-12-09T04:00:44.336" v="97"/>
        <pc:sldMkLst>
          <pc:docMk/>
          <pc:sldMk cId="1561898756" sldId="268"/>
        </pc:sldMkLst>
        <pc:spChg chg="add del">
          <ac:chgData name="Yihui Lan" userId="046113c4-4b6b-4ad1-9898-de38db5ddf06" providerId="ADAL" clId="{0822F463-81E0-47DC-9A89-F50526776AA6}" dt="2022-12-09T03:46:22.680" v="83"/>
          <ac:spMkLst>
            <pc:docMk/>
            <pc:sldMk cId="1561898756" sldId="268"/>
            <ac:spMk id="3" creationId="{C545CC00-AE09-6F4C-D48E-2F6C4EE2AA57}"/>
          </ac:spMkLst>
        </pc:spChg>
        <pc:spChg chg="add mod">
          <ac:chgData name="Yihui Lan" userId="046113c4-4b6b-4ad1-9898-de38db5ddf06" providerId="ADAL" clId="{0822F463-81E0-47DC-9A89-F50526776AA6}" dt="2022-12-09T04:00:44.336" v="97"/>
          <ac:spMkLst>
            <pc:docMk/>
            <pc:sldMk cId="1561898756" sldId="268"/>
            <ac:spMk id="5" creationId="{F7F3A224-D452-4DA0-9288-AF27EEC4C39E}"/>
          </ac:spMkLst>
        </pc:spChg>
        <pc:spChg chg="add mod">
          <ac:chgData name="Yihui Lan" userId="046113c4-4b6b-4ad1-9898-de38db5ddf06" providerId="ADAL" clId="{0822F463-81E0-47DC-9A89-F50526776AA6}" dt="2022-12-09T04:00:44.336" v="97"/>
          <ac:spMkLst>
            <pc:docMk/>
            <pc:sldMk cId="1561898756" sldId="268"/>
            <ac:spMk id="6" creationId="{52E75B91-4724-41CE-8100-4264C0C4C970}"/>
          </ac:spMkLst>
        </pc:spChg>
      </pc:sldChg>
      <pc:sldChg chg="addSp delSp modSp">
        <pc:chgData name="Yihui Lan" userId="046113c4-4b6b-4ad1-9898-de38db5ddf06" providerId="ADAL" clId="{0822F463-81E0-47DC-9A89-F50526776AA6}" dt="2022-12-09T04:00:44.336" v="97"/>
        <pc:sldMkLst>
          <pc:docMk/>
          <pc:sldMk cId="3727807895" sldId="269"/>
        </pc:sldMkLst>
        <pc:spChg chg="add del">
          <ac:chgData name="Yihui Lan" userId="046113c4-4b6b-4ad1-9898-de38db5ddf06" providerId="ADAL" clId="{0822F463-81E0-47DC-9A89-F50526776AA6}" dt="2022-12-09T03:46:22.680" v="83"/>
          <ac:spMkLst>
            <pc:docMk/>
            <pc:sldMk cId="3727807895" sldId="269"/>
            <ac:spMk id="2" creationId="{1D8B4AAF-4B5C-BB30-606F-B7715E878B75}"/>
          </ac:spMkLst>
        </pc:spChg>
        <pc:spChg chg="add del">
          <ac:chgData name="Yihui Lan" userId="046113c4-4b6b-4ad1-9898-de38db5ddf06" providerId="ADAL" clId="{0822F463-81E0-47DC-9A89-F50526776AA6}" dt="2022-12-09T03:46:22.680" v="83"/>
          <ac:spMkLst>
            <pc:docMk/>
            <pc:sldMk cId="3727807895" sldId="269"/>
            <ac:spMk id="3" creationId="{BF84BD55-163D-5837-937E-32FC6809D424}"/>
          </ac:spMkLst>
        </pc:spChg>
        <pc:spChg chg="add mod">
          <ac:chgData name="Yihui Lan" userId="046113c4-4b6b-4ad1-9898-de38db5ddf06" providerId="ADAL" clId="{0822F463-81E0-47DC-9A89-F50526776AA6}" dt="2022-12-09T04:00:44.336" v="97"/>
          <ac:spMkLst>
            <pc:docMk/>
            <pc:sldMk cId="3727807895" sldId="269"/>
            <ac:spMk id="8" creationId="{F6ABB557-0293-4C8E-8E30-BCB59F928AEF}"/>
          </ac:spMkLst>
        </pc:spChg>
        <pc:spChg chg="add mod">
          <ac:chgData name="Yihui Lan" userId="046113c4-4b6b-4ad1-9898-de38db5ddf06" providerId="ADAL" clId="{0822F463-81E0-47DC-9A89-F50526776AA6}" dt="2022-12-09T04:00:44.336" v="97"/>
          <ac:spMkLst>
            <pc:docMk/>
            <pc:sldMk cId="3727807895" sldId="269"/>
            <ac:spMk id="9" creationId="{34A22F83-FFEF-4206-9E5F-6FDEF63F75AA}"/>
          </ac:spMkLst>
        </pc:spChg>
        <pc:spChg chg="add mod">
          <ac:chgData name="Yihui Lan" userId="046113c4-4b6b-4ad1-9898-de38db5ddf06" providerId="ADAL" clId="{0822F463-81E0-47DC-9A89-F50526776AA6}" dt="2022-12-09T04:00:44.336" v="97"/>
          <ac:spMkLst>
            <pc:docMk/>
            <pc:sldMk cId="3727807895" sldId="269"/>
            <ac:spMk id="10" creationId="{48BA4415-0067-4696-BAA0-81C73646B47B}"/>
          </ac:spMkLst>
        </pc:spChg>
      </pc:sldChg>
      <pc:sldChg chg="addSp delSp modSp">
        <pc:chgData name="Yihui Lan" userId="046113c4-4b6b-4ad1-9898-de38db5ddf06" providerId="ADAL" clId="{0822F463-81E0-47DC-9A89-F50526776AA6}" dt="2022-12-09T04:00:44.336" v="97"/>
        <pc:sldMkLst>
          <pc:docMk/>
          <pc:sldMk cId="1593451570" sldId="271"/>
        </pc:sldMkLst>
        <pc:spChg chg="add mod">
          <ac:chgData name="Yihui Lan" userId="046113c4-4b6b-4ad1-9898-de38db5ddf06" providerId="ADAL" clId="{0822F463-81E0-47DC-9A89-F50526776AA6}" dt="2022-12-09T04:00:44.336" v="97"/>
          <ac:spMkLst>
            <pc:docMk/>
            <pc:sldMk cId="1593451570" sldId="271"/>
            <ac:spMk id="3" creationId="{B031507B-7E89-4496-A236-F18499709FD8}"/>
          </ac:spMkLst>
        </pc:spChg>
        <pc:spChg chg="add mod">
          <ac:chgData name="Yihui Lan" userId="046113c4-4b6b-4ad1-9898-de38db5ddf06" providerId="ADAL" clId="{0822F463-81E0-47DC-9A89-F50526776AA6}" dt="2022-12-09T04:00:44.336" v="97"/>
          <ac:spMkLst>
            <pc:docMk/>
            <pc:sldMk cId="1593451570" sldId="271"/>
            <ac:spMk id="5" creationId="{BFB5AA2D-77CC-436D-8417-295DCCFA24B4}"/>
          </ac:spMkLst>
        </pc:spChg>
        <pc:spChg chg="add del">
          <ac:chgData name="Yihui Lan" userId="046113c4-4b6b-4ad1-9898-de38db5ddf06" providerId="ADAL" clId="{0822F463-81E0-47DC-9A89-F50526776AA6}" dt="2022-12-09T03:46:22.680" v="83"/>
          <ac:spMkLst>
            <pc:docMk/>
            <pc:sldMk cId="1593451570" sldId="271"/>
            <ac:spMk id="7" creationId="{E4790F63-84DE-1444-B725-CE92FEE61B81}"/>
          </ac:spMkLst>
        </pc:spChg>
      </pc:sldChg>
      <pc:sldChg chg="addSp delSp modSp">
        <pc:chgData name="Yihui Lan" userId="046113c4-4b6b-4ad1-9898-de38db5ddf06" providerId="ADAL" clId="{0822F463-81E0-47DC-9A89-F50526776AA6}" dt="2022-12-09T04:00:44.336" v="97"/>
        <pc:sldMkLst>
          <pc:docMk/>
          <pc:sldMk cId="2696554335" sldId="272"/>
        </pc:sldMkLst>
        <pc:spChg chg="add del">
          <ac:chgData name="Yihui Lan" userId="046113c4-4b6b-4ad1-9898-de38db5ddf06" providerId="ADAL" clId="{0822F463-81E0-47DC-9A89-F50526776AA6}" dt="2022-12-09T03:46:22.680" v="83"/>
          <ac:spMkLst>
            <pc:docMk/>
            <pc:sldMk cId="2696554335" sldId="272"/>
            <ac:spMk id="2" creationId="{0A1DE134-21F2-0C07-73ED-274730224D5B}"/>
          </ac:spMkLst>
        </pc:spChg>
        <pc:spChg chg="add del">
          <ac:chgData name="Yihui Lan" userId="046113c4-4b6b-4ad1-9898-de38db5ddf06" providerId="ADAL" clId="{0822F463-81E0-47DC-9A89-F50526776AA6}" dt="2022-12-09T03:46:22.680" v="83"/>
          <ac:spMkLst>
            <pc:docMk/>
            <pc:sldMk cId="2696554335" sldId="272"/>
            <ac:spMk id="3" creationId="{C599A6F2-E165-C5EF-3313-2C5DC4FDF841}"/>
          </ac:spMkLst>
        </pc:spChg>
        <pc:spChg chg="add mod">
          <ac:chgData name="Yihui Lan" userId="046113c4-4b6b-4ad1-9898-de38db5ddf06" providerId="ADAL" clId="{0822F463-81E0-47DC-9A89-F50526776AA6}" dt="2022-12-09T04:00:44.336" v="97"/>
          <ac:spMkLst>
            <pc:docMk/>
            <pc:sldMk cId="2696554335" sldId="272"/>
            <ac:spMk id="6" creationId="{05D919BF-520D-4DB2-BF52-23744E842A58}"/>
          </ac:spMkLst>
        </pc:spChg>
        <pc:spChg chg="add mod">
          <ac:chgData name="Yihui Lan" userId="046113c4-4b6b-4ad1-9898-de38db5ddf06" providerId="ADAL" clId="{0822F463-81E0-47DC-9A89-F50526776AA6}" dt="2022-12-09T04:00:44.336" v="97"/>
          <ac:spMkLst>
            <pc:docMk/>
            <pc:sldMk cId="2696554335" sldId="272"/>
            <ac:spMk id="7" creationId="{3D5C5492-1EC9-4DF6-ACFB-BB986B029F08}"/>
          </ac:spMkLst>
        </pc:spChg>
        <pc:spChg chg="add mod">
          <ac:chgData name="Yihui Lan" userId="046113c4-4b6b-4ad1-9898-de38db5ddf06" providerId="ADAL" clId="{0822F463-81E0-47DC-9A89-F50526776AA6}" dt="2022-12-09T04:00:44.336" v="97"/>
          <ac:spMkLst>
            <pc:docMk/>
            <pc:sldMk cId="2696554335" sldId="272"/>
            <ac:spMk id="8" creationId="{7ADEF535-3BB1-4948-B3AB-EA351F65A0C5}"/>
          </ac:spMkLst>
        </pc:spChg>
      </pc:sldChg>
      <pc:sldChg chg="addSp modSp">
        <pc:chgData name="Yihui Lan" userId="046113c4-4b6b-4ad1-9898-de38db5ddf06" providerId="ADAL" clId="{0822F463-81E0-47DC-9A89-F50526776AA6}" dt="2022-12-09T04:00:44.336" v="97"/>
        <pc:sldMkLst>
          <pc:docMk/>
          <pc:sldMk cId="1740686262" sldId="274"/>
        </pc:sldMkLst>
        <pc:spChg chg="add mod">
          <ac:chgData name="Yihui Lan" userId="046113c4-4b6b-4ad1-9898-de38db5ddf06" providerId="ADAL" clId="{0822F463-81E0-47DC-9A89-F50526776AA6}" dt="2022-12-09T04:00:44.336" v="97"/>
          <ac:spMkLst>
            <pc:docMk/>
            <pc:sldMk cId="1740686262" sldId="274"/>
            <ac:spMk id="4" creationId="{275B5E0C-F36A-417B-BA14-044A5E8E9ADF}"/>
          </ac:spMkLst>
        </pc:spChg>
      </pc:sldChg>
      <pc:sldChg chg="addSp modSp">
        <pc:chgData name="Yihui Lan" userId="046113c4-4b6b-4ad1-9898-de38db5ddf06" providerId="ADAL" clId="{0822F463-81E0-47DC-9A89-F50526776AA6}" dt="2022-12-09T04:00:44.336" v="97"/>
        <pc:sldMkLst>
          <pc:docMk/>
          <pc:sldMk cId="1860839838" sldId="275"/>
        </pc:sldMkLst>
        <pc:spChg chg="add mod">
          <ac:chgData name="Yihui Lan" userId="046113c4-4b6b-4ad1-9898-de38db5ddf06" providerId="ADAL" clId="{0822F463-81E0-47DC-9A89-F50526776AA6}" dt="2022-12-09T04:00:44.336" v="97"/>
          <ac:spMkLst>
            <pc:docMk/>
            <pc:sldMk cId="1860839838" sldId="275"/>
            <ac:spMk id="4" creationId="{86E37ABA-7763-432A-8B01-E4C51E1BEA5D}"/>
          </ac:spMkLst>
        </pc:spChg>
      </pc:sldChg>
      <pc:sldChg chg="addSp modSp">
        <pc:chgData name="Yihui Lan" userId="046113c4-4b6b-4ad1-9898-de38db5ddf06" providerId="ADAL" clId="{0822F463-81E0-47DC-9A89-F50526776AA6}" dt="2022-12-09T04:00:44.336" v="97"/>
        <pc:sldMkLst>
          <pc:docMk/>
          <pc:sldMk cId="1242771797" sldId="276"/>
        </pc:sldMkLst>
        <pc:spChg chg="add mod">
          <ac:chgData name="Yihui Lan" userId="046113c4-4b6b-4ad1-9898-de38db5ddf06" providerId="ADAL" clId="{0822F463-81E0-47DC-9A89-F50526776AA6}" dt="2022-12-09T04:00:44.336" v="97"/>
          <ac:spMkLst>
            <pc:docMk/>
            <pc:sldMk cId="1242771797" sldId="276"/>
            <ac:spMk id="4" creationId="{B52980EC-21FB-4BDC-A9D5-4388D8BE2A0E}"/>
          </ac:spMkLst>
        </pc:spChg>
      </pc:sldChg>
      <pc:sldChg chg="modSp">
        <pc:chgData name="Yihui Lan" userId="046113c4-4b6b-4ad1-9898-de38db5ddf06" providerId="ADAL" clId="{0822F463-81E0-47DC-9A89-F50526776AA6}" dt="2022-12-09T03:50:04.397" v="86" actId="27636"/>
        <pc:sldMkLst>
          <pc:docMk/>
          <pc:sldMk cId="603368585" sldId="277"/>
        </pc:sldMkLst>
        <pc:spChg chg="mod">
          <ac:chgData name="Yihui Lan" userId="046113c4-4b6b-4ad1-9898-de38db5ddf06" providerId="ADAL" clId="{0822F463-81E0-47DC-9A89-F50526776AA6}" dt="2022-12-09T03:50:04.397" v="86" actId="27636"/>
          <ac:spMkLst>
            <pc:docMk/>
            <pc:sldMk cId="603368585" sldId="277"/>
            <ac:spMk id="2" creationId="{C2431204-0522-A9AF-9173-45D8526D6D2E}"/>
          </ac:spMkLst>
        </pc:spChg>
      </pc:sldChg>
      <pc:sldChg chg="addSp delSp modSp">
        <pc:chgData name="Yihui Lan" userId="046113c4-4b6b-4ad1-9898-de38db5ddf06" providerId="ADAL" clId="{0822F463-81E0-47DC-9A89-F50526776AA6}" dt="2022-12-09T04:00:44.336" v="97"/>
        <pc:sldMkLst>
          <pc:docMk/>
          <pc:sldMk cId="1569928836" sldId="279"/>
        </pc:sldMkLst>
        <pc:spChg chg="add del">
          <ac:chgData name="Yihui Lan" userId="046113c4-4b6b-4ad1-9898-de38db5ddf06" providerId="ADAL" clId="{0822F463-81E0-47DC-9A89-F50526776AA6}" dt="2022-12-09T03:46:22.680" v="83"/>
          <ac:spMkLst>
            <pc:docMk/>
            <pc:sldMk cId="1569928836" sldId="279"/>
            <ac:spMk id="3" creationId="{FA7B2418-6810-1055-1A45-30FA6B033232}"/>
          </ac:spMkLst>
        </pc:spChg>
        <pc:spChg chg="add mod">
          <ac:chgData name="Yihui Lan" userId="046113c4-4b6b-4ad1-9898-de38db5ddf06" providerId="ADAL" clId="{0822F463-81E0-47DC-9A89-F50526776AA6}" dt="2022-12-09T04:00:44.336" v="97"/>
          <ac:spMkLst>
            <pc:docMk/>
            <pc:sldMk cId="1569928836" sldId="279"/>
            <ac:spMk id="4" creationId="{04025E57-1853-4377-998F-A24C364F74BB}"/>
          </ac:spMkLst>
        </pc:spChg>
        <pc:spChg chg="add mod">
          <ac:chgData name="Yihui Lan" userId="046113c4-4b6b-4ad1-9898-de38db5ddf06" providerId="ADAL" clId="{0822F463-81E0-47DC-9A89-F50526776AA6}" dt="2022-12-09T04:00:44.336" v="97"/>
          <ac:spMkLst>
            <pc:docMk/>
            <pc:sldMk cId="1569928836" sldId="279"/>
            <ac:spMk id="5" creationId="{7B420278-2D49-4D2C-8F0E-4BDDEDDE63AB}"/>
          </ac:spMkLst>
        </pc:spChg>
      </pc:sldChg>
      <pc:sldChg chg="delSp">
        <pc:chgData name="Yihui Lan" userId="046113c4-4b6b-4ad1-9898-de38db5ddf06" providerId="ADAL" clId="{0822F463-81E0-47DC-9A89-F50526776AA6}" dt="2022-12-09T03:48:11.721" v="84"/>
        <pc:sldMkLst>
          <pc:docMk/>
          <pc:sldMk cId="2697963900" sldId="282"/>
        </pc:sldMkLst>
        <pc:spChg chg="del">
          <ac:chgData name="Yihui Lan" userId="046113c4-4b6b-4ad1-9898-de38db5ddf06" providerId="ADAL" clId="{0822F463-81E0-47DC-9A89-F50526776AA6}" dt="2022-12-09T03:48:11.721" v="84"/>
          <ac:spMkLst>
            <pc:docMk/>
            <pc:sldMk cId="2697963900" sldId="282"/>
            <ac:spMk id="2" creationId="{5050FA50-8659-0C7C-F7C6-D45805BA345E}"/>
          </ac:spMkLst>
        </pc:spChg>
      </pc:sldChg>
      <pc:sldChg chg="modSp">
        <pc:chgData name="Yihui Lan" userId="046113c4-4b6b-4ad1-9898-de38db5ddf06" providerId="ADAL" clId="{0822F463-81E0-47DC-9A89-F50526776AA6}" dt="2022-12-09T03:50:04.452" v="87" actId="27636"/>
        <pc:sldMkLst>
          <pc:docMk/>
          <pc:sldMk cId="4264278138" sldId="289"/>
        </pc:sldMkLst>
        <pc:spChg chg="mod">
          <ac:chgData name="Yihui Lan" userId="046113c4-4b6b-4ad1-9898-de38db5ddf06" providerId="ADAL" clId="{0822F463-81E0-47DC-9A89-F50526776AA6}" dt="2022-12-09T03:50:04.452" v="87" actId="27636"/>
          <ac:spMkLst>
            <pc:docMk/>
            <pc:sldMk cId="4264278138" sldId="289"/>
            <ac:spMk id="3" creationId="{6E6D893D-0882-75D2-D764-A13BB1D5669F}"/>
          </ac:spMkLst>
        </pc:spChg>
      </pc:sldChg>
      <pc:sldChg chg="modSp">
        <pc:chgData name="Yihui Lan" userId="046113c4-4b6b-4ad1-9898-de38db5ddf06" providerId="ADAL" clId="{0822F463-81E0-47DC-9A89-F50526776AA6}" dt="2022-12-09T03:50:04.455" v="88" actId="27636"/>
        <pc:sldMkLst>
          <pc:docMk/>
          <pc:sldMk cId="3805860836" sldId="290"/>
        </pc:sldMkLst>
        <pc:spChg chg="mod">
          <ac:chgData name="Yihui Lan" userId="046113c4-4b6b-4ad1-9898-de38db5ddf06" providerId="ADAL" clId="{0822F463-81E0-47DC-9A89-F50526776AA6}" dt="2022-12-09T03:50:04.455" v="88" actId="27636"/>
          <ac:spMkLst>
            <pc:docMk/>
            <pc:sldMk cId="3805860836" sldId="290"/>
            <ac:spMk id="3" creationId="{CAF02D29-ECC3-327E-F3F4-95DAE5C4E622}"/>
          </ac:spMkLst>
        </pc:spChg>
      </pc:sldChg>
      <pc:sldChg chg="delSp">
        <pc:chgData name="Yihui Lan" userId="046113c4-4b6b-4ad1-9898-de38db5ddf06" providerId="ADAL" clId="{0822F463-81E0-47DC-9A89-F50526776AA6}" dt="2022-12-09T03:48:11.721" v="84"/>
        <pc:sldMkLst>
          <pc:docMk/>
          <pc:sldMk cId="674241768" sldId="292"/>
        </pc:sldMkLst>
        <pc:spChg chg="del">
          <ac:chgData name="Yihui Lan" userId="046113c4-4b6b-4ad1-9898-de38db5ddf06" providerId="ADAL" clId="{0822F463-81E0-47DC-9A89-F50526776AA6}" dt="2022-12-09T03:48:11.721" v="84"/>
          <ac:spMkLst>
            <pc:docMk/>
            <pc:sldMk cId="674241768" sldId="292"/>
            <ac:spMk id="2" creationId="{BE4B2E57-9D3C-D2F9-7D6C-2B5FF8FBC445}"/>
          </ac:spMkLst>
        </pc:spChg>
      </pc:sldChg>
      <pc:sldChg chg="modSp">
        <pc:chgData name="Yihui Lan" userId="046113c4-4b6b-4ad1-9898-de38db5ddf06" providerId="ADAL" clId="{0822F463-81E0-47DC-9A89-F50526776AA6}" dt="2022-12-09T03:50:04.475" v="89" actId="27636"/>
        <pc:sldMkLst>
          <pc:docMk/>
          <pc:sldMk cId="1650855091" sldId="294"/>
        </pc:sldMkLst>
        <pc:spChg chg="mod">
          <ac:chgData name="Yihui Lan" userId="046113c4-4b6b-4ad1-9898-de38db5ddf06" providerId="ADAL" clId="{0822F463-81E0-47DC-9A89-F50526776AA6}" dt="2022-12-09T03:50:04.475" v="89" actId="27636"/>
          <ac:spMkLst>
            <pc:docMk/>
            <pc:sldMk cId="1650855091" sldId="294"/>
            <ac:spMk id="3" creationId="{507C6CE5-42BD-6611-FA4B-9EB1580360A1}"/>
          </ac:spMkLst>
        </pc:spChg>
      </pc:sldChg>
      <pc:sldChg chg="modSp">
        <pc:chgData name="Yihui Lan" userId="046113c4-4b6b-4ad1-9898-de38db5ddf06" providerId="ADAL" clId="{0822F463-81E0-47DC-9A89-F50526776AA6}" dt="2022-12-09T03:50:04.488" v="90" actId="27636"/>
        <pc:sldMkLst>
          <pc:docMk/>
          <pc:sldMk cId="626942686" sldId="297"/>
        </pc:sldMkLst>
        <pc:spChg chg="mod">
          <ac:chgData name="Yihui Lan" userId="046113c4-4b6b-4ad1-9898-de38db5ddf06" providerId="ADAL" clId="{0822F463-81E0-47DC-9A89-F50526776AA6}" dt="2022-12-09T03:50:04.488" v="90" actId="27636"/>
          <ac:spMkLst>
            <pc:docMk/>
            <pc:sldMk cId="626942686" sldId="297"/>
            <ac:spMk id="2" creationId="{4E119B53-DDC8-4AB3-50FB-5F6E161F6128}"/>
          </ac:spMkLst>
        </pc:spChg>
      </pc:sldChg>
      <pc:sldMasterChg chg="modSldLayout">
        <pc:chgData name="Yihui Lan" userId="046113c4-4b6b-4ad1-9898-de38db5ddf06" providerId="ADAL" clId="{0822F463-81E0-47DC-9A89-F50526776AA6}" dt="2022-12-09T03:27:02.880" v="10" actId="478"/>
        <pc:sldMasterMkLst>
          <pc:docMk/>
          <pc:sldMasterMk cId="1550542115" sldId="2147483677"/>
        </pc:sldMasterMkLst>
        <pc:sldLayoutChg chg="delSp">
          <pc:chgData name="Yihui Lan" userId="046113c4-4b6b-4ad1-9898-de38db5ddf06" providerId="ADAL" clId="{0822F463-81E0-47DC-9A89-F50526776AA6}" dt="2022-12-09T03:26:47.407" v="4" actId="478"/>
          <pc:sldLayoutMkLst>
            <pc:docMk/>
            <pc:sldMasterMk cId="1550542115" sldId="2147483677"/>
            <pc:sldLayoutMk cId="2044981354" sldId="2147483676"/>
          </pc:sldLayoutMkLst>
          <pc:picChg chg="del">
            <ac:chgData name="Yihui Lan" userId="046113c4-4b6b-4ad1-9898-de38db5ddf06" providerId="ADAL" clId="{0822F463-81E0-47DC-9A89-F50526776AA6}" dt="2022-12-09T03:26:47.407" v="4" actId="478"/>
            <ac:picMkLst>
              <pc:docMk/>
              <pc:sldMasterMk cId="1550542115" sldId="2147483677"/>
              <pc:sldLayoutMk cId="2044981354" sldId="2147483676"/>
              <ac:picMk id="7" creationId="{00000000-0000-0000-0000-000000000000}"/>
            </ac:picMkLst>
          </pc:picChg>
        </pc:sldLayoutChg>
        <pc:sldLayoutChg chg="delSp">
          <pc:chgData name="Yihui Lan" userId="046113c4-4b6b-4ad1-9898-de38db5ddf06" providerId="ADAL" clId="{0822F463-81E0-47DC-9A89-F50526776AA6}" dt="2022-12-09T03:26:49.625" v="5" actId="478"/>
          <pc:sldLayoutMkLst>
            <pc:docMk/>
            <pc:sldMasterMk cId="1550542115" sldId="2147483677"/>
            <pc:sldLayoutMk cId="247270460" sldId="2147483689"/>
          </pc:sldLayoutMkLst>
          <pc:picChg chg="del">
            <ac:chgData name="Yihui Lan" userId="046113c4-4b6b-4ad1-9898-de38db5ddf06" providerId="ADAL" clId="{0822F463-81E0-47DC-9A89-F50526776AA6}" dt="2022-12-09T03:26:49.625" v="5" actId="478"/>
            <ac:picMkLst>
              <pc:docMk/>
              <pc:sldMasterMk cId="1550542115" sldId="2147483677"/>
              <pc:sldLayoutMk cId="247270460" sldId="2147483689"/>
              <ac:picMk id="7" creationId="{00000000-0000-0000-0000-000000000000}"/>
            </ac:picMkLst>
          </pc:picChg>
        </pc:sldLayoutChg>
        <pc:sldLayoutChg chg="delSp">
          <pc:chgData name="Yihui Lan" userId="046113c4-4b6b-4ad1-9898-de38db5ddf06" providerId="ADAL" clId="{0822F463-81E0-47DC-9A89-F50526776AA6}" dt="2022-12-09T03:26:53.538" v="6" actId="478"/>
          <pc:sldLayoutMkLst>
            <pc:docMk/>
            <pc:sldMasterMk cId="1550542115" sldId="2147483677"/>
            <pc:sldLayoutMk cId="1283366455" sldId="2147483692"/>
          </pc:sldLayoutMkLst>
          <pc:picChg chg="del">
            <ac:chgData name="Yihui Lan" userId="046113c4-4b6b-4ad1-9898-de38db5ddf06" providerId="ADAL" clId="{0822F463-81E0-47DC-9A89-F50526776AA6}" dt="2022-12-09T03:26:53.538" v="6" actId="478"/>
            <ac:picMkLst>
              <pc:docMk/>
              <pc:sldMasterMk cId="1550542115" sldId="2147483677"/>
              <pc:sldLayoutMk cId="1283366455" sldId="2147483692"/>
              <ac:picMk id="2" creationId="{00000000-0000-0000-0000-000000000000}"/>
            </ac:picMkLst>
          </pc:picChg>
        </pc:sldLayoutChg>
        <pc:sldLayoutChg chg="delSp">
          <pc:chgData name="Yihui Lan" userId="046113c4-4b6b-4ad1-9898-de38db5ddf06" providerId="ADAL" clId="{0822F463-81E0-47DC-9A89-F50526776AA6}" dt="2022-12-09T03:26:56.003" v="7" actId="478"/>
          <pc:sldLayoutMkLst>
            <pc:docMk/>
            <pc:sldMasterMk cId="1550542115" sldId="2147483677"/>
            <pc:sldLayoutMk cId="214258717" sldId="2147483693"/>
          </pc:sldLayoutMkLst>
          <pc:picChg chg="del">
            <ac:chgData name="Yihui Lan" userId="046113c4-4b6b-4ad1-9898-de38db5ddf06" providerId="ADAL" clId="{0822F463-81E0-47DC-9A89-F50526776AA6}" dt="2022-12-09T03:26:56.003" v="7" actId="478"/>
            <ac:picMkLst>
              <pc:docMk/>
              <pc:sldMasterMk cId="1550542115" sldId="2147483677"/>
              <pc:sldLayoutMk cId="214258717" sldId="2147483693"/>
              <ac:picMk id="8" creationId="{00000000-0000-0000-0000-000000000000}"/>
            </ac:picMkLst>
          </pc:picChg>
        </pc:sldLayoutChg>
        <pc:sldLayoutChg chg="delSp">
          <pc:chgData name="Yihui Lan" userId="046113c4-4b6b-4ad1-9898-de38db5ddf06" providerId="ADAL" clId="{0822F463-81E0-47DC-9A89-F50526776AA6}" dt="2022-12-09T03:26:58.858" v="8" actId="478"/>
          <pc:sldLayoutMkLst>
            <pc:docMk/>
            <pc:sldMasterMk cId="1550542115" sldId="2147483677"/>
            <pc:sldLayoutMk cId="1863664247" sldId="2147483694"/>
          </pc:sldLayoutMkLst>
          <pc:picChg chg="del">
            <ac:chgData name="Yihui Lan" userId="046113c4-4b6b-4ad1-9898-de38db5ddf06" providerId="ADAL" clId="{0822F463-81E0-47DC-9A89-F50526776AA6}" dt="2022-12-09T03:26:58.858" v="8" actId="478"/>
            <ac:picMkLst>
              <pc:docMk/>
              <pc:sldMasterMk cId="1550542115" sldId="2147483677"/>
              <pc:sldLayoutMk cId="1863664247" sldId="2147483694"/>
              <ac:picMk id="8" creationId="{00000000-0000-0000-0000-000000000000}"/>
            </ac:picMkLst>
          </pc:picChg>
        </pc:sldLayoutChg>
        <pc:sldLayoutChg chg="delSp">
          <pc:chgData name="Yihui Lan" userId="046113c4-4b6b-4ad1-9898-de38db5ddf06" providerId="ADAL" clId="{0822F463-81E0-47DC-9A89-F50526776AA6}" dt="2022-12-09T03:27:02.880" v="10" actId="478"/>
          <pc:sldLayoutMkLst>
            <pc:docMk/>
            <pc:sldMasterMk cId="1550542115" sldId="2147483677"/>
            <pc:sldLayoutMk cId="1556007834" sldId="2147483695"/>
          </pc:sldLayoutMkLst>
          <pc:picChg chg="del">
            <ac:chgData name="Yihui Lan" userId="046113c4-4b6b-4ad1-9898-de38db5ddf06" providerId="ADAL" clId="{0822F463-81E0-47DC-9A89-F50526776AA6}" dt="2022-12-09T03:27:02.880" v="10" actId="478"/>
            <ac:picMkLst>
              <pc:docMk/>
              <pc:sldMasterMk cId="1550542115" sldId="2147483677"/>
              <pc:sldLayoutMk cId="1556007834" sldId="2147483695"/>
              <ac:picMk id="8" creationId="{00000000-0000-0000-0000-000000000000}"/>
            </ac:picMkLst>
          </pc:picChg>
        </pc:sldLayoutChg>
        <pc:sldLayoutChg chg="delSp">
          <pc:chgData name="Yihui Lan" userId="046113c4-4b6b-4ad1-9898-de38db5ddf06" providerId="ADAL" clId="{0822F463-81E0-47DC-9A89-F50526776AA6}" dt="2022-12-09T03:27:01.124" v="9" actId="478"/>
          <pc:sldLayoutMkLst>
            <pc:docMk/>
            <pc:sldMasterMk cId="1550542115" sldId="2147483677"/>
            <pc:sldLayoutMk cId="1915296519" sldId="2147483696"/>
          </pc:sldLayoutMkLst>
          <pc:picChg chg="del">
            <ac:chgData name="Yihui Lan" userId="046113c4-4b6b-4ad1-9898-de38db5ddf06" providerId="ADAL" clId="{0822F463-81E0-47DC-9A89-F50526776AA6}" dt="2022-12-09T03:27:01.124" v="9" actId="478"/>
            <ac:picMkLst>
              <pc:docMk/>
              <pc:sldMasterMk cId="1550542115" sldId="2147483677"/>
              <pc:sldLayoutMk cId="1915296519" sldId="2147483696"/>
              <ac:picMk id="6" creationId="{00000000-0000-0000-0000-000000000000}"/>
            </ac:picMkLst>
          </pc:picChg>
        </pc:sldLayoutChg>
      </pc:sldMasterChg>
      <pc:sldMasterChg chg="addSp modSp del delSldLayout">
        <pc:chgData name="Yihui Lan" userId="046113c4-4b6b-4ad1-9898-de38db5ddf06" providerId="ADAL" clId="{0822F463-81E0-47DC-9A89-F50526776AA6}" dt="2022-12-09T03:32:09.752" v="36" actId="2696"/>
        <pc:sldMasterMkLst>
          <pc:docMk/>
          <pc:sldMasterMk cId="1173885634" sldId="2147483697"/>
        </pc:sldMasterMkLst>
        <pc:spChg chg="add mod">
          <ac:chgData name="Yihui Lan" userId="046113c4-4b6b-4ad1-9898-de38db5ddf06" providerId="ADAL" clId="{0822F463-81E0-47DC-9A89-F50526776AA6}" dt="2022-12-09T03:31:59.947" v="24"/>
          <ac:spMkLst>
            <pc:docMk/>
            <pc:sldMasterMk cId="1173885634" sldId="2147483697"/>
            <ac:spMk id="2" creationId="{AEB2E464-D06C-4B8F-A9CE-6B8B472F42A7}"/>
          </ac:spMkLst>
        </pc:spChg>
        <pc:spChg chg="add mod">
          <ac:chgData name="Yihui Lan" userId="046113c4-4b6b-4ad1-9898-de38db5ddf06" providerId="ADAL" clId="{0822F463-81E0-47DC-9A89-F50526776AA6}" dt="2022-12-09T03:31:59.947" v="24"/>
          <ac:spMkLst>
            <pc:docMk/>
            <pc:sldMasterMk cId="1173885634" sldId="2147483697"/>
            <ac:spMk id="3" creationId="{9B98532B-C6FD-4F6A-A8C0-2664B572F50C}"/>
          </ac:spMkLst>
        </pc:spChg>
        <pc:spChg chg="add mod">
          <ac:chgData name="Yihui Lan" userId="046113c4-4b6b-4ad1-9898-de38db5ddf06" providerId="ADAL" clId="{0822F463-81E0-47DC-9A89-F50526776AA6}" dt="2022-12-09T03:31:59.947" v="24"/>
          <ac:spMkLst>
            <pc:docMk/>
            <pc:sldMasterMk cId="1173885634" sldId="2147483697"/>
            <ac:spMk id="4" creationId="{E68AADBB-69D5-4A00-835F-49B127530C23}"/>
          </ac:spMkLst>
        </pc:spChg>
        <pc:spChg chg="add mod">
          <ac:chgData name="Yihui Lan" userId="046113c4-4b6b-4ad1-9898-de38db5ddf06" providerId="ADAL" clId="{0822F463-81E0-47DC-9A89-F50526776AA6}" dt="2022-12-09T03:31:59.947" v="24"/>
          <ac:spMkLst>
            <pc:docMk/>
            <pc:sldMasterMk cId="1173885634" sldId="2147483697"/>
            <ac:spMk id="5" creationId="{12CCE7E6-DD66-46D3-8796-A9DE336013CF}"/>
          </ac:spMkLst>
        </pc:spChg>
        <pc:spChg chg="add mod">
          <ac:chgData name="Yihui Lan" userId="046113c4-4b6b-4ad1-9898-de38db5ddf06" providerId="ADAL" clId="{0822F463-81E0-47DC-9A89-F50526776AA6}" dt="2022-12-09T03:31:59.947" v="24"/>
          <ac:spMkLst>
            <pc:docMk/>
            <pc:sldMasterMk cId="1173885634" sldId="2147483697"/>
            <ac:spMk id="6" creationId="{617BA519-0C4F-42FE-9218-BB10D47486E1}"/>
          </ac:spMkLst>
        </pc:spChg>
        <pc:sldLayoutChg chg="del">
          <pc:chgData name="Yihui Lan" userId="046113c4-4b6b-4ad1-9898-de38db5ddf06" providerId="ADAL" clId="{0822F463-81E0-47DC-9A89-F50526776AA6}" dt="2022-12-09T03:32:09.727" v="25" actId="2696"/>
          <pc:sldLayoutMkLst>
            <pc:docMk/>
            <pc:sldMasterMk cId="1173885634" sldId="2147483697"/>
            <pc:sldLayoutMk cId="226897074" sldId="2147483698"/>
          </pc:sldLayoutMkLst>
        </pc:sldLayoutChg>
        <pc:sldLayoutChg chg="del">
          <pc:chgData name="Yihui Lan" userId="046113c4-4b6b-4ad1-9898-de38db5ddf06" providerId="ADAL" clId="{0822F463-81E0-47DC-9A89-F50526776AA6}" dt="2022-12-09T03:32:09.728" v="26" actId="2696"/>
          <pc:sldLayoutMkLst>
            <pc:docMk/>
            <pc:sldMasterMk cId="1173885634" sldId="2147483697"/>
            <pc:sldLayoutMk cId="3259961215" sldId="2147483699"/>
          </pc:sldLayoutMkLst>
        </pc:sldLayoutChg>
        <pc:sldLayoutChg chg="del">
          <pc:chgData name="Yihui Lan" userId="046113c4-4b6b-4ad1-9898-de38db5ddf06" providerId="ADAL" clId="{0822F463-81E0-47DC-9A89-F50526776AA6}" dt="2022-12-09T03:32:09.729" v="27" actId="2696"/>
          <pc:sldLayoutMkLst>
            <pc:docMk/>
            <pc:sldMasterMk cId="1173885634" sldId="2147483697"/>
            <pc:sldLayoutMk cId="3584884854" sldId="2147483700"/>
          </pc:sldLayoutMkLst>
        </pc:sldLayoutChg>
        <pc:sldLayoutChg chg="del">
          <pc:chgData name="Yihui Lan" userId="046113c4-4b6b-4ad1-9898-de38db5ddf06" providerId="ADAL" clId="{0822F463-81E0-47DC-9A89-F50526776AA6}" dt="2022-12-09T03:32:09.730" v="28" actId="2696"/>
          <pc:sldLayoutMkLst>
            <pc:docMk/>
            <pc:sldMasterMk cId="1173885634" sldId="2147483697"/>
            <pc:sldLayoutMk cId="2061953108" sldId="2147483701"/>
          </pc:sldLayoutMkLst>
        </pc:sldLayoutChg>
        <pc:sldLayoutChg chg="del">
          <pc:chgData name="Yihui Lan" userId="046113c4-4b6b-4ad1-9898-de38db5ddf06" providerId="ADAL" clId="{0822F463-81E0-47DC-9A89-F50526776AA6}" dt="2022-12-09T03:32:09.731" v="29" actId="2696"/>
          <pc:sldLayoutMkLst>
            <pc:docMk/>
            <pc:sldMasterMk cId="1173885634" sldId="2147483697"/>
            <pc:sldLayoutMk cId="1147784009" sldId="2147483702"/>
          </pc:sldLayoutMkLst>
        </pc:sldLayoutChg>
        <pc:sldLayoutChg chg="del">
          <pc:chgData name="Yihui Lan" userId="046113c4-4b6b-4ad1-9898-de38db5ddf06" providerId="ADAL" clId="{0822F463-81E0-47DC-9A89-F50526776AA6}" dt="2022-12-09T03:32:09.732" v="30" actId="2696"/>
          <pc:sldLayoutMkLst>
            <pc:docMk/>
            <pc:sldMasterMk cId="1173885634" sldId="2147483697"/>
            <pc:sldLayoutMk cId="2557667370" sldId="2147483703"/>
          </pc:sldLayoutMkLst>
        </pc:sldLayoutChg>
        <pc:sldLayoutChg chg="del">
          <pc:chgData name="Yihui Lan" userId="046113c4-4b6b-4ad1-9898-de38db5ddf06" providerId="ADAL" clId="{0822F463-81E0-47DC-9A89-F50526776AA6}" dt="2022-12-09T03:32:09.733" v="31" actId="2696"/>
          <pc:sldLayoutMkLst>
            <pc:docMk/>
            <pc:sldMasterMk cId="1173885634" sldId="2147483697"/>
            <pc:sldLayoutMk cId="1805031878" sldId="2147483704"/>
          </pc:sldLayoutMkLst>
        </pc:sldLayoutChg>
        <pc:sldLayoutChg chg="del">
          <pc:chgData name="Yihui Lan" userId="046113c4-4b6b-4ad1-9898-de38db5ddf06" providerId="ADAL" clId="{0822F463-81E0-47DC-9A89-F50526776AA6}" dt="2022-12-09T03:32:09.733" v="32" actId="2696"/>
          <pc:sldLayoutMkLst>
            <pc:docMk/>
            <pc:sldMasterMk cId="1173885634" sldId="2147483697"/>
            <pc:sldLayoutMk cId="1952430548" sldId="2147483705"/>
          </pc:sldLayoutMkLst>
        </pc:sldLayoutChg>
        <pc:sldLayoutChg chg="del">
          <pc:chgData name="Yihui Lan" userId="046113c4-4b6b-4ad1-9898-de38db5ddf06" providerId="ADAL" clId="{0822F463-81E0-47DC-9A89-F50526776AA6}" dt="2022-12-09T03:32:09.749" v="33" actId="2696"/>
          <pc:sldLayoutMkLst>
            <pc:docMk/>
            <pc:sldMasterMk cId="1173885634" sldId="2147483697"/>
            <pc:sldLayoutMk cId="3217993418" sldId="2147483706"/>
          </pc:sldLayoutMkLst>
        </pc:sldLayoutChg>
        <pc:sldLayoutChg chg="del">
          <pc:chgData name="Yihui Lan" userId="046113c4-4b6b-4ad1-9898-de38db5ddf06" providerId="ADAL" clId="{0822F463-81E0-47DC-9A89-F50526776AA6}" dt="2022-12-09T03:32:09.750" v="34" actId="2696"/>
          <pc:sldLayoutMkLst>
            <pc:docMk/>
            <pc:sldMasterMk cId="1173885634" sldId="2147483697"/>
            <pc:sldLayoutMk cId="2055002893" sldId="2147483707"/>
          </pc:sldLayoutMkLst>
        </pc:sldLayoutChg>
        <pc:sldLayoutChg chg="del">
          <pc:chgData name="Yihui Lan" userId="046113c4-4b6b-4ad1-9898-de38db5ddf06" providerId="ADAL" clId="{0822F463-81E0-47DC-9A89-F50526776AA6}" dt="2022-12-09T03:32:09.750" v="35" actId="2696"/>
          <pc:sldLayoutMkLst>
            <pc:docMk/>
            <pc:sldMasterMk cId="1173885634" sldId="2147483697"/>
            <pc:sldLayoutMk cId="3877600958" sldId="2147483708"/>
          </pc:sldLayoutMkLst>
        </pc:sldLayoutChg>
      </pc:sldMasterChg>
      <pc:sldMasterChg chg="modSldLayout">
        <pc:chgData name="Yihui Lan" userId="046113c4-4b6b-4ad1-9898-de38db5ddf06" providerId="ADAL" clId="{0822F463-81E0-47DC-9A89-F50526776AA6}" dt="2022-12-09T04:07:11.693" v="177" actId="6549"/>
        <pc:sldMasterMkLst>
          <pc:docMk/>
          <pc:sldMasterMk cId="2424541773" sldId="2147483697"/>
        </pc:sldMasterMkLst>
        <pc:sldLayoutChg chg="addSp delSp modSp">
          <pc:chgData name="Yihui Lan" userId="046113c4-4b6b-4ad1-9898-de38db5ddf06" providerId="ADAL" clId="{0822F463-81E0-47DC-9A89-F50526776AA6}" dt="2022-12-09T03:50:11.013" v="96" actId="1035"/>
          <pc:sldLayoutMkLst>
            <pc:docMk/>
            <pc:sldMasterMk cId="2424541773" sldId="2147483697"/>
            <pc:sldLayoutMk cId="1409539063" sldId="2147483729"/>
          </pc:sldLayoutMkLst>
          <pc:spChg chg="del">
            <ac:chgData name="Yihui Lan" userId="046113c4-4b6b-4ad1-9898-de38db5ddf06" providerId="ADAL" clId="{0822F463-81E0-47DC-9A89-F50526776AA6}" dt="2022-12-09T03:43:23.629" v="53" actId="478"/>
            <ac:spMkLst>
              <pc:docMk/>
              <pc:sldMasterMk cId="2424541773" sldId="2147483697"/>
              <pc:sldLayoutMk cId="1409539063" sldId="2147483729"/>
              <ac:spMk id="5" creationId="{76F2C17B-3BE4-9749-B0C0-A66AF55F5F1B}"/>
            </ac:spMkLst>
          </pc:spChg>
          <pc:spChg chg="del">
            <ac:chgData name="Yihui Lan" userId="046113c4-4b6b-4ad1-9898-de38db5ddf06" providerId="ADAL" clId="{0822F463-81E0-47DC-9A89-F50526776AA6}" dt="2022-12-09T03:43:22.293" v="52" actId="478"/>
            <ac:spMkLst>
              <pc:docMk/>
              <pc:sldMasterMk cId="2424541773" sldId="2147483697"/>
              <pc:sldLayoutMk cId="1409539063" sldId="2147483729"/>
              <ac:spMk id="8" creationId="{3C0F6D6D-8E12-1D46-A4AF-26F22F54F0A1}"/>
            </ac:spMkLst>
          </pc:spChg>
          <pc:spChg chg="del">
            <ac:chgData name="Yihui Lan" userId="046113c4-4b6b-4ad1-9898-de38db5ddf06" providerId="ADAL" clId="{0822F463-81E0-47DC-9A89-F50526776AA6}" dt="2022-12-09T03:43:25.588" v="54" actId="478"/>
            <ac:spMkLst>
              <pc:docMk/>
              <pc:sldMasterMk cId="2424541773" sldId="2147483697"/>
              <pc:sldLayoutMk cId="1409539063" sldId="2147483729"/>
              <ac:spMk id="20" creationId="{3CD0559D-6E67-1A44-8513-2C26307CDFD2}"/>
            </ac:spMkLst>
          </pc:spChg>
          <pc:picChg chg="add mod modCrop">
            <ac:chgData name="Yihui Lan" userId="046113c4-4b6b-4ad1-9898-de38db5ddf06" providerId="ADAL" clId="{0822F463-81E0-47DC-9A89-F50526776AA6}" dt="2022-12-09T03:50:04.358" v="85" actId="1076"/>
            <ac:picMkLst>
              <pc:docMk/>
              <pc:sldMasterMk cId="2424541773" sldId="2147483697"/>
              <pc:sldLayoutMk cId="1409539063" sldId="2147483729"/>
              <ac:picMk id="2" creationId="{175BFD56-79B2-4DA5-8118-3E81CD1A1925}"/>
            </ac:picMkLst>
          </pc:picChg>
          <pc:picChg chg="mod">
            <ac:chgData name="Yihui Lan" userId="046113c4-4b6b-4ad1-9898-de38db5ddf06" providerId="ADAL" clId="{0822F463-81E0-47DC-9A89-F50526776AA6}" dt="2022-12-09T03:50:11.013" v="96" actId="1035"/>
            <ac:picMkLst>
              <pc:docMk/>
              <pc:sldMasterMk cId="2424541773" sldId="2147483697"/>
              <pc:sldLayoutMk cId="1409539063" sldId="2147483729"/>
              <ac:picMk id="6" creationId="{3106178B-0F06-DA48-B0F4-313776E65E4B}"/>
            </ac:picMkLst>
          </pc:picChg>
        </pc:sldLayoutChg>
        <pc:sldLayoutChg chg="delSp modSp">
          <pc:chgData name="Yihui Lan" userId="046113c4-4b6b-4ad1-9898-de38db5ddf06" providerId="ADAL" clId="{0822F463-81E0-47DC-9A89-F50526776AA6}" dt="2022-12-09T04:07:11.693" v="177" actId="6549"/>
          <pc:sldLayoutMkLst>
            <pc:docMk/>
            <pc:sldMasterMk cId="2424541773" sldId="2147483697"/>
            <pc:sldLayoutMk cId="3512960605" sldId="2147483730"/>
          </pc:sldLayoutMkLst>
          <pc:spChg chg="mod">
            <ac:chgData name="Yihui Lan" userId="046113c4-4b6b-4ad1-9898-de38db5ddf06" providerId="ADAL" clId="{0822F463-81E0-47DC-9A89-F50526776AA6}" dt="2022-12-09T04:07:11.693" v="177" actId="6549"/>
            <ac:spMkLst>
              <pc:docMk/>
              <pc:sldMasterMk cId="2424541773" sldId="2147483697"/>
              <pc:sldLayoutMk cId="3512960605" sldId="2147483730"/>
              <ac:spMk id="2" creationId="{D14DD03B-B0DB-E742-8753-5980F4B39383}"/>
            </ac:spMkLst>
          </pc:spChg>
          <pc:spChg chg="del">
            <ac:chgData name="Yihui Lan" userId="046113c4-4b6b-4ad1-9898-de38db5ddf06" providerId="ADAL" clId="{0822F463-81E0-47DC-9A89-F50526776AA6}" dt="2022-12-09T04:01:38.094" v="98" actId="478"/>
            <ac:spMkLst>
              <pc:docMk/>
              <pc:sldMasterMk cId="2424541773" sldId="2147483697"/>
              <pc:sldLayoutMk cId="3512960605" sldId="2147483730"/>
              <ac:spMk id="11" creationId="{72FE3512-5E25-D841-9AC1-BD44C3F96775}"/>
            </ac:spMkLst>
          </pc:spChg>
          <pc:spChg chg="mod">
            <ac:chgData name="Yihui Lan" userId="046113c4-4b6b-4ad1-9898-de38db5ddf06" providerId="ADAL" clId="{0822F463-81E0-47DC-9A89-F50526776AA6}" dt="2022-12-09T04:06:46.696" v="176" actId="255"/>
            <ac:spMkLst>
              <pc:docMk/>
              <pc:sldMasterMk cId="2424541773" sldId="2147483697"/>
              <pc:sldLayoutMk cId="3512960605" sldId="2147483730"/>
              <ac:spMk id="14" creationId="{6EFA41F6-68C9-DF40-9F89-A5C792CA74E9}"/>
            </ac:spMkLst>
          </pc:spChg>
        </pc:sldLayoutChg>
      </pc:sldMasterChg>
      <pc:sldMasterChg chg="addSp modSp del delSldLayout">
        <pc:chgData name="Yihui Lan" userId="046113c4-4b6b-4ad1-9898-de38db5ddf06" providerId="ADAL" clId="{0822F463-81E0-47DC-9A89-F50526776AA6}" dt="2022-12-09T03:30:31.111" v="23" actId="2696"/>
        <pc:sldMasterMkLst>
          <pc:docMk/>
          <pc:sldMasterMk cId="3440135950" sldId="2147483697"/>
        </pc:sldMasterMkLst>
        <pc:spChg chg="add mod">
          <ac:chgData name="Yihui Lan" userId="046113c4-4b6b-4ad1-9898-de38db5ddf06" providerId="ADAL" clId="{0822F463-81E0-47DC-9A89-F50526776AA6}" dt="2022-12-09T03:30:21.393" v="11"/>
          <ac:spMkLst>
            <pc:docMk/>
            <pc:sldMasterMk cId="3440135950" sldId="2147483697"/>
            <ac:spMk id="2" creationId="{E74D630B-C0D6-4C2D-B6F3-162555F3A0CF}"/>
          </ac:spMkLst>
        </pc:spChg>
        <pc:spChg chg="add mod">
          <ac:chgData name="Yihui Lan" userId="046113c4-4b6b-4ad1-9898-de38db5ddf06" providerId="ADAL" clId="{0822F463-81E0-47DC-9A89-F50526776AA6}" dt="2022-12-09T03:30:21.393" v="11"/>
          <ac:spMkLst>
            <pc:docMk/>
            <pc:sldMasterMk cId="3440135950" sldId="2147483697"/>
            <ac:spMk id="3" creationId="{F63520AE-D8DB-45ED-8A61-DCCE1EE87D8F}"/>
          </ac:spMkLst>
        </pc:spChg>
        <pc:spChg chg="add mod">
          <ac:chgData name="Yihui Lan" userId="046113c4-4b6b-4ad1-9898-de38db5ddf06" providerId="ADAL" clId="{0822F463-81E0-47DC-9A89-F50526776AA6}" dt="2022-12-09T03:30:21.393" v="11"/>
          <ac:spMkLst>
            <pc:docMk/>
            <pc:sldMasterMk cId="3440135950" sldId="2147483697"/>
            <ac:spMk id="4" creationId="{40B5BA19-D884-44D9-ACAC-CA977059F9A1}"/>
          </ac:spMkLst>
        </pc:spChg>
        <pc:spChg chg="add mod">
          <ac:chgData name="Yihui Lan" userId="046113c4-4b6b-4ad1-9898-de38db5ddf06" providerId="ADAL" clId="{0822F463-81E0-47DC-9A89-F50526776AA6}" dt="2022-12-09T03:30:21.393" v="11"/>
          <ac:spMkLst>
            <pc:docMk/>
            <pc:sldMasterMk cId="3440135950" sldId="2147483697"/>
            <ac:spMk id="5" creationId="{CA7CBAFD-0EF4-4A86-B823-7FF3E32DA232}"/>
          </ac:spMkLst>
        </pc:spChg>
        <pc:spChg chg="add mod">
          <ac:chgData name="Yihui Lan" userId="046113c4-4b6b-4ad1-9898-de38db5ddf06" providerId="ADAL" clId="{0822F463-81E0-47DC-9A89-F50526776AA6}" dt="2022-12-09T03:30:21.393" v="11"/>
          <ac:spMkLst>
            <pc:docMk/>
            <pc:sldMasterMk cId="3440135950" sldId="2147483697"/>
            <ac:spMk id="6" creationId="{B2D55B42-180C-4876-BF1F-534D70FE36C0}"/>
          </ac:spMkLst>
        </pc:spChg>
        <pc:sldLayoutChg chg="del">
          <pc:chgData name="Yihui Lan" userId="046113c4-4b6b-4ad1-9898-de38db5ddf06" providerId="ADAL" clId="{0822F463-81E0-47DC-9A89-F50526776AA6}" dt="2022-12-09T03:30:31.095" v="12" actId="2696"/>
          <pc:sldLayoutMkLst>
            <pc:docMk/>
            <pc:sldMasterMk cId="3440135950" sldId="2147483697"/>
            <pc:sldLayoutMk cId="3300394970" sldId="2147483698"/>
          </pc:sldLayoutMkLst>
        </pc:sldLayoutChg>
        <pc:sldLayoutChg chg="del">
          <pc:chgData name="Yihui Lan" userId="046113c4-4b6b-4ad1-9898-de38db5ddf06" providerId="ADAL" clId="{0822F463-81E0-47DC-9A89-F50526776AA6}" dt="2022-12-09T03:30:31.095" v="13" actId="2696"/>
          <pc:sldLayoutMkLst>
            <pc:docMk/>
            <pc:sldMasterMk cId="3440135950" sldId="2147483697"/>
            <pc:sldLayoutMk cId="3736605903" sldId="2147483699"/>
          </pc:sldLayoutMkLst>
        </pc:sldLayoutChg>
        <pc:sldLayoutChg chg="del">
          <pc:chgData name="Yihui Lan" userId="046113c4-4b6b-4ad1-9898-de38db5ddf06" providerId="ADAL" clId="{0822F463-81E0-47DC-9A89-F50526776AA6}" dt="2022-12-09T03:30:31.095" v="14" actId="2696"/>
          <pc:sldLayoutMkLst>
            <pc:docMk/>
            <pc:sldMasterMk cId="3440135950" sldId="2147483697"/>
            <pc:sldLayoutMk cId="2391051919" sldId="2147483700"/>
          </pc:sldLayoutMkLst>
        </pc:sldLayoutChg>
        <pc:sldLayoutChg chg="del">
          <pc:chgData name="Yihui Lan" userId="046113c4-4b6b-4ad1-9898-de38db5ddf06" providerId="ADAL" clId="{0822F463-81E0-47DC-9A89-F50526776AA6}" dt="2022-12-09T03:30:31.095" v="15" actId="2696"/>
          <pc:sldLayoutMkLst>
            <pc:docMk/>
            <pc:sldMasterMk cId="3440135950" sldId="2147483697"/>
            <pc:sldLayoutMk cId="1458843711" sldId="2147483701"/>
          </pc:sldLayoutMkLst>
        </pc:sldLayoutChg>
        <pc:sldLayoutChg chg="del">
          <pc:chgData name="Yihui Lan" userId="046113c4-4b6b-4ad1-9898-de38db5ddf06" providerId="ADAL" clId="{0822F463-81E0-47DC-9A89-F50526776AA6}" dt="2022-12-09T03:30:31.095" v="16" actId="2696"/>
          <pc:sldLayoutMkLst>
            <pc:docMk/>
            <pc:sldMasterMk cId="3440135950" sldId="2147483697"/>
            <pc:sldLayoutMk cId="376485860" sldId="2147483702"/>
          </pc:sldLayoutMkLst>
        </pc:sldLayoutChg>
        <pc:sldLayoutChg chg="del">
          <pc:chgData name="Yihui Lan" userId="046113c4-4b6b-4ad1-9898-de38db5ddf06" providerId="ADAL" clId="{0822F463-81E0-47DC-9A89-F50526776AA6}" dt="2022-12-09T03:30:31.095" v="17" actId="2696"/>
          <pc:sldLayoutMkLst>
            <pc:docMk/>
            <pc:sldMasterMk cId="3440135950" sldId="2147483697"/>
            <pc:sldLayoutMk cId="1671244836" sldId="2147483703"/>
          </pc:sldLayoutMkLst>
        </pc:sldLayoutChg>
        <pc:sldLayoutChg chg="del">
          <pc:chgData name="Yihui Lan" userId="046113c4-4b6b-4ad1-9898-de38db5ddf06" providerId="ADAL" clId="{0822F463-81E0-47DC-9A89-F50526776AA6}" dt="2022-12-09T03:30:31.111" v="18" actId="2696"/>
          <pc:sldLayoutMkLst>
            <pc:docMk/>
            <pc:sldMasterMk cId="3440135950" sldId="2147483697"/>
            <pc:sldLayoutMk cId="1668644306" sldId="2147483704"/>
          </pc:sldLayoutMkLst>
        </pc:sldLayoutChg>
        <pc:sldLayoutChg chg="del">
          <pc:chgData name="Yihui Lan" userId="046113c4-4b6b-4ad1-9898-de38db5ddf06" providerId="ADAL" clId="{0822F463-81E0-47DC-9A89-F50526776AA6}" dt="2022-12-09T03:30:31.111" v="19" actId="2696"/>
          <pc:sldLayoutMkLst>
            <pc:docMk/>
            <pc:sldMasterMk cId="3440135950" sldId="2147483697"/>
            <pc:sldLayoutMk cId="2582790099" sldId="2147483705"/>
          </pc:sldLayoutMkLst>
        </pc:sldLayoutChg>
        <pc:sldLayoutChg chg="del">
          <pc:chgData name="Yihui Lan" userId="046113c4-4b6b-4ad1-9898-de38db5ddf06" providerId="ADAL" clId="{0822F463-81E0-47DC-9A89-F50526776AA6}" dt="2022-12-09T03:30:31.111" v="20" actId="2696"/>
          <pc:sldLayoutMkLst>
            <pc:docMk/>
            <pc:sldMasterMk cId="3440135950" sldId="2147483697"/>
            <pc:sldLayoutMk cId="1566147918" sldId="2147483706"/>
          </pc:sldLayoutMkLst>
        </pc:sldLayoutChg>
        <pc:sldLayoutChg chg="del">
          <pc:chgData name="Yihui Lan" userId="046113c4-4b6b-4ad1-9898-de38db5ddf06" providerId="ADAL" clId="{0822F463-81E0-47DC-9A89-F50526776AA6}" dt="2022-12-09T03:30:31.111" v="21" actId="2696"/>
          <pc:sldLayoutMkLst>
            <pc:docMk/>
            <pc:sldMasterMk cId="3440135950" sldId="2147483697"/>
            <pc:sldLayoutMk cId="3854230798" sldId="2147483707"/>
          </pc:sldLayoutMkLst>
        </pc:sldLayoutChg>
        <pc:sldLayoutChg chg="del">
          <pc:chgData name="Yihui Lan" userId="046113c4-4b6b-4ad1-9898-de38db5ddf06" providerId="ADAL" clId="{0822F463-81E0-47DC-9A89-F50526776AA6}" dt="2022-12-09T03:30:31.111" v="22" actId="2696"/>
          <pc:sldLayoutMkLst>
            <pc:docMk/>
            <pc:sldMasterMk cId="3440135950" sldId="2147483697"/>
            <pc:sldLayoutMk cId="782315015" sldId="214748370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3/19/2025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3/19/2025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a:t>
            </a:fld>
            <a:endParaRPr lang="en-US"/>
          </a:p>
        </p:txBody>
      </p:sp>
    </p:spTree>
    <p:extLst>
      <p:ext uri="{BB962C8B-B14F-4D97-AF65-F5344CB8AC3E}">
        <p14:creationId xmlns:p14="http://schemas.microsoft.com/office/powerpoint/2010/main" val="1780173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2</a:t>
            </a:fld>
            <a:endParaRPr lang="en-US"/>
          </a:p>
        </p:txBody>
      </p:sp>
    </p:spTree>
    <p:extLst>
      <p:ext uri="{BB962C8B-B14F-4D97-AF65-F5344CB8AC3E}">
        <p14:creationId xmlns:p14="http://schemas.microsoft.com/office/powerpoint/2010/main" val="213420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3</a:t>
            </a:fld>
            <a:endParaRPr lang="en-US"/>
          </a:p>
        </p:txBody>
      </p:sp>
    </p:spTree>
    <p:extLst>
      <p:ext uri="{BB962C8B-B14F-4D97-AF65-F5344CB8AC3E}">
        <p14:creationId xmlns:p14="http://schemas.microsoft.com/office/powerpoint/2010/main" val="212269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4</a:t>
            </a:fld>
            <a:endParaRPr lang="en-US"/>
          </a:p>
        </p:txBody>
      </p:sp>
    </p:spTree>
    <p:extLst>
      <p:ext uri="{BB962C8B-B14F-4D97-AF65-F5344CB8AC3E}">
        <p14:creationId xmlns:p14="http://schemas.microsoft.com/office/powerpoint/2010/main" val="3685028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5</a:t>
            </a:fld>
            <a:endParaRPr lang="en-US"/>
          </a:p>
        </p:txBody>
      </p:sp>
    </p:spTree>
    <p:extLst>
      <p:ext uri="{BB962C8B-B14F-4D97-AF65-F5344CB8AC3E}">
        <p14:creationId xmlns:p14="http://schemas.microsoft.com/office/powerpoint/2010/main" val="1715825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6</a:t>
            </a:fld>
            <a:endParaRPr lang="en-US"/>
          </a:p>
        </p:txBody>
      </p:sp>
    </p:spTree>
    <p:extLst>
      <p:ext uri="{BB962C8B-B14F-4D97-AF65-F5344CB8AC3E}">
        <p14:creationId xmlns:p14="http://schemas.microsoft.com/office/powerpoint/2010/main" val="412865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7</a:t>
            </a:fld>
            <a:endParaRPr lang="en-US"/>
          </a:p>
        </p:txBody>
      </p:sp>
    </p:spTree>
    <p:extLst>
      <p:ext uri="{BB962C8B-B14F-4D97-AF65-F5344CB8AC3E}">
        <p14:creationId xmlns:p14="http://schemas.microsoft.com/office/powerpoint/2010/main" val="3903112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8</a:t>
            </a:fld>
            <a:endParaRPr lang="en-US"/>
          </a:p>
        </p:txBody>
      </p:sp>
    </p:spTree>
    <p:extLst>
      <p:ext uri="{BB962C8B-B14F-4D97-AF65-F5344CB8AC3E}">
        <p14:creationId xmlns:p14="http://schemas.microsoft.com/office/powerpoint/2010/main" val="782650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9</a:t>
            </a:fld>
            <a:endParaRPr lang="en-US"/>
          </a:p>
        </p:txBody>
      </p:sp>
    </p:spTree>
    <p:extLst>
      <p:ext uri="{BB962C8B-B14F-4D97-AF65-F5344CB8AC3E}">
        <p14:creationId xmlns:p14="http://schemas.microsoft.com/office/powerpoint/2010/main" val="2012469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11</a:t>
            </a:fld>
            <a:endParaRPr lang="en-US"/>
          </a:p>
        </p:txBody>
      </p:sp>
    </p:spTree>
    <p:extLst>
      <p:ext uri="{BB962C8B-B14F-4D97-AF65-F5344CB8AC3E}">
        <p14:creationId xmlns:p14="http://schemas.microsoft.com/office/powerpoint/2010/main" val="1699312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14</a:t>
            </a:fld>
            <a:endParaRPr lang="en-US"/>
          </a:p>
        </p:txBody>
      </p:sp>
    </p:spTree>
    <p:extLst>
      <p:ext uri="{BB962C8B-B14F-4D97-AF65-F5344CB8AC3E}">
        <p14:creationId xmlns:p14="http://schemas.microsoft.com/office/powerpoint/2010/main" val="2461907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15</a:t>
            </a:fld>
            <a:endParaRPr lang="en-US"/>
          </a:p>
        </p:txBody>
      </p:sp>
    </p:spTree>
    <p:extLst>
      <p:ext uri="{BB962C8B-B14F-4D97-AF65-F5344CB8AC3E}">
        <p14:creationId xmlns:p14="http://schemas.microsoft.com/office/powerpoint/2010/main" val="2253911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16</a:t>
            </a:fld>
            <a:endParaRPr lang="en-US"/>
          </a:p>
        </p:txBody>
      </p:sp>
    </p:spTree>
    <p:extLst>
      <p:ext uri="{BB962C8B-B14F-4D97-AF65-F5344CB8AC3E}">
        <p14:creationId xmlns:p14="http://schemas.microsoft.com/office/powerpoint/2010/main" val="1620004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17</a:t>
            </a:fld>
            <a:endParaRPr lang="en-US"/>
          </a:p>
        </p:txBody>
      </p:sp>
    </p:spTree>
    <p:extLst>
      <p:ext uri="{BB962C8B-B14F-4D97-AF65-F5344CB8AC3E}">
        <p14:creationId xmlns:p14="http://schemas.microsoft.com/office/powerpoint/2010/main" val="3462305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18</a:t>
            </a:fld>
            <a:endParaRPr lang="en-US"/>
          </a:p>
        </p:txBody>
      </p:sp>
    </p:spTree>
    <p:extLst>
      <p:ext uri="{BB962C8B-B14F-4D97-AF65-F5344CB8AC3E}">
        <p14:creationId xmlns:p14="http://schemas.microsoft.com/office/powerpoint/2010/main" val="3480548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21</a:t>
            </a:fld>
            <a:endParaRPr lang="en-US"/>
          </a:p>
        </p:txBody>
      </p:sp>
    </p:spTree>
    <p:extLst>
      <p:ext uri="{BB962C8B-B14F-4D97-AF65-F5344CB8AC3E}">
        <p14:creationId xmlns:p14="http://schemas.microsoft.com/office/powerpoint/2010/main" val="1974370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22</a:t>
            </a:fld>
            <a:endParaRPr lang="en-US"/>
          </a:p>
        </p:txBody>
      </p:sp>
    </p:spTree>
    <p:extLst>
      <p:ext uri="{BB962C8B-B14F-4D97-AF65-F5344CB8AC3E}">
        <p14:creationId xmlns:p14="http://schemas.microsoft.com/office/powerpoint/2010/main" val="1656318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3969" y="2"/>
            <a:ext cx="6763544" cy="2976563"/>
          </a:xfrm>
          <a:solidFill>
            <a:schemeClr val="bg2"/>
          </a:solidFill>
        </p:spPr>
        <p:txBody>
          <a:bodyPr/>
          <a:lstStyle>
            <a:lvl1pPr marL="0" indent="0">
              <a:buNone/>
              <a:defRPr>
                <a:latin typeface="Century Gothic" panose="020B0502020202020204" pitchFamily="34" charset="0"/>
              </a:defRPr>
            </a:lvl1pPr>
          </a:lstStyle>
          <a:p>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2976564"/>
            <a:ext cx="9140031" cy="1252227"/>
          </a:xfrm>
          <a:solidFill>
            <a:schemeClr val="bg1"/>
          </a:solidFill>
        </p:spPr>
        <p:txBody>
          <a:bodyPr lIns="251999" tIns="432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 </a:t>
            </a:r>
            <a:r>
              <a:rPr lang="en-GB" dirty="0" err="1"/>
              <a:t>dolor</a:t>
            </a:r>
            <a:r>
              <a:rPr lang="en-GB" dirty="0"/>
              <a:t> sit </a:t>
            </a:r>
            <a:r>
              <a:rPr lang="en-GB" dirty="0" err="1"/>
              <a:t>amet</a:t>
            </a:r>
            <a:br>
              <a:rPr lang="en-GB" dirty="0"/>
            </a:br>
            <a:endParaRPr lang="en-US" dirty="0"/>
          </a:p>
        </p:txBody>
      </p:sp>
      <p:sp>
        <p:nvSpPr>
          <p:cNvPr id="3" name="Subtitle 2">
            <a:extLst>
              <a:ext uri="{FF2B5EF4-FFF2-40B4-BE49-F238E27FC236}">
                <a16:creationId xmlns:a16="http://schemas.microsoft.com/office/drawing/2014/main" id="{FC5598E1-5E62-8249-ACFC-AF934FCA28C4}"/>
              </a:ext>
            </a:extLst>
          </p:cNvPr>
          <p:cNvSpPr>
            <a:spLocks noGrp="1"/>
          </p:cNvSpPr>
          <p:nvPr>
            <p:ph type="subTitle" idx="1" hasCustomPrompt="1"/>
          </p:nvPr>
        </p:nvSpPr>
        <p:spPr>
          <a:xfrm>
            <a:off x="1200151" y="3680223"/>
            <a:ext cx="7939880" cy="838917"/>
          </a:xfrm>
        </p:spPr>
        <p:txBody>
          <a:bodyPr lIns="251999" tIns="288000" rIns="251999" bIns="36000">
            <a:noAutofit/>
          </a:bodyPr>
          <a:lstStyle>
            <a:lvl1pPr marL="0" indent="0" algn="l">
              <a:lnSpc>
                <a:spcPct val="70000"/>
              </a:lnSpc>
              <a:buNone/>
              <a:defRPr sz="3000"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adipiscing</a:t>
            </a:r>
            <a:r>
              <a:rPr lang="en-GB" dirty="0"/>
              <a:t> </a:t>
            </a:r>
            <a:r>
              <a:rPr lang="en-GB" dirty="0" err="1"/>
              <a:t>consectetur</a:t>
            </a:r>
            <a:r>
              <a:rPr lang="en-GB" dirty="0"/>
              <a:t> </a:t>
            </a:r>
          </a:p>
        </p:txBody>
      </p:sp>
      <p:sp>
        <p:nvSpPr>
          <p:cNvPr id="12" name="Picture Placeholder 11">
            <a:extLst>
              <a:ext uri="{FF2B5EF4-FFF2-40B4-BE49-F238E27FC236}">
                <a16:creationId xmlns:a16="http://schemas.microsoft.com/office/drawing/2014/main" id="{1DE20CBB-1EA3-C544-9DCF-63A38D3301EE}"/>
              </a:ext>
            </a:extLst>
          </p:cNvPr>
          <p:cNvSpPr>
            <a:spLocks noGrp="1"/>
          </p:cNvSpPr>
          <p:nvPr>
            <p:ph type="pic" sz="quarter" idx="15"/>
          </p:nvPr>
        </p:nvSpPr>
        <p:spPr>
          <a:xfrm>
            <a:off x="3959227" y="2976875"/>
            <a:ext cx="3060699"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6" name="Picture Placeholder 11">
            <a:extLst>
              <a:ext uri="{FF2B5EF4-FFF2-40B4-BE49-F238E27FC236}">
                <a16:creationId xmlns:a16="http://schemas.microsoft.com/office/drawing/2014/main" id="{A98EE335-9EE4-A640-878D-B2014330197A}"/>
              </a:ext>
            </a:extLst>
          </p:cNvPr>
          <p:cNvSpPr>
            <a:spLocks noGrp="1"/>
          </p:cNvSpPr>
          <p:nvPr>
            <p:ph type="pic" sz="quarter" idx="16" hasCustomPrompt="1"/>
          </p:nvPr>
        </p:nvSpPr>
        <p:spPr>
          <a:xfrm>
            <a:off x="6767927" y="2203848"/>
            <a:ext cx="251999" cy="962025"/>
          </a:xfrm>
          <a:solidFill>
            <a:schemeClr val="tx2"/>
          </a:solidFill>
        </p:spPr>
        <p:txBody>
          <a:bodyPr/>
          <a:lstStyle>
            <a:lvl1pPr marL="0" indent="0">
              <a:buNone/>
              <a:defRPr>
                <a:noFill/>
              </a:defRPr>
            </a:lvl1pPr>
          </a:lstStyle>
          <a:p>
            <a:r>
              <a:rPr lang="en-US" dirty="0"/>
              <a:t> </a:t>
            </a:r>
          </a:p>
        </p:txBody>
      </p:sp>
      <p:sp>
        <p:nvSpPr>
          <p:cNvPr id="20" name="Text Placeholder 19">
            <a:extLst>
              <a:ext uri="{FF2B5EF4-FFF2-40B4-BE49-F238E27FC236}">
                <a16:creationId xmlns:a16="http://schemas.microsoft.com/office/drawing/2014/main" id="{231FDE68-9EAC-D44F-808B-FDDAAD33F0E6}"/>
              </a:ext>
            </a:extLst>
          </p:cNvPr>
          <p:cNvSpPr>
            <a:spLocks noGrp="1"/>
          </p:cNvSpPr>
          <p:nvPr>
            <p:ph type="body" sz="quarter" idx="21" hasCustomPrompt="1"/>
          </p:nvPr>
        </p:nvSpPr>
        <p:spPr>
          <a:xfrm>
            <a:off x="0" y="4569620"/>
            <a:ext cx="3959227" cy="561690"/>
          </a:xfrm>
        </p:spPr>
        <p:txBody>
          <a:bodyPr/>
          <a:lstStyle>
            <a:lvl1pPr marL="0" indent="0">
              <a:buNone/>
              <a:defRPr/>
            </a:lvl1pPr>
          </a:lstStyle>
          <a:p>
            <a:pPr lvl="0"/>
            <a:r>
              <a:rPr lang="en-US" dirty="0"/>
              <a:t>Optional Information (Date)</a:t>
            </a:r>
          </a:p>
        </p:txBody>
      </p:sp>
      <p:sp>
        <p:nvSpPr>
          <p:cNvPr id="22" name="Text Placeholder 21">
            <a:extLst>
              <a:ext uri="{FF2B5EF4-FFF2-40B4-BE49-F238E27FC236}">
                <a16:creationId xmlns:a16="http://schemas.microsoft.com/office/drawing/2014/main" id="{23FB373C-7A1D-AD49-8418-716441E6CD62}"/>
              </a:ext>
            </a:extLst>
          </p:cNvPr>
          <p:cNvSpPr>
            <a:spLocks noGrp="1"/>
          </p:cNvSpPr>
          <p:nvPr>
            <p:ph type="body" sz="quarter" idx="22" hasCustomPrompt="1"/>
          </p:nvPr>
        </p:nvSpPr>
        <p:spPr>
          <a:xfrm>
            <a:off x="4211639" y="4569620"/>
            <a:ext cx="4928392" cy="573881"/>
          </a:xfrm>
        </p:spPr>
        <p:txBody>
          <a:bodyPr/>
          <a:lstStyle>
            <a:lvl1pPr marL="0" indent="0" algn="r">
              <a:buNone/>
              <a:defRPr/>
            </a:lvl1pPr>
            <a:lvl2pPr marL="100013" indent="0" algn="r">
              <a:buNone/>
              <a:defRPr/>
            </a:lvl2pPr>
            <a:lvl3pPr marL="200025" indent="0" algn="r">
              <a:buNone/>
              <a:defRPr/>
            </a:lvl3pPr>
            <a:lvl4pPr marL="300038" indent="0" algn="r">
              <a:buNone/>
              <a:defRPr/>
            </a:lvl4pPr>
            <a:lvl5pPr marL="400050" indent="0" algn="r">
              <a:buNone/>
              <a:defRPr/>
            </a:lvl5pPr>
          </a:lstStyle>
          <a:p>
            <a:pPr lvl="0"/>
            <a:r>
              <a:rPr lang="en-GB" dirty="0"/>
              <a:t>Optional Information (Author/Department)</a:t>
            </a:r>
            <a:endParaRPr lang="en-US" dirty="0"/>
          </a:p>
        </p:txBody>
      </p:sp>
      <p:pic>
        <p:nvPicPr>
          <p:cNvPr id="10" name="Picture 9">
            <a:extLst>
              <a:ext uri="{FF2B5EF4-FFF2-40B4-BE49-F238E27FC236}">
                <a16:creationId xmlns:a16="http://schemas.microsoft.com/office/drawing/2014/main" id="{A9D77D2B-D22A-EC4B-80B0-5AD142E0B801}"/>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51526418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p:nvPr>
        </p:nvSpPr>
        <p:spPr>
          <a:xfrm>
            <a:off x="1" y="195264"/>
            <a:ext cx="6769100" cy="457199"/>
          </a:xfrm>
          <a:noFill/>
        </p:spPr>
        <p:txBody>
          <a:bodyPr lIns="251999" tIns="0" rIns="251999" bIns="0" anchor="ctr">
            <a:normAutofit/>
          </a:bodyPr>
          <a:lstStyle>
            <a:lvl1pPr algn="l">
              <a:defRPr sz="2400" b="1" i="0">
                <a:solidFill>
                  <a:schemeClr val="tx1"/>
                </a:solidFill>
                <a:latin typeface="Times New Roman" panose="02020603050405020304" pitchFamily="18" charset="0"/>
                <a:cs typeface="Times New Roman" panose="02020603050405020304" pitchFamily="18" charset="0"/>
              </a:defRPr>
            </a:lvl1pPr>
          </a:lstStyle>
          <a:p>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hasCustomPrompt="1"/>
          </p:nvPr>
        </p:nvSpPr>
        <p:spPr>
          <a:xfrm>
            <a:off x="250826" y="1004888"/>
            <a:ext cx="8642351" cy="3566093"/>
          </a:xfrm>
        </p:spPr>
        <p:txBody>
          <a:bodyPr lIns="0" tIns="0" rIns="0" bIns="0"/>
          <a:lstStyle>
            <a:lvl1pPr marL="274320" indent="-274320">
              <a:spcAft>
                <a:spcPts val="600"/>
              </a:spcAft>
              <a:defRPr sz="2000">
                <a:latin typeface="Times New Roman" panose="02020603050405020304" pitchFamily="18" charset="0"/>
                <a:cs typeface="Times New Roman" panose="02020603050405020304" pitchFamily="18" charset="0"/>
              </a:defRPr>
            </a:lvl1pPr>
            <a:lvl2pPr marL="0" indent="0">
              <a:spcAft>
                <a:spcPts val="600"/>
              </a:spcAft>
              <a:buFont typeface="Arial" panose="020B0604020202020204" pitchFamily="34" charset="0"/>
              <a:buNone/>
              <a:defRPr sz="1800">
                <a:latin typeface="Times New Roman" panose="02020603050405020304" pitchFamily="18" charset="0"/>
                <a:cs typeface="Times New Roman" panose="02020603050405020304" pitchFamily="18" charset="0"/>
                <a:sym typeface="Symbol" panose="05050102010706020507" pitchFamily="18" charset="2"/>
              </a:defRPr>
            </a:lvl2pPr>
            <a:lvl3pPr marL="371475" indent="-171450">
              <a:buFont typeface="Arial" panose="020B0604020202020204" pitchFamily="34" charset="0"/>
              <a:buChar char="•"/>
              <a:defRPr sz="1600">
                <a:latin typeface="Times New Roman" panose="02020603050405020304" pitchFamily="18" charset="0"/>
                <a:cs typeface="Times New Roman" panose="02020603050405020304" pitchFamily="18" charset="0"/>
              </a:defRPr>
            </a:lvl3pPr>
            <a:lvl4pPr marL="400050" indent="-100013">
              <a:buFont typeface="Courier New" panose="02070309020205020404" pitchFamily="49" charset="0"/>
              <a:buChar char="o"/>
              <a:defRPr sz="1600"/>
            </a:lvl4pPr>
            <a:lvl5pPr marL="182880" indent="-457200">
              <a:spcAft>
                <a:spcPts val="600"/>
              </a:spcAft>
              <a:buFont typeface="Arial" panose="020B0604020202020204" pitchFamily="34" charset="0"/>
              <a:buChar char="•"/>
              <a:defRPr sz="1600">
                <a:latin typeface="Times New Roman" panose="02020603050405020304" pitchFamily="18" charset="0"/>
                <a:cs typeface="Times New Roman" panose="02020603050405020304" pitchFamily="18" charset="0"/>
              </a:defRPr>
            </a:lvl5pPr>
          </a:lstStyle>
          <a:p>
            <a:pPr lvl="0"/>
            <a:r>
              <a:rPr lang="en-GB" dirty="0"/>
              <a:t> Click to edit Master text styles</a:t>
            </a:r>
          </a:p>
          <a:p>
            <a:pPr lvl="2"/>
            <a:r>
              <a:rPr lang="en-GB" dirty="0"/>
              <a:t>gf     </a:t>
            </a:r>
          </a:p>
        </p:txBody>
      </p:sp>
      <p:pic>
        <p:nvPicPr>
          <p:cNvPr id="12" name="Picture 11">
            <a:extLst>
              <a:ext uri="{FF2B5EF4-FFF2-40B4-BE49-F238E27FC236}">
                <a16:creationId xmlns:a16="http://schemas.microsoft.com/office/drawing/2014/main" id="{88C5BC8E-F3E8-914B-9677-6E014E1E4DF2}"/>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512960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221009" y="150393"/>
            <a:ext cx="1765300" cy="438150"/>
          </a:xfrm>
          <a:prstGeom prst="rect">
            <a:avLst/>
          </a:prstGeom>
        </p:spPr>
      </p:pic>
      <p:pic>
        <p:nvPicPr>
          <p:cNvPr id="2" name="Picture 1">
            <a:extLst>
              <a:ext uri="{FF2B5EF4-FFF2-40B4-BE49-F238E27FC236}">
                <a16:creationId xmlns:a16="http://schemas.microsoft.com/office/drawing/2014/main" id="{175BFD56-79B2-4DA5-8118-3E81CD1A1925}"/>
              </a:ext>
            </a:extLst>
          </p:cNvPr>
          <p:cNvPicPr>
            <a:picLocks noChangeAspect="1"/>
          </p:cNvPicPr>
          <p:nvPr userDrawn="1"/>
        </p:nvPicPr>
        <p:blipFill rotWithShape="1">
          <a:blip r:embed="rId3"/>
          <a:srcRect b="96455"/>
          <a:stretch/>
        </p:blipFill>
        <p:spPr>
          <a:xfrm>
            <a:off x="0" y="620293"/>
            <a:ext cx="9144000" cy="156416"/>
          </a:xfrm>
          <a:prstGeom prst="rect">
            <a:avLst/>
          </a:prstGeom>
        </p:spPr>
      </p:pic>
    </p:spTree>
    <p:extLst>
      <p:ext uri="{BB962C8B-B14F-4D97-AF65-F5344CB8AC3E}">
        <p14:creationId xmlns:p14="http://schemas.microsoft.com/office/powerpoint/2010/main" val="140953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0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9D77D2B-D22A-EC4B-80B0-5AD142E0B80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5" name="Picture Placeholder 10">
            <a:extLst>
              <a:ext uri="{FF2B5EF4-FFF2-40B4-BE49-F238E27FC236}">
                <a16:creationId xmlns:a16="http://schemas.microsoft.com/office/drawing/2014/main" id="{ED55D3C9-D21F-DC45-816F-67678DEDDC8D}"/>
              </a:ext>
            </a:extLst>
          </p:cNvPr>
          <p:cNvSpPr>
            <a:spLocks noGrp="1"/>
          </p:cNvSpPr>
          <p:nvPr>
            <p:ph type="pic" sz="quarter" idx="14"/>
          </p:nvPr>
        </p:nvSpPr>
        <p:spPr>
          <a:xfrm>
            <a:off x="1" y="1572816"/>
            <a:ext cx="5153024" cy="2808684"/>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7" name="Title 1">
            <a:extLst>
              <a:ext uri="{FF2B5EF4-FFF2-40B4-BE49-F238E27FC236}">
                <a16:creationId xmlns:a16="http://schemas.microsoft.com/office/drawing/2014/main" id="{3ED16974-67FA-ED4B-85F7-B28A5D27EAD2}"/>
              </a:ext>
            </a:extLst>
          </p:cNvPr>
          <p:cNvSpPr>
            <a:spLocks noGrp="1"/>
          </p:cNvSpPr>
          <p:nvPr>
            <p:ph type="ctrTitle" hasCustomPrompt="1"/>
          </p:nvPr>
        </p:nvSpPr>
        <p:spPr>
          <a:xfrm>
            <a:off x="-226371" y="13104"/>
            <a:ext cx="6191272" cy="1883568"/>
          </a:xfrm>
          <a:prstGeom prst="rect">
            <a:avLst/>
          </a:prstGeom>
          <a:noFill/>
        </p:spPr>
        <p:txBody>
          <a:bodyPr lIns="251999" tIns="432000" rIns="251999" bIns="180000" anchor="t">
            <a:noAutofit/>
          </a:bodyPr>
          <a:lstStyle>
            <a:lvl1pPr algn="r">
              <a:defRPr sz="3038" b="1" i="0">
                <a:solidFill>
                  <a:schemeClr val="tx1"/>
                </a:solidFill>
                <a:latin typeface="Century Gothic" panose="020B0502020202020204" pitchFamily="34" charset="0"/>
              </a:defRPr>
            </a:lvl1pPr>
          </a:lstStyle>
          <a:p>
            <a:r>
              <a:rPr lang="en-GB" dirty="0"/>
              <a:t>Lorem ipsum </a:t>
            </a:r>
            <a:r>
              <a:rPr lang="en-GB" dirty="0" err="1"/>
              <a:t>dolor</a:t>
            </a:r>
            <a:r>
              <a:rPr lang="en-GB" dirty="0"/>
              <a:t> sit</a:t>
            </a:r>
            <a:br>
              <a:rPr lang="en-GB" dirty="0"/>
            </a:br>
            <a:endParaRPr lang="en-US" dirty="0"/>
          </a:p>
        </p:txBody>
      </p:sp>
      <p:sp>
        <p:nvSpPr>
          <p:cNvPr id="18" name="Subtitle 2">
            <a:extLst>
              <a:ext uri="{FF2B5EF4-FFF2-40B4-BE49-F238E27FC236}">
                <a16:creationId xmlns:a16="http://schemas.microsoft.com/office/drawing/2014/main" id="{E834A86F-15BF-174D-91B7-4CA492E0F447}"/>
              </a:ext>
            </a:extLst>
          </p:cNvPr>
          <p:cNvSpPr>
            <a:spLocks noGrp="1"/>
          </p:cNvSpPr>
          <p:nvPr>
            <p:ph type="subTitle" idx="1" hasCustomPrompt="1"/>
          </p:nvPr>
        </p:nvSpPr>
        <p:spPr>
          <a:xfrm>
            <a:off x="1490479" y="675897"/>
            <a:ext cx="4870712" cy="838917"/>
          </a:xfrm>
        </p:spPr>
        <p:txBody>
          <a:bodyPr lIns="251999" tIns="288000" rIns="251999" bIns="36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adipiscing</a:t>
            </a:r>
            <a:r>
              <a:rPr lang="en-GB" dirty="0"/>
              <a:t>  </a:t>
            </a:r>
            <a:r>
              <a:rPr lang="en-GB" dirty="0" err="1"/>
              <a:t>etu</a:t>
            </a:r>
            <a:r>
              <a:rPr lang="en-GB" dirty="0"/>
              <a:t> </a:t>
            </a:r>
            <a:r>
              <a:rPr lang="en-GB" dirty="0" err="1"/>
              <a:t>elit</a:t>
            </a:r>
            <a:r>
              <a:rPr lang="en-GB" dirty="0"/>
              <a:t> </a:t>
            </a:r>
          </a:p>
        </p:txBody>
      </p:sp>
      <p:sp>
        <p:nvSpPr>
          <p:cNvPr id="19" name="Picture Placeholder 10">
            <a:extLst>
              <a:ext uri="{FF2B5EF4-FFF2-40B4-BE49-F238E27FC236}">
                <a16:creationId xmlns:a16="http://schemas.microsoft.com/office/drawing/2014/main" id="{210AEB52-48D1-6049-9B09-5B875711F266}"/>
              </a:ext>
            </a:extLst>
          </p:cNvPr>
          <p:cNvSpPr>
            <a:spLocks noGrp="1"/>
          </p:cNvSpPr>
          <p:nvPr>
            <p:ph type="pic" sz="quarter" idx="19"/>
          </p:nvPr>
        </p:nvSpPr>
        <p:spPr>
          <a:xfrm>
            <a:off x="5153025" y="1572816"/>
            <a:ext cx="3990976" cy="2808684"/>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4" name="Text Placeholder 19">
            <a:extLst>
              <a:ext uri="{FF2B5EF4-FFF2-40B4-BE49-F238E27FC236}">
                <a16:creationId xmlns:a16="http://schemas.microsoft.com/office/drawing/2014/main" id="{D5AC4A02-E745-1B47-9DDA-7CB20005E31B}"/>
              </a:ext>
            </a:extLst>
          </p:cNvPr>
          <p:cNvSpPr>
            <a:spLocks noGrp="1"/>
          </p:cNvSpPr>
          <p:nvPr>
            <p:ph type="body" sz="quarter" idx="21" hasCustomPrompt="1"/>
          </p:nvPr>
        </p:nvSpPr>
        <p:spPr>
          <a:xfrm>
            <a:off x="0" y="4569620"/>
            <a:ext cx="3959227" cy="561690"/>
          </a:xfrm>
        </p:spPr>
        <p:txBody>
          <a:bodyPr/>
          <a:lstStyle>
            <a:lvl1pPr marL="0" indent="0">
              <a:buNone/>
              <a:defRPr/>
            </a:lvl1pPr>
          </a:lstStyle>
          <a:p>
            <a:pPr lvl="0"/>
            <a:r>
              <a:rPr lang="en-US" dirty="0"/>
              <a:t>Optional Information (Date)</a:t>
            </a:r>
          </a:p>
        </p:txBody>
      </p:sp>
      <p:sp>
        <p:nvSpPr>
          <p:cNvPr id="25" name="Text Placeholder 21">
            <a:extLst>
              <a:ext uri="{FF2B5EF4-FFF2-40B4-BE49-F238E27FC236}">
                <a16:creationId xmlns:a16="http://schemas.microsoft.com/office/drawing/2014/main" id="{9A1FD763-E01B-A24A-B47C-94A3B1932B3E}"/>
              </a:ext>
            </a:extLst>
          </p:cNvPr>
          <p:cNvSpPr>
            <a:spLocks noGrp="1"/>
          </p:cNvSpPr>
          <p:nvPr>
            <p:ph type="body" sz="quarter" idx="22" hasCustomPrompt="1"/>
          </p:nvPr>
        </p:nvSpPr>
        <p:spPr>
          <a:xfrm>
            <a:off x="4211639" y="4569620"/>
            <a:ext cx="4928392" cy="573881"/>
          </a:xfrm>
        </p:spPr>
        <p:txBody>
          <a:bodyPr/>
          <a:lstStyle>
            <a:lvl1pPr marL="0" indent="0" algn="r">
              <a:buNone/>
              <a:defRPr/>
            </a:lvl1pPr>
            <a:lvl2pPr marL="100013" indent="0" algn="r">
              <a:buNone/>
              <a:defRPr/>
            </a:lvl2pPr>
            <a:lvl3pPr marL="200025" indent="0" algn="r">
              <a:buNone/>
              <a:defRPr/>
            </a:lvl3pPr>
            <a:lvl4pPr marL="300038" indent="0" algn="r">
              <a:buNone/>
              <a:defRPr/>
            </a:lvl4pPr>
            <a:lvl5pPr marL="400050" indent="0" algn="r">
              <a:buNone/>
              <a:defRPr/>
            </a:lvl5pPr>
          </a:lstStyle>
          <a:p>
            <a:pPr lvl="0"/>
            <a:r>
              <a:rPr lang="en-GB" dirty="0"/>
              <a:t>Optional Information (Author/Department)</a:t>
            </a:r>
            <a:endParaRPr lang="en-US" dirty="0"/>
          </a:p>
        </p:txBody>
      </p:sp>
    </p:spTree>
    <p:extLst>
      <p:ext uri="{BB962C8B-B14F-4D97-AF65-F5344CB8AC3E}">
        <p14:creationId xmlns:p14="http://schemas.microsoft.com/office/powerpoint/2010/main" val="6500091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0" y="1"/>
            <a:ext cx="4895851"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Picture Placeholder 11">
            <a:extLst>
              <a:ext uri="{FF2B5EF4-FFF2-40B4-BE49-F238E27FC236}">
                <a16:creationId xmlns:a16="http://schemas.microsoft.com/office/drawing/2014/main" id="{A1481E33-F84F-EF48-9822-E646C650AD74}"/>
              </a:ext>
            </a:extLst>
          </p:cNvPr>
          <p:cNvSpPr>
            <a:spLocks noGrp="1"/>
          </p:cNvSpPr>
          <p:nvPr>
            <p:ph type="pic" sz="quarter" idx="17"/>
          </p:nvPr>
        </p:nvSpPr>
        <p:spPr>
          <a:xfrm>
            <a:off x="3959227" y="898041"/>
            <a:ext cx="936627" cy="4245458"/>
          </a:xfrm>
          <a:solidFill>
            <a:schemeClr val="bg1"/>
          </a:solidFill>
        </p:spPr>
        <p:txBody>
          <a:bodyPr/>
          <a:lstStyle>
            <a:lvl1pPr marL="0" indent="0">
              <a:buNone/>
              <a:defRPr>
                <a:noFill/>
              </a:defRPr>
            </a:lvl1pPr>
          </a:lstStyle>
          <a:p>
            <a:r>
              <a:rPr lang="en-GB" dirty="0"/>
              <a:t>Click icon to add picture</a:t>
            </a:r>
            <a:endParaRPr lang="en-US" dirty="0"/>
          </a:p>
        </p:txBody>
      </p:sp>
      <p:sp>
        <p:nvSpPr>
          <p:cNvPr id="8" name="Rectangle 7">
            <a:extLst>
              <a:ext uri="{FF2B5EF4-FFF2-40B4-BE49-F238E27FC236}">
                <a16:creationId xmlns:a16="http://schemas.microsoft.com/office/drawing/2014/main" id="{4D5BAED1-F84D-764B-BFDB-8717B9756303}"/>
              </a:ext>
            </a:extLst>
          </p:cNvPr>
          <p:cNvSpPr/>
          <p:nvPr userDrawn="1"/>
        </p:nvSpPr>
        <p:spPr>
          <a:xfrm>
            <a:off x="7827170" y="1"/>
            <a:ext cx="1316831" cy="5143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Picture Placeholder 11">
            <a:extLst>
              <a:ext uri="{FF2B5EF4-FFF2-40B4-BE49-F238E27FC236}">
                <a16:creationId xmlns:a16="http://schemas.microsoft.com/office/drawing/2014/main" id="{4C7DE8BC-DA32-0947-8D80-8ED2B3A46944}"/>
              </a:ext>
            </a:extLst>
          </p:cNvPr>
          <p:cNvSpPr>
            <a:spLocks noGrp="1"/>
          </p:cNvSpPr>
          <p:nvPr>
            <p:ph type="pic" sz="quarter" idx="15"/>
          </p:nvPr>
        </p:nvSpPr>
        <p:spPr>
          <a:xfrm>
            <a:off x="3959225" y="898043"/>
            <a:ext cx="93662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0" name="Picture Placeholder 11">
            <a:extLst>
              <a:ext uri="{FF2B5EF4-FFF2-40B4-BE49-F238E27FC236}">
                <a16:creationId xmlns:a16="http://schemas.microsoft.com/office/drawing/2014/main" id="{61C979A5-F0DF-544A-B950-C7B09C0AA7C2}"/>
              </a:ext>
            </a:extLst>
          </p:cNvPr>
          <p:cNvSpPr>
            <a:spLocks noGrp="1"/>
          </p:cNvSpPr>
          <p:nvPr>
            <p:ph type="pic" sz="quarter" idx="16" hasCustomPrompt="1"/>
          </p:nvPr>
        </p:nvSpPr>
        <p:spPr>
          <a:xfrm>
            <a:off x="3959642" y="898041"/>
            <a:ext cx="251999" cy="1377244"/>
          </a:xfrm>
          <a:solidFill>
            <a:schemeClr val="tx2"/>
          </a:solidFill>
        </p:spPr>
        <p:txBody>
          <a:bodyPr/>
          <a:lstStyle>
            <a:lvl1pPr marL="0" indent="0">
              <a:buNone/>
              <a:defRPr>
                <a:noFill/>
              </a:defRPr>
            </a:lvl1pPr>
          </a:lstStyle>
          <a:p>
            <a:r>
              <a:rPr lang="en-US" dirty="0"/>
              <a:t> </a:t>
            </a:r>
          </a:p>
        </p:txBody>
      </p:sp>
      <p:sp>
        <p:nvSpPr>
          <p:cNvPr id="16" name="Title 1">
            <a:extLst>
              <a:ext uri="{FF2B5EF4-FFF2-40B4-BE49-F238E27FC236}">
                <a16:creationId xmlns:a16="http://schemas.microsoft.com/office/drawing/2014/main" id="{9D3EE3D3-327A-B54A-89E6-F7519D98C097}"/>
              </a:ext>
            </a:extLst>
          </p:cNvPr>
          <p:cNvSpPr>
            <a:spLocks noGrp="1"/>
          </p:cNvSpPr>
          <p:nvPr>
            <p:ph type="ctrTitle" hasCustomPrompt="1"/>
          </p:nvPr>
        </p:nvSpPr>
        <p:spPr>
          <a:xfrm>
            <a:off x="4619500" y="1399097"/>
            <a:ext cx="4524501" cy="3359833"/>
          </a:xfrm>
          <a:solidFill>
            <a:schemeClr val="bg1"/>
          </a:solid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pic>
        <p:nvPicPr>
          <p:cNvPr id="12" name="Picture 11">
            <a:extLst>
              <a:ext uri="{FF2B5EF4-FFF2-40B4-BE49-F238E27FC236}">
                <a16:creationId xmlns:a16="http://schemas.microsoft.com/office/drawing/2014/main" id="{2C10790C-3B53-1B41-8706-2EE9ABFA1950}"/>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864146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3959226" y="0"/>
            <a:ext cx="5184775" cy="5143500"/>
          </a:xfrm>
          <a:solidFill>
            <a:schemeClr val="bg2"/>
          </a:solidFill>
        </p:spPr>
        <p:txBody>
          <a:bodyPr/>
          <a:lstStyle>
            <a:lvl1pPr marL="0" indent="0">
              <a:buNone/>
              <a:defRPr>
                <a:latin typeface="Century Gothic" panose="020B0502020202020204" pitchFamily="34" charset="0"/>
              </a:defRPr>
            </a:lvl1pPr>
          </a:lstStyle>
          <a:p>
            <a:r>
              <a:rPr lang="en-GB"/>
              <a:t>Click icon to add picture</a:t>
            </a:r>
            <a:endParaRPr lang="en-US" dirty="0"/>
          </a:p>
        </p:txBody>
      </p:sp>
      <p:sp>
        <p:nvSpPr>
          <p:cNvPr id="14" name="Picture Placeholder 11">
            <a:extLst>
              <a:ext uri="{FF2B5EF4-FFF2-40B4-BE49-F238E27FC236}">
                <a16:creationId xmlns:a16="http://schemas.microsoft.com/office/drawing/2014/main" id="{A53DAFA9-4CF7-C148-A156-394017C9E47A}"/>
              </a:ext>
            </a:extLst>
          </p:cNvPr>
          <p:cNvSpPr>
            <a:spLocks noGrp="1"/>
          </p:cNvSpPr>
          <p:nvPr>
            <p:ph type="pic" sz="quarter" idx="17"/>
          </p:nvPr>
        </p:nvSpPr>
        <p:spPr>
          <a:xfrm>
            <a:off x="3959224" y="897732"/>
            <a:ext cx="1441451" cy="4245768"/>
          </a:xfrm>
          <a:solidFill>
            <a:schemeClr val="bg1"/>
          </a:solidFill>
        </p:spPr>
        <p:txBody>
          <a:bodyPr/>
          <a:lstStyle>
            <a:lvl1pPr marL="0" indent="0">
              <a:buNone/>
              <a:defRPr>
                <a:noFill/>
              </a:defRPr>
            </a:lvl1pPr>
          </a:lstStyle>
          <a:p>
            <a:r>
              <a:rPr lang="en-GB" dirty="0"/>
              <a:t>Click icon to add picture</a:t>
            </a:r>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390055"/>
            <a:ext cx="4895851" cy="3570684"/>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2" name="Picture Placeholder 11">
            <a:extLst>
              <a:ext uri="{FF2B5EF4-FFF2-40B4-BE49-F238E27FC236}">
                <a16:creationId xmlns:a16="http://schemas.microsoft.com/office/drawing/2014/main" id="{F5A24778-6C1F-CD4D-ACE9-167A24C330AF}"/>
              </a:ext>
            </a:extLst>
          </p:cNvPr>
          <p:cNvSpPr>
            <a:spLocks noGrp="1"/>
          </p:cNvSpPr>
          <p:nvPr>
            <p:ph type="pic" sz="quarter" idx="15"/>
          </p:nvPr>
        </p:nvSpPr>
        <p:spPr>
          <a:xfrm>
            <a:off x="3959224" y="900116"/>
            <a:ext cx="1441451"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E4D25BED-3B8D-2D4D-BD5F-3306860F4A80}"/>
              </a:ext>
            </a:extLst>
          </p:cNvPr>
          <p:cNvSpPr>
            <a:spLocks noGrp="1"/>
          </p:cNvSpPr>
          <p:nvPr>
            <p:ph type="pic" sz="quarter" idx="16" hasCustomPrompt="1"/>
          </p:nvPr>
        </p:nvSpPr>
        <p:spPr>
          <a:xfrm>
            <a:off x="5148265" y="897732"/>
            <a:ext cx="251999" cy="2459522"/>
          </a:xfrm>
          <a:solidFill>
            <a:schemeClr val="tx2"/>
          </a:solidFill>
        </p:spPr>
        <p:txBody>
          <a:bodyPr/>
          <a:lstStyle>
            <a:lvl1pPr marL="0" indent="0">
              <a:buNone/>
              <a:defRPr>
                <a:noFill/>
              </a:defRPr>
            </a:lvl1pPr>
          </a:lstStyle>
          <a:p>
            <a:r>
              <a:rPr lang="en-US" dirty="0"/>
              <a:t> </a:t>
            </a:r>
          </a:p>
        </p:txBody>
      </p:sp>
      <p:pic>
        <p:nvPicPr>
          <p:cNvPr id="9" name="Picture 8">
            <a:extLst>
              <a:ext uri="{FF2B5EF4-FFF2-40B4-BE49-F238E27FC236}">
                <a16:creationId xmlns:a16="http://schemas.microsoft.com/office/drawing/2014/main" id="{D31FE6BB-5FAE-BD40-8929-611AB311E0AE}"/>
              </a:ext>
            </a:extLst>
          </p:cNvPr>
          <p:cNvPicPr>
            <a:picLocks noChangeAspect="1"/>
          </p:cNvPicPr>
          <p:nvPr userDrawn="1"/>
        </p:nvPicPr>
        <p:blipFill>
          <a:blip r:embed="rId2"/>
          <a:stretch>
            <a:fillRect/>
          </a:stretch>
        </p:blipFill>
        <p:spPr>
          <a:xfrm>
            <a:off x="263525" y="195263"/>
            <a:ext cx="1765300" cy="438150"/>
          </a:xfrm>
          <a:prstGeom prst="rect">
            <a:avLst/>
          </a:prstGeom>
        </p:spPr>
      </p:pic>
    </p:spTree>
    <p:extLst>
      <p:ext uri="{BB962C8B-B14F-4D97-AF65-F5344CB8AC3E}">
        <p14:creationId xmlns:p14="http://schemas.microsoft.com/office/powerpoint/2010/main" val="2415906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0" y="1"/>
            <a:ext cx="4895851"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Picture Placeholder 11">
            <a:extLst>
              <a:ext uri="{FF2B5EF4-FFF2-40B4-BE49-F238E27FC236}">
                <a16:creationId xmlns:a16="http://schemas.microsoft.com/office/drawing/2014/main" id="{A1481E33-F84F-EF48-9822-E646C650AD74}"/>
              </a:ext>
            </a:extLst>
          </p:cNvPr>
          <p:cNvSpPr>
            <a:spLocks noGrp="1"/>
          </p:cNvSpPr>
          <p:nvPr>
            <p:ph type="pic" sz="quarter" idx="17"/>
          </p:nvPr>
        </p:nvSpPr>
        <p:spPr>
          <a:xfrm>
            <a:off x="3959227" y="898041"/>
            <a:ext cx="936627" cy="4245458"/>
          </a:xfrm>
          <a:solidFill>
            <a:schemeClr val="bg1"/>
          </a:solidFill>
        </p:spPr>
        <p:txBody>
          <a:bodyPr/>
          <a:lstStyle>
            <a:lvl1pPr marL="0" indent="0">
              <a:buNone/>
              <a:defRPr>
                <a:noFill/>
              </a:defRPr>
            </a:lvl1pPr>
          </a:lstStyle>
          <a:p>
            <a:r>
              <a:rPr lang="en-GB" dirty="0"/>
              <a:t>Click icon to add picture</a:t>
            </a:r>
            <a:endParaRPr lang="en-US" dirty="0"/>
          </a:p>
        </p:txBody>
      </p:sp>
      <p:sp>
        <p:nvSpPr>
          <p:cNvPr id="8" name="Rectangle 7">
            <a:extLst>
              <a:ext uri="{FF2B5EF4-FFF2-40B4-BE49-F238E27FC236}">
                <a16:creationId xmlns:a16="http://schemas.microsoft.com/office/drawing/2014/main" id="{4D5BAED1-F84D-764B-BFDB-8717B9756303}"/>
              </a:ext>
            </a:extLst>
          </p:cNvPr>
          <p:cNvSpPr/>
          <p:nvPr userDrawn="1"/>
        </p:nvSpPr>
        <p:spPr>
          <a:xfrm>
            <a:off x="7827170" y="1"/>
            <a:ext cx="1316831" cy="5143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Picture Placeholder 11">
            <a:extLst>
              <a:ext uri="{FF2B5EF4-FFF2-40B4-BE49-F238E27FC236}">
                <a16:creationId xmlns:a16="http://schemas.microsoft.com/office/drawing/2014/main" id="{4C7DE8BC-DA32-0947-8D80-8ED2B3A46944}"/>
              </a:ext>
            </a:extLst>
          </p:cNvPr>
          <p:cNvSpPr>
            <a:spLocks noGrp="1"/>
          </p:cNvSpPr>
          <p:nvPr>
            <p:ph type="pic" sz="quarter" idx="15"/>
          </p:nvPr>
        </p:nvSpPr>
        <p:spPr>
          <a:xfrm>
            <a:off x="3959225" y="898043"/>
            <a:ext cx="93662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0" name="Picture Placeholder 11">
            <a:extLst>
              <a:ext uri="{FF2B5EF4-FFF2-40B4-BE49-F238E27FC236}">
                <a16:creationId xmlns:a16="http://schemas.microsoft.com/office/drawing/2014/main" id="{61C979A5-F0DF-544A-B950-C7B09C0AA7C2}"/>
              </a:ext>
            </a:extLst>
          </p:cNvPr>
          <p:cNvSpPr>
            <a:spLocks noGrp="1"/>
          </p:cNvSpPr>
          <p:nvPr>
            <p:ph type="pic" sz="quarter" idx="16" hasCustomPrompt="1"/>
          </p:nvPr>
        </p:nvSpPr>
        <p:spPr>
          <a:xfrm>
            <a:off x="3959642" y="898041"/>
            <a:ext cx="251999" cy="1377244"/>
          </a:xfrm>
          <a:solidFill>
            <a:schemeClr val="tx2"/>
          </a:solidFill>
        </p:spPr>
        <p:txBody>
          <a:bodyPr/>
          <a:lstStyle>
            <a:lvl1pPr marL="0" indent="0">
              <a:buNone/>
              <a:defRPr>
                <a:noFill/>
              </a:defRPr>
            </a:lvl1pPr>
          </a:lstStyle>
          <a:p>
            <a:r>
              <a:rPr lang="en-US" dirty="0"/>
              <a:t> </a:t>
            </a:r>
          </a:p>
        </p:txBody>
      </p:sp>
      <p:sp>
        <p:nvSpPr>
          <p:cNvPr id="16" name="Title 1">
            <a:extLst>
              <a:ext uri="{FF2B5EF4-FFF2-40B4-BE49-F238E27FC236}">
                <a16:creationId xmlns:a16="http://schemas.microsoft.com/office/drawing/2014/main" id="{9D3EE3D3-327A-B54A-89E6-F7519D98C097}"/>
              </a:ext>
            </a:extLst>
          </p:cNvPr>
          <p:cNvSpPr>
            <a:spLocks noGrp="1"/>
          </p:cNvSpPr>
          <p:nvPr>
            <p:ph type="ctrTitle" hasCustomPrompt="1"/>
          </p:nvPr>
        </p:nvSpPr>
        <p:spPr>
          <a:xfrm>
            <a:off x="4619500" y="1399097"/>
            <a:ext cx="4524501" cy="3359833"/>
          </a:xfrm>
          <a:solidFill>
            <a:schemeClr val="bg1"/>
          </a:solid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pic>
        <p:nvPicPr>
          <p:cNvPr id="12" name="Picture 11">
            <a:extLst>
              <a:ext uri="{FF2B5EF4-FFF2-40B4-BE49-F238E27FC236}">
                <a16:creationId xmlns:a16="http://schemas.microsoft.com/office/drawing/2014/main" id="{2D721F2B-12D6-7748-8B52-E41B80B66D99}"/>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773168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01">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E143FC8-A8DA-9244-81EE-2AB9F172C728}"/>
              </a:ext>
            </a:extLst>
          </p:cNvPr>
          <p:cNvPicPr>
            <a:picLocks noChangeAspect="1"/>
          </p:cNvPicPr>
          <p:nvPr userDrawn="1"/>
        </p:nvPicPr>
        <p:blipFill>
          <a:blip r:embed="rId2"/>
          <a:stretch>
            <a:fillRect/>
          </a:stretch>
        </p:blipFill>
        <p:spPr>
          <a:xfrm>
            <a:off x="7127875" y="4320779"/>
            <a:ext cx="1765300" cy="438150"/>
          </a:xfrm>
          <a:prstGeom prst="rect">
            <a:avLst/>
          </a:prstGeom>
        </p:spPr>
      </p:pic>
      <p:sp>
        <p:nvSpPr>
          <p:cNvPr id="12" name="Picture Placeholder 10">
            <a:extLst>
              <a:ext uri="{FF2B5EF4-FFF2-40B4-BE49-F238E27FC236}">
                <a16:creationId xmlns:a16="http://schemas.microsoft.com/office/drawing/2014/main" id="{D4345681-D273-E84E-A5F0-1D2D18E6AAFA}"/>
              </a:ext>
            </a:extLst>
          </p:cNvPr>
          <p:cNvSpPr>
            <a:spLocks noGrp="1"/>
          </p:cNvSpPr>
          <p:nvPr>
            <p:ph type="pic" sz="quarter" idx="14"/>
          </p:nvPr>
        </p:nvSpPr>
        <p:spPr>
          <a:xfrm>
            <a:off x="252413" y="1"/>
            <a:ext cx="8891587" cy="386834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B02E34A3-1CDD-6B47-A1EF-A686E3D3739A}"/>
              </a:ext>
            </a:extLst>
          </p:cNvPr>
          <p:cNvSpPr>
            <a:spLocks noGrp="1"/>
          </p:cNvSpPr>
          <p:nvPr>
            <p:ph type="pic" sz="quarter" idx="17"/>
          </p:nvPr>
        </p:nvSpPr>
        <p:spPr>
          <a:xfrm>
            <a:off x="1" y="3165872"/>
            <a:ext cx="6767513" cy="1977628"/>
          </a:xfrm>
          <a:solidFill>
            <a:schemeClr val="bg1"/>
          </a:solidFill>
        </p:spPr>
        <p:txBody>
          <a:bodyPr/>
          <a:lstStyle>
            <a:lvl1pPr marL="0" indent="0">
              <a:buNone/>
              <a:defRPr>
                <a:noFill/>
              </a:defRPr>
            </a:lvl1pPr>
          </a:lstStyle>
          <a:p>
            <a:r>
              <a:rPr lang="en-GB" dirty="0"/>
              <a:t>Click icon to add picture</a:t>
            </a:r>
            <a:endParaRPr lang="en-US" dirty="0"/>
          </a:p>
        </p:txBody>
      </p:sp>
      <p:sp>
        <p:nvSpPr>
          <p:cNvPr id="17" name="Picture Placeholder 11">
            <a:extLst>
              <a:ext uri="{FF2B5EF4-FFF2-40B4-BE49-F238E27FC236}">
                <a16:creationId xmlns:a16="http://schemas.microsoft.com/office/drawing/2014/main" id="{285E5966-A6FC-124E-BCF9-6BCBEB35F26B}"/>
              </a:ext>
            </a:extLst>
          </p:cNvPr>
          <p:cNvSpPr>
            <a:spLocks noGrp="1"/>
          </p:cNvSpPr>
          <p:nvPr>
            <p:ph type="pic" sz="quarter" idx="15"/>
          </p:nvPr>
        </p:nvSpPr>
        <p:spPr>
          <a:xfrm rot="5400000">
            <a:off x="6542279" y="3391108"/>
            <a:ext cx="702469" cy="251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8" name="Picture Placeholder 11">
            <a:extLst>
              <a:ext uri="{FF2B5EF4-FFF2-40B4-BE49-F238E27FC236}">
                <a16:creationId xmlns:a16="http://schemas.microsoft.com/office/drawing/2014/main" id="{E8E36771-F011-1243-8721-DBEA072D89D2}"/>
              </a:ext>
            </a:extLst>
          </p:cNvPr>
          <p:cNvSpPr>
            <a:spLocks noGrp="1"/>
          </p:cNvSpPr>
          <p:nvPr>
            <p:ph type="pic" sz="quarter" idx="16" hasCustomPrompt="1"/>
          </p:nvPr>
        </p:nvSpPr>
        <p:spPr>
          <a:xfrm rot="5400000">
            <a:off x="5071019" y="1406378"/>
            <a:ext cx="188999" cy="3707987"/>
          </a:xfrm>
          <a:solidFill>
            <a:schemeClr val="tx2"/>
          </a:solidFill>
        </p:spPr>
        <p:txBody>
          <a:bodyPr/>
          <a:lstStyle>
            <a:lvl1pPr marL="0" indent="0">
              <a:buNone/>
              <a:defRPr>
                <a:noFill/>
              </a:defRPr>
            </a:lvl1pPr>
          </a:lstStyle>
          <a:p>
            <a:r>
              <a:rPr lang="en-US" dirty="0"/>
              <a:t> </a:t>
            </a:r>
          </a:p>
        </p:txBody>
      </p:sp>
      <p:sp>
        <p:nvSpPr>
          <p:cNvPr id="19" name="Title 1">
            <a:extLst>
              <a:ext uri="{FF2B5EF4-FFF2-40B4-BE49-F238E27FC236}">
                <a16:creationId xmlns:a16="http://schemas.microsoft.com/office/drawing/2014/main" id="{BC10662C-92DC-7D45-8183-C2CB3F837275}"/>
              </a:ext>
            </a:extLst>
          </p:cNvPr>
          <p:cNvSpPr>
            <a:spLocks noGrp="1"/>
          </p:cNvSpPr>
          <p:nvPr>
            <p:ph type="ctrTitle" hasCustomPrompt="1"/>
          </p:nvPr>
        </p:nvSpPr>
        <p:spPr>
          <a:xfrm>
            <a:off x="-8238" y="3410014"/>
            <a:ext cx="6301947" cy="1733486"/>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Tree>
    <p:extLst>
      <p:ext uri="{BB962C8B-B14F-4D97-AF65-F5344CB8AC3E}">
        <p14:creationId xmlns:p14="http://schemas.microsoft.com/office/powerpoint/2010/main" val="71083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1" y="1087042"/>
            <a:ext cx="7020131" cy="4056458"/>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rot="16200000">
            <a:off x="6542321" y="2409659"/>
            <a:ext cx="3145471" cy="2057895"/>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2" name="Picture Placeholder 11">
            <a:extLst>
              <a:ext uri="{FF2B5EF4-FFF2-40B4-BE49-F238E27FC236}">
                <a16:creationId xmlns:a16="http://schemas.microsoft.com/office/drawing/2014/main" id="{F5A24778-6C1F-CD4D-ACE9-167A24C330AF}"/>
              </a:ext>
            </a:extLst>
          </p:cNvPr>
          <p:cNvSpPr>
            <a:spLocks noGrp="1"/>
          </p:cNvSpPr>
          <p:nvPr>
            <p:ph type="pic" sz="quarter" idx="15"/>
          </p:nvPr>
        </p:nvSpPr>
        <p:spPr>
          <a:xfrm>
            <a:off x="3959225" y="900116"/>
            <a:ext cx="306090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E4D25BED-3B8D-2D4D-BD5F-3306860F4A80}"/>
              </a:ext>
            </a:extLst>
          </p:cNvPr>
          <p:cNvSpPr>
            <a:spLocks noGrp="1"/>
          </p:cNvSpPr>
          <p:nvPr>
            <p:ph type="pic" sz="quarter" idx="16" hasCustomPrompt="1"/>
          </p:nvPr>
        </p:nvSpPr>
        <p:spPr>
          <a:xfrm>
            <a:off x="7019926" y="897732"/>
            <a:ext cx="251999" cy="890588"/>
          </a:xfrm>
          <a:solidFill>
            <a:schemeClr val="tx2"/>
          </a:solidFill>
        </p:spPr>
        <p:txBody>
          <a:bodyPr/>
          <a:lstStyle>
            <a:lvl1pPr marL="0" indent="0">
              <a:buNone/>
              <a:defRPr>
                <a:noFill/>
              </a:defRPr>
            </a:lvl1pPr>
          </a:lstStyle>
          <a:p>
            <a:r>
              <a:rPr lang="en-US" dirty="0"/>
              <a:t> </a:t>
            </a:r>
          </a:p>
        </p:txBody>
      </p:sp>
      <p:pic>
        <p:nvPicPr>
          <p:cNvPr id="9" name="Picture 8">
            <a:extLst>
              <a:ext uri="{FF2B5EF4-FFF2-40B4-BE49-F238E27FC236}">
                <a16:creationId xmlns:a16="http://schemas.microsoft.com/office/drawing/2014/main" id="{D31FE6BB-5FAE-BD40-8929-611AB311E0AE}"/>
              </a:ext>
            </a:extLst>
          </p:cNvPr>
          <p:cNvPicPr>
            <a:picLocks noChangeAspect="1"/>
          </p:cNvPicPr>
          <p:nvPr userDrawn="1"/>
        </p:nvPicPr>
        <p:blipFill>
          <a:blip r:embed="rId2"/>
          <a:stretch>
            <a:fillRect/>
          </a:stretch>
        </p:blipFill>
        <p:spPr>
          <a:xfrm>
            <a:off x="263525" y="195263"/>
            <a:ext cx="1765300" cy="438150"/>
          </a:xfrm>
          <a:prstGeom prst="rect">
            <a:avLst/>
          </a:prstGeom>
        </p:spPr>
      </p:pic>
    </p:spTree>
    <p:extLst>
      <p:ext uri="{BB962C8B-B14F-4D97-AF65-F5344CB8AC3E}">
        <p14:creationId xmlns:p14="http://schemas.microsoft.com/office/powerpoint/2010/main" val="235099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ts">
    <p:bg>
      <p:bgPr>
        <a:solidFill>
          <a:srgbClr val="EAE4DE"/>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7" name="Picture Placeholder 10">
            <a:extLst>
              <a:ext uri="{FF2B5EF4-FFF2-40B4-BE49-F238E27FC236}">
                <a16:creationId xmlns:a16="http://schemas.microsoft.com/office/drawing/2014/main" id="{759807DF-2583-CC42-BE59-F199CD469A18}"/>
              </a:ext>
            </a:extLst>
          </p:cNvPr>
          <p:cNvSpPr>
            <a:spLocks noGrp="1"/>
          </p:cNvSpPr>
          <p:nvPr>
            <p:ph type="pic" sz="quarter" idx="14"/>
          </p:nvPr>
        </p:nvSpPr>
        <p:spPr>
          <a:xfrm>
            <a:off x="6084888" y="1087041"/>
            <a:ext cx="3059112" cy="3482578"/>
          </a:xfrm>
          <a:solidFill>
            <a:schemeClr val="bg1"/>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9" name="Title 1">
            <a:extLst>
              <a:ext uri="{FF2B5EF4-FFF2-40B4-BE49-F238E27FC236}">
                <a16:creationId xmlns:a16="http://schemas.microsoft.com/office/drawing/2014/main" id="{8EAD78BD-6CCF-D847-B247-1222024834D0}"/>
              </a:ext>
            </a:extLst>
          </p:cNvPr>
          <p:cNvSpPr>
            <a:spLocks noGrp="1"/>
          </p:cNvSpPr>
          <p:nvPr>
            <p:ph type="ctrTitle" hasCustomPrompt="1"/>
          </p:nvPr>
        </p:nvSpPr>
        <p:spPr>
          <a:xfrm>
            <a:off x="215929" y="900369"/>
            <a:ext cx="4013459" cy="966788"/>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10" name="Subtitle 2">
            <a:extLst>
              <a:ext uri="{FF2B5EF4-FFF2-40B4-BE49-F238E27FC236}">
                <a16:creationId xmlns:a16="http://schemas.microsoft.com/office/drawing/2014/main" id="{CF06C96D-EC6E-0442-AB6F-9B38CFD75C61}"/>
              </a:ext>
            </a:extLst>
          </p:cNvPr>
          <p:cNvSpPr>
            <a:spLocks noGrp="1"/>
          </p:cNvSpPr>
          <p:nvPr>
            <p:ph type="subTitle" idx="1" hasCustomPrompt="1"/>
          </p:nvPr>
        </p:nvSpPr>
        <p:spPr>
          <a:xfrm>
            <a:off x="1052763" y="2275285"/>
            <a:ext cx="5714752" cy="2351168"/>
          </a:xfrm>
          <a:solidFill>
            <a:srgbClr val="EAE4DE"/>
          </a:solidFill>
        </p:spPr>
        <p:txBody>
          <a:bodyPr lIns="251999" tIns="216000" rIns="251999" bIns="216000" numCol="2" spcCol="252000">
            <a:noAutofit/>
          </a:bodyPr>
          <a:lstStyle>
            <a:lvl1pPr marL="0" indent="0" algn="l">
              <a:lnSpc>
                <a:spcPct val="100000"/>
              </a:lnSpc>
              <a:buNone/>
              <a:defRPr sz="1013" b="0" i="0">
                <a:solidFill>
                  <a:schemeClr val="tx1"/>
                </a:solidFill>
                <a:latin typeface="Century Gothic" panose="020B050202020202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r>
              <a:rPr lang="en-GB" dirty="0" err="1"/>
              <a:t>Donec</a:t>
            </a:r>
            <a:r>
              <a:rPr lang="en-GB" dirty="0"/>
              <a:t> </a:t>
            </a:r>
            <a:r>
              <a:rPr lang="en-GB" dirty="0" err="1"/>
              <a:t>mollis</a:t>
            </a:r>
            <a:r>
              <a:rPr lang="en-GB" dirty="0"/>
              <a:t> ligula </a:t>
            </a:r>
            <a:r>
              <a:rPr lang="en-GB" dirty="0" err="1"/>
              <a:t>sed</a:t>
            </a:r>
            <a:r>
              <a:rPr lang="en-GB" dirty="0"/>
              <a:t> </a:t>
            </a:r>
            <a:r>
              <a:rPr lang="en-GB" dirty="0" err="1"/>
              <a:t>leo</a:t>
            </a:r>
            <a:r>
              <a:rPr lang="en-GB" dirty="0"/>
              <a:t> </a:t>
            </a:r>
            <a:r>
              <a:rPr lang="en-GB" dirty="0" err="1"/>
              <a:t>congue</a:t>
            </a:r>
            <a:r>
              <a:rPr lang="en-GB" dirty="0"/>
              <a:t> </a:t>
            </a:r>
            <a:r>
              <a:rPr lang="en-GB" dirty="0" err="1"/>
              <a:t>faucibus</a:t>
            </a:r>
            <a:r>
              <a:rPr lang="en-GB" dirty="0"/>
              <a:t>. </a:t>
            </a:r>
            <a:r>
              <a:rPr lang="en-GB" dirty="0" err="1"/>
              <a:t>Mauris</a:t>
            </a:r>
            <a:r>
              <a:rPr lang="en-GB" dirty="0"/>
              <a:t> convallis lorem </a:t>
            </a:r>
            <a:r>
              <a:rPr lang="en-GB" dirty="0" err="1"/>
              <a:t>vel</a:t>
            </a:r>
            <a:r>
              <a:rPr lang="en-GB" dirty="0"/>
              <a:t> </a:t>
            </a:r>
            <a:r>
              <a:rPr lang="en-GB" dirty="0" err="1"/>
              <a:t>malesuada</a:t>
            </a:r>
            <a:r>
              <a:rPr lang="en-GB" dirty="0"/>
              <a:t> vestibulum. </a:t>
            </a:r>
          </a:p>
          <a:p>
            <a:r>
              <a:rPr lang="en-GB" dirty="0" err="1"/>
              <a:t>Donec</a:t>
            </a:r>
            <a:r>
              <a:rPr lang="en-GB" dirty="0"/>
              <a:t> </a:t>
            </a:r>
            <a:r>
              <a:rPr lang="en-GB" dirty="0" err="1"/>
              <a:t>mollis</a:t>
            </a:r>
            <a:r>
              <a:rPr lang="en-GB" dirty="0"/>
              <a:t> ligula </a:t>
            </a:r>
            <a:r>
              <a:rPr lang="en-GB" dirty="0" err="1"/>
              <a:t>sed</a:t>
            </a:r>
            <a:r>
              <a:rPr lang="en-GB" dirty="0"/>
              <a:t> </a:t>
            </a:r>
            <a:r>
              <a:rPr lang="en-GB" dirty="0" err="1"/>
              <a:t>leo</a:t>
            </a:r>
            <a:r>
              <a:rPr lang="en-GB" dirty="0"/>
              <a:t> </a:t>
            </a:r>
            <a:r>
              <a:rPr lang="en-GB" dirty="0" err="1"/>
              <a:t>congue</a:t>
            </a:r>
            <a:r>
              <a:rPr lang="en-GB" dirty="0"/>
              <a:t> </a:t>
            </a:r>
            <a:r>
              <a:rPr lang="en-GB" dirty="0" err="1"/>
              <a:t>faucibus</a:t>
            </a:r>
            <a:r>
              <a:rPr lang="en-GB" dirty="0"/>
              <a:t>. </a:t>
            </a:r>
            <a:endParaRPr lang="en-US" dirty="0"/>
          </a:p>
        </p:txBody>
      </p:sp>
      <p:sp>
        <p:nvSpPr>
          <p:cNvPr id="11" name="Text Placeholder 12">
            <a:extLst>
              <a:ext uri="{FF2B5EF4-FFF2-40B4-BE49-F238E27FC236}">
                <a16:creationId xmlns:a16="http://schemas.microsoft.com/office/drawing/2014/main" id="{1E436319-B7A9-D141-A3E6-879EECBDC26A}"/>
              </a:ext>
            </a:extLst>
          </p:cNvPr>
          <p:cNvSpPr>
            <a:spLocks noGrp="1"/>
          </p:cNvSpPr>
          <p:nvPr>
            <p:ph type="body" sz="quarter" idx="15" hasCustomPrompt="1"/>
          </p:nvPr>
        </p:nvSpPr>
        <p:spPr>
          <a:xfrm>
            <a:off x="1171553" y="1369930"/>
            <a:ext cx="4660923"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ipsum</a:t>
            </a:r>
          </a:p>
        </p:txBody>
      </p:sp>
      <p:sp>
        <p:nvSpPr>
          <p:cNvPr id="12" name="Text Placeholder 6">
            <a:extLst>
              <a:ext uri="{FF2B5EF4-FFF2-40B4-BE49-F238E27FC236}">
                <a16:creationId xmlns:a16="http://schemas.microsoft.com/office/drawing/2014/main" id="{9017FA6E-78B2-CD49-98C6-A1B26AA2B7CB}"/>
              </a:ext>
            </a:extLst>
          </p:cNvPr>
          <p:cNvSpPr>
            <a:spLocks noGrp="1"/>
          </p:cNvSpPr>
          <p:nvPr>
            <p:ph type="body" sz="quarter" idx="16" hasCustomPrompt="1"/>
          </p:nvPr>
        </p:nvSpPr>
        <p:spPr>
          <a:xfrm>
            <a:off x="3969001" y="2976563"/>
            <a:ext cx="3060647" cy="1116806"/>
          </a:xfrm>
          <a:noFill/>
        </p:spPr>
        <p:txBody>
          <a:bodyPr lIns="251999" tIns="216000">
            <a:noAutofit/>
          </a:bodyPr>
          <a:lstStyle>
            <a:lvl1pPr marL="0" indent="0">
              <a:buNone/>
              <a:defRPr sz="1350">
                <a:latin typeface="Palatino" pitchFamily="2" charset="77"/>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endParaRPr lang="en-US" dirty="0"/>
          </a:p>
        </p:txBody>
      </p:sp>
    </p:spTree>
    <p:extLst>
      <p:ext uri="{BB962C8B-B14F-4D97-AF65-F5344CB8AC3E}">
        <p14:creationId xmlns:p14="http://schemas.microsoft.com/office/powerpoint/2010/main" val="2006248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s">
    <p:bg>
      <p:bgPr>
        <a:solidFill>
          <a:schemeClr val="tx1"/>
        </a:solidFill>
        <a:effectLst/>
      </p:bgPr>
    </p:bg>
    <p:spTree>
      <p:nvGrpSpPr>
        <p:cNvPr id="1" name=""/>
        <p:cNvGrpSpPr/>
        <p:nvPr/>
      </p:nvGrpSpPr>
      <p:grpSpPr>
        <a:xfrm>
          <a:off x="0" y="0"/>
          <a:ext cx="0" cy="0"/>
          <a:chOff x="0" y="0"/>
          <a:chExt cx="0" cy="0"/>
        </a:xfrm>
      </p:grpSpPr>
      <p:sp>
        <p:nvSpPr>
          <p:cNvPr id="17" name="Picture Placeholder 11">
            <a:extLst>
              <a:ext uri="{FF2B5EF4-FFF2-40B4-BE49-F238E27FC236}">
                <a16:creationId xmlns:a16="http://schemas.microsoft.com/office/drawing/2014/main" id="{8D6BAAF9-1D96-334C-96A0-628B6EB33363}"/>
              </a:ext>
            </a:extLst>
          </p:cNvPr>
          <p:cNvSpPr>
            <a:spLocks noGrp="1"/>
          </p:cNvSpPr>
          <p:nvPr>
            <p:ph type="pic" sz="quarter" idx="17"/>
          </p:nvPr>
        </p:nvSpPr>
        <p:spPr>
          <a:xfrm>
            <a:off x="1" y="1"/>
            <a:ext cx="961539" cy="5143499"/>
          </a:xfrm>
          <a:solidFill>
            <a:schemeClr val="bg1"/>
          </a:solidFill>
        </p:spPr>
        <p:txBody>
          <a:bodyPr/>
          <a:lstStyle>
            <a:lvl1pPr marL="0" indent="0">
              <a:buNone/>
              <a:defRPr>
                <a:noFill/>
              </a:defRPr>
            </a:lvl1pPr>
          </a:lstStyle>
          <a:p>
            <a:r>
              <a:rPr lang="en-GB" dirty="0"/>
              <a:t>Click icon to add picture</a:t>
            </a:r>
            <a:endParaRPr lang="en-US" dirty="0"/>
          </a:p>
        </p:txBody>
      </p:sp>
      <p:pic>
        <p:nvPicPr>
          <p:cNvPr id="9" name="Picture 8">
            <a:extLst>
              <a:ext uri="{FF2B5EF4-FFF2-40B4-BE49-F238E27FC236}">
                <a16:creationId xmlns:a16="http://schemas.microsoft.com/office/drawing/2014/main" id="{B5AB6EF1-E543-E045-9C11-1379836A2C04}"/>
              </a:ext>
            </a:extLst>
          </p:cNvPr>
          <p:cNvPicPr>
            <a:picLocks noChangeAspect="1"/>
          </p:cNvPicPr>
          <p:nvPr userDrawn="1"/>
        </p:nvPicPr>
        <p:blipFill>
          <a:blip r:embed="rId2"/>
          <a:stretch>
            <a:fillRect/>
          </a:stretch>
        </p:blipFill>
        <p:spPr>
          <a:xfrm>
            <a:off x="7127875" y="195263"/>
            <a:ext cx="1800000" cy="440218"/>
          </a:xfrm>
          <a:prstGeom prst="rect">
            <a:avLst/>
          </a:prstGeom>
        </p:spPr>
      </p:pic>
      <p:sp>
        <p:nvSpPr>
          <p:cNvPr id="10" name="Title 1">
            <a:extLst>
              <a:ext uri="{FF2B5EF4-FFF2-40B4-BE49-F238E27FC236}">
                <a16:creationId xmlns:a16="http://schemas.microsoft.com/office/drawing/2014/main" id="{68BC7C7D-7982-FC47-9A51-3AA1D825C280}"/>
              </a:ext>
            </a:extLst>
          </p:cNvPr>
          <p:cNvSpPr>
            <a:spLocks noGrp="1"/>
          </p:cNvSpPr>
          <p:nvPr>
            <p:ph type="ctrTitle" hasCustomPrompt="1"/>
          </p:nvPr>
        </p:nvSpPr>
        <p:spPr>
          <a:xfrm rot="16200000">
            <a:off x="-1267292" y="2914667"/>
            <a:ext cx="3658775" cy="798887"/>
          </a:xfrm>
          <a:prstGeom prst="rect">
            <a:avLst/>
          </a:prstGeom>
          <a:solidFill>
            <a:schemeClr val="bg1"/>
          </a:solid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1" name="Subtitle 2">
            <a:extLst>
              <a:ext uri="{FF2B5EF4-FFF2-40B4-BE49-F238E27FC236}">
                <a16:creationId xmlns:a16="http://schemas.microsoft.com/office/drawing/2014/main" id="{EEFD0983-C630-F846-B329-00674D8C81C0}"/>
              </a:ext>
            </a:extLst>
          </p:cNvPr>
          <p:cNvSpPr>
            <a:spLocks noGrp="1"/>
          </p:cNvSpPr>
          <p:nvPr>
            <p:ph type="subTitle" idx="1" hasCustomPrompt="1"/>
          </p:nvPr>
        </p:nvSpPr>
        <p:spPr>
          <a:xfrm rot="16200000">
            <a:off x="-893437" y="1663736"/>
            <a:ext cx="4217193" cy="889723"/>
          </a:xfrm>
          <a:solidFill>
            <a:schemeClr val="bg1"/>
          </a:solidFill>
        </p:spPr>
        <p:txBody>
          <a:bodyPr lIns="251999" tIns="251999" rIns="251999" bIns="36000">
            <a:noAutofit/>
          </a:bodyPr>
          <a:lstStyle>
            <a:lvl1pPr marL="0" indent="0" algn="l">
              <a:lnSpc>
                <a:spcPct val="80000"/>
              </a:lnSpc>
              <a:buNone/>
              <a:defRPr sz="3038"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dolor</a:t>
            </a:r>
            <a:r>
              <a:rPr lang="en-GB" dirty="0"/>
              <a:t> sit </a:t>
            </a:r>
            <a:r>
              <a:rPr lang="en-GB" dirty="0" err="1"/>
              <a:t>amet</a:t>
            </a:r>
            <a:endParaRPr lang="en-GB" dirty="0"/>
          </a:p>
        </p:txBody>
      </p:sp>
      <p:sp>
        <p:nvSpPr>
          <p:cNvPr id="12" name="Text Placeholder 4">
            <a:extLst>
              <a:ext uri="{FF2B5EF4-FFF2-40B4-BE49-F238E27FC236}">
                <a16:creationId xmlns:a16="http://schemas.microsoft.com/office/drawing/2014/main" id="{62FC7788-FA66-204A-B8E0-76C12753016E}"/>
              </a:ext>
            </a:extLst>
          </p:cNvPr>
          <p:cNvSpPr>
            <a:spLocks noGrp="1"/>
          </p:cNvSpPr>
          <p:nvPr>
            <p:ph type="body" sz="quarter" idx="16" hasCustomPrompt="1"/>
          </p:nvPr>
        </p:nvSpPr>
        <p:spPr>
          <a:xfrm>
            <a:off x="3333007" y="1788319"/>
            <a:ext cx="2326287" cy="1993106"/>
          </a:xfrm>
        </p:spPr>
        <p:txBody>
          <a:bodyPr lIns="72000">
            <a:noAutofit/>
          </a:bodyPr>
          <a:lstStyle>
            <a:lvl1pPr marL="0" indent="0">
              <a:buNone/>
              <a:tabLst/>
              <a:defRPr sz="1013">
                <a:solidFill>
                  <a:schemeClr val="bg1"/>
                </a:solidFill>
              </a:defRPr>
            </a:lvl1pPr>
          </a:lstStyle>
          <a:p>
            <a:pPr lvl="0"/>
            <a:r>
              <a:rPr lang="en-US" dirty="0"/>
              <a:t>Acknowledgement </a:t>
            </a:r>
            <a:br>
              <a:rPr lang="en-US" dirty="0"/>
            </a:br>
            <a:r>
              <a:rPr lang="en-US" dirty="0"/>
              <a:t>of country</a:t>
            </a:r>
          </a:p>
          <a:p>
            <a:pPr lvl="0"/>
            <a:r>
              <a:rPr lang="en-US" dirty="0"/>
              <a:t>Seek Wisdom</a:t>
            </a:r>
          </a:p>
          <a:p>
            <a:pPr lvl="0"/>
            <a:r>
              <a:rPr lang="en-US" dirty="0"/>
              <a:t>UWA’s location</a:t>
            </a:r>
          </a:p>
          <a:p>
            <a:pPr lvl="0"/>
            <a:r>
              <a:rPr lang="en-US" dirty="0"/>
              <a:t>A meeting of minds</a:t>
            </a:r>
          </a:p>
          <a:p>
            <a:pPr lvl="0"/>
            <a:r>
              <a:rPr lang="en-US" dirty="0"/>
              <a:t>A network of wisdom</a:t>
            </a:r>
          </a:p>
        </p:txBody>
      </p:sp>
      <p:sp>
        <p:nvSpPr>
          <p:cNvPr id="13" name="Text Placeholder 4">
            <a:extLst>
              <a:ext uri="{FF2B5EF4-FFF2-40B4-BE49-F238E27FC236}">
                <a16:creationId xmlns:a16="http://schemas.microsoft.com/office/drawing/2014/main" id="{A47EF0A3-9290-4847-869C-1C8725B937D9}"/>
              </a:ext>
            </a:extLst>
          </p:cNvPr>
          <p:cNvSpPr>
            <a:spLocks noGrp="1"/>
          </p:cNvSpPr>
          <p:nvPr>
            <p:ph type="body" sz="quarter" idx="20" hasCustomPrompt="1"/>
          </p:nvPr>
        </p:nvSpPr>
        <p:spPr>
          <a:xfrm>
            <a:off x="2822906" y="1788319"/>
            <a:ext cx="490839" cy="1993106"/>
          </a:xfrm>
        </p:spPr>
        <p:txBody>
          <a:bodyPr rIns="0">
            <a:noAutofit/>
          </a:bodyPr>
          <a:lstStyle>
            <a:lvl1pPr marL="0" indent="0">
              <a:buNone/>
              <a:tabLst/>
              <a:defRPr sz="1013" b="1">
                <a:solidFill>
                  <a:schemeClr val="bg1"/>
                </a:solidFill>
              </a:defRPr>
            </a:lvl1pPr>
          </a:lstStyle>
          <a:p>
            <a:pPr lvl="0"/>
            <a:r>
              <a:rPr lang="en-US" dirty="0"/>
              <a:t>3</a:t>
            </a:r>
            <a:br>
              <a:rPr lang="en-US" dirty="0"/>
            </a:br>
            <a:endParaRPr lang="en-US" dirty="0"/>
          </a:p>
          <a:p>
            <a:pPr lvl="0"/>
            <a:r>
              <a:rPr lang="en-US" dirty="0"/>
              <a:t>4</a:t>
            </a:r>
          </a:p>
          <a:p>
            <a:pPr lvl="0"/>
            <a:r>
              <a:rPr lang="en-US" dirty="0"/>
              <a:t>6</a:t>
            </a:r>
          </a:p>
          <a:p>
            <a:pPr lvl="0"/>
            <a:r>
              <a:rPr lang="en-US" dirty="0"/>
              <a:t>7</a:t>
            </a:r>
          </a:p>
          <a:p>
            <a:pPr lvl="0"/>
            <a:r>
              <a:rPr lang="en-US" dirty="0"/>
              <a:t>8</a:t>
            </a:r>
          </a:p>
        </p:txBody>
      </p:sp>
      <p:sp>
        <p:nvSpPr>
          <p:cNvPr id="14" name="Text Placeholder 4">
            <a:extLst>
              <a:ext uri="{FF2B5EF4-FFF2-40B4-BE49-F238E27FC236}">
                <a16:creationId xmlns:a16="http://schemas.microsoft.com/office/drawing/2014/main" id="{BA0D757E-3DB4-9D4D-B664-A02C4F309656}"/>
              </a:ext>
            </a:extLst>
          </p:cNvPr>
          <p:cNvSpPr>
            <a:spLocks noGrp="1"/>
          </p:cNvSpPr>
          <p:nvPr>
            <p:ph type="body" sz="quarter" idx="21" hasCustomPrompt="1"/>
          </p:nvPr>
        </p:nvSpPr>
        <p:spPr>
          <a:xfrm>
            <a:off x="6101684" y="1788319"/>
            <a:ext cx="2614779" cy="1993106"/>
          </a:xfrm>
        </p:spPr>
        <p:txBody>
          <a:bodyPr lIns="72000">
            <a:noAutofit/>
          </a:bodyPr>
          <a:lstStyle>
            <a:lvl1pPr marL="0" indent="0">
              <a:buNone/>
              <a:tabLst/>
              <a:defRPr sz="1013">
                <a:solidFill>
                  <a:schemeClr val="bg1"/>
                </a:solidFill>
              </a:defRPr>
            </a:lvl1pPr>
          </a:lstStyle>
          <a:p>
            <a:pPr lvl="0"/>
            <a:r>
              <a:rPr lang="en-US" dirty="0"/>
              <a:t>Lorem ipsum dolor sit </a:t>
            </a:r>
            <a:r>
              <a:rPr lang="en-US" dirty="0" err="1"/>
              <a:t>amet</a:t>
            </a:r>
            <a:r>
              <a:rPr lang="en-US" dirty="0"/>
              <a:t>,</a:t>
            </a:r>
          </a:p>
          <a:p>
            <a:pPr lvl="0"/>
            <a:r>
              <a:rPr lang="en-US" dirty="0" err="1"/>
              <a:t>Consecteturdipiscingelit</a:t>
            </a:r>
            <a:r>
              <a:rPr lang="en-US" dirty="0"/>
              <a:t>. </a:t>
            </a:r>
            <a:r>
              <a:rPr lang="en-US" dirty="0" err="1"/>
              <a:t>Proin</a:t>
            </a:r>
            <a:r>
              <a:rPr lang="en-US" dirty="0"/>
              <a:t> </a:t>
            </a:r>
            <a:r>
              <a:rPr lang="en-US" dirty="0" err="1"/>
              <a:t>justo</a:t>
            </a:r>
            <a:r>
              <a:rPr lang="en-US" dirty="0"/>
              <a:t> nisi,</a:t>
            </a:r>
          </a:p>
          <a:p>
            <a:pPr lvl="0"/>
            <a:r>
              <a:rPr lang="en-US" dirty="0" err="1"/>
              <a:t>eleifend</a:t>
            </a:r>
            <a:r>
              <a:rPr lang="en-US" dirty="0"/>
              <a:t> pharetra </a:t>
            </a:r>
            <a:r>
              <a:rPr lang="en-US" dirty="0" err="1"/>
              <a:t>porttitor</a:t>
            </a:r>
            <a:r>
              <a:rPr lang="en-US" dirty="0"/>
              <a:t>.</a:t>
            </a:r>
          </a:p>
          <a:p>
            <a:pPr lvl="0"/>
            <a:r>
              <a:rPr lang="en-US" dirty="0" err="1"/>
              <a:t>Donec</a:t>
            </a:r>
            <a:r>
              <a:rPr lang="en-US" dirty="0"/>
              <a:t> </a:t>
            </a:r>
            <a:r>
              <a:rPr lang="en-US" dirty="0" err="1"/>
              <a:t>sodales</a:t>
            </a:r>
            <a:r>
              <a:rPr lang="en-US" dirty="0"/>
              <a:t> </a:t>
            </a:r>
            <a:r>
              <a:rPr lang="en-US" dirty="0" err="1"/>
              <a:t>blandi</a:t>
            </a:r>
            <a:r>
              <a:rPr lang="en-US" dirty="0"/>
              <a:t>. </a:t>
            </a:r>
          </a:p>
        </p:txBody>
      </p:sp>
      <p:sp>
        <p:nvSpPr>
          <p:cNvPr id="15" name="Text Placeholder 4">
            <a:extLst>
              <a:ext uri="{FF2B5EF4-FFF2-40B4-BE49-F238E27FC236}">
                <a16:creationId xmlns:a16="http://schemas.microsoft.com/office/drawing/2014/main" id="{6F40D695-BEA8-3C49-9105-2461C941B99B}"/>
              </a:ext>
            </a:extLst>
          </p:cNvPr>
          <p:cNvSpPr>
            <a:spLocks noGrp="1"/>
          </p:cNvSpPr>
          <p:nvPr>
            <p:ph type="body" sz="quarter" idx="22" hasCustomPrompt="1"/>
          </p:nvPr>
        </p:nvSpPr>
        <p:spPr>
          <a:xfrm>
            <a:off x="5583579" y="1788319"/>
            <a:ext cx="514071" cy="1993106"/>
          </a:xfrm>
        </p:spPr>
        <p:txBody>
          <a:bodyPr rIns="0">
            <a:noAutofit/>
          </a:bodyPr>
          <a:lstStyle>
            <a:lvl1pPr marL="0" indent="0">
              <a:buNone/>
              <a:tabLst/>
              <a:defRPr sz="1013" b="1">
                <a:solidFill>
                  <a:schemeClr val="bg1"/>
                </a:solidFill>
              </a:defRPr>
            </a:lvl1pPr>
          </a:lstStyle>
          <a:p>
            <a:pPr lvl="0"/>
            <a:r>
              <a:rPr lang="en-US" dirty="0"/>
              <a:t>9</a:t>
            </a:r>
            <a:br>
              <a:rPr lang="en-US" dirty="0"/>
            </a:br>
            <a:endParaRPr lang="en-US" dirty="0"/>
          </a:p>
          <a:p>
            <a:pPr lvl="0"/>
            <a:r>
              <a:rPr lang="en-US" dirty="0"/>
              <a:t>11</a:t>
            </a:r>
            <a:br>
              <a:rPr lang="en-US" dirty="0"/>
            </a:br>
            <a:endParaRPr lang="en-US" dirty="0"/>
          </a:p>
          <a:p>
            <a:pPr lvl="0"/>
            <a:r>
              <a:rPr lang="en-US" dirty="0"/>
              <a:t>17</a:t>
            </a:r>
          </a:p>
          <a:p>
            <a:pPr lvl="0"/>
            <a:r>
              <a:rPr lang="en-US" dirty="0"/>
              <a:t>19</a:t>
            </a:r>
          </a:p>
        </p:txBody>
      </p:sp>
      <p:sp>
        <p:nvSpPr>
          <p:cNvPr id="16" name="Text Placeholder 7">
            <a:extLst>
              <a:ext uri="{FF2B5EF4-FFF2-40B4-BE49-F238E27FC236}">
                <a16:creationId xmlns:a16="http://schemas.microsoft.com/office/drawing/2014/main" id="{66DEA9C3-4535-D047-B089-102DAD7C92DC}"/>
              </a:ext>
            </a:extLst>
          </p:cNvPr>
          <p:cNvSpPr>
            <a:spLocks noGrp="1"/>
          </p:cNvSpPr>
          <p:nvPr>
            <p:ph type="body" sz="quarter" idx="23" hasCustomPrompt="1"/>
          </p:nvPr>
        </p:nvSpPr>
        <p:spPr>
          <a:xfrm>
            <a:off x="2088495" y="904801"/>
            <a:ext cx="4967011" cy="1074065"/>
          </a:xfrm>
        </p:spPr>
        <p:txBody>
          <a:bodyPr tIns="180000" bIns="180000">
            <a:noAutofit/>
          </a:bodyPr>
          <a:lstStyle>
            <a:lvl1pPr marL="0" indent="0">
              <a:buNone/>
              <a:defRPr sz="3038" b="1">
                <a:solidFill>
                  <a:schemeClr val="bg1"/>
                </a:solidFill>
              </a:defRPr>
            </a:lvl1pPr>
          </a:lstStyle>
          <a:p>
            <a:pPr lvl="0"/>
            <a:r>
              <a:rPr lang="en-US" dirty="0"/>
              <a:t>Lorem ipsum</a:t>
            </a:r>
          </a:p>
        </p:txBody>
      </p:sp>
    </p:spTree>
    <p:extLst>
      <p:ext uri="{BB962C8B-B14F-4D97-AF65-F5344CB8AC3E}">
        <p14:creationId xmlns:p14="http://schemas.microsoft.com/office/powerpoint/2010/main" val="536580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6F2C17B-3BE4-9749-B0C0-A66AF55F5F1B}"/>
              </a:ext>
            </a:extLst>
          </p:cNvPr>
          <p:cNvSpPr>
            <a:spLocks noGrp="1"/>
          </p:cNvSpPr>
          <p:nvPr>
            <p:ph type="body" sz="quarter" idx="16" hasCustomPrompt="1"/>
          </p:nvPr>
        </p:nvSpPr>
        <p:spPr>
          <a:xfrm>
            <a:off x="1727995" y="2090617"/>
            <a:ext cx="5976144" cy="1993106"/>
          </a:xfrm>
        </p:spPr>
        <p:txBody>
          <a:bodyPr lIns="72000">
            <a:normAutofit/>
          </a:bodyPr>
          <a:lstStyle>
            <a:lvl1pPr marL="0" indent="0">
              <a:buNone/>
              <a:tabLst/>
              <a:defRPr sz="1350">
                <a:solidFill>
                  <a:schemeClr val="tx1"/>
                </a:solidFill>
              </a:defRPr>
            </a:lvl1pPr>
          </a:lstStyle>
          <a:p>
            <a:pPr lvl="0"/>
            <a:r>
              <a:rPr lang="en-US" dirty="0"/>
              <a:t>Acknowledgement </a:t>
            </a:r>
            <a:br>
              <a:rPr lang="en-US" dirty="0"/>
            </a:br>
            <a:r>
              <a:rPr lang="en-US" dirty="0"/>
              <a:t>of country</a:t>
            </a:r>
          </a:p>
          <a:p>
            <a:pPr lvl="0"/>
            <a:r>
              <a:rPr lang="en-US" dirty="0"/>
              <a:t>Seek Wisdom</a:t>
            </a:r>
          </a:p>
          <a:p>
            <a:pPr lvl="0"/>
            <a:r>
              <a:rPr lang="en-US" dirty="0"/>
              <a:t>UWA’s location</a:t>
            </a:r>
          </a:p>
          <a:p>
            <a:pPr lvl="0"/>
            <a:r>
              <a:rPr lang="en-US" dirty="0"/>
              <a:t>A meeting of minds</a:t>
            </a:r>
          </a:p>
          <a:p>
            <a:pPr lvl="0"/>
            <a:r>
              <a:rPr lang="en-US" dirty="0"/>
              <a:t>A network of wisdom</a:t>
            </a:r>
          </a:p>
        </p:txBody>
      </p:sp>
      <p:sp>
        <p:nvSpPr>
          <p:cNvPr id="20" name="Text Placeholder 4">
            <a:extLst>
              <a:ext uri="{FF2B5EF4-FFF2-40B4-BE49-F238E27FC236}">
                <a16:creationId xmlns:a16="http://schemas.microsoft.com/office/drawing/2014/main" id="{3CD0559D-6E67-1A44-8513-2C26307CDFD2}"/>
              </a:ext>
            </a:extLst>
          </p:cNvPr>
          <p:cNvSpPr>
            <a:spLocks noGrp="1"/>
          </p:cNvSpPr>
          <p:nvPr>
            <p:ph type="body" sz="quarter" idx="20" hasCustomPrompt="1"/>
          </p:nvPr>
        </p:nvSpPr>
        <p:spPr>
          <a:xfrm>
            <a:off x="1187451" y="2090617"/>
            <a:ext cx="540544" cy="1993106"/>
          </a:xfrm>
        </p:spPr>
        <p:txBody>
          <a:bodyPr rIns="0">
            <a:normAutofit/>
          </a:bodyPr>
          <a:lstStyle>
            <a:lvl1pPr marL="0" indent="0">
              <a:buNone/>
              <a:tabLst/>
              <a:defRPr sz="1350" b="1">
                <a:solidFill>
                  <a:schemeClr val="tx1"/>
                </a:solidFill>
              </a:defRPr>
            </a:lvl1pPr>
          </a:lstStyle>
          <a:p>
            <a:pPr lvl="0"/>
            <a:r>
              <a:rPr lang="en-US" dirty="0"/>
              <a:t>3</a:t>
            </a:r>
            <a:br>
              <a:rPr lang="en-US" dirty="0"/>
            </a:br>
            <a:endParaRPr lang="en-US" dirty="0"/>
          </a:p>
          <a:p>
            <a:pPr lvl="0"/>
            <a:r>
              <a:rPr lang="en-US" dirty="0"/>
              <a:t>4</a:t>
            </a:r>
          </a:p>
          <a:p>
            <a:pPr lvl="0"/>
            <a:r>
              <a:rPr lang="en-US" dirty="0"/>
              <a:t>6</a:t>
            </a:r>
          </a:p>
          <a:p>
            <a:pPr lvl="0"/>
            <a:r>
              <a:rPr lang="en-US" dirty="0"/>
              <a:t>7</a:t>
            </a:r>
          </a:p>
          <a:p>
            <a:pPr lvl="0"/>
            <a:r>
              <a:rPr lang="en-US" dirty="0"/>
              <a:t>8</a:t>
            </a:r>
          </a:p>
        </p:txBody>
      </p:sp>
      <p:sp>
        <p:nvSpPr>
          <p:cNvPr id="8" name="Text Placeholder 7">
            <a:extLst>
              <a:ext uri="{FF2B5EF4-FFF2-40B4-BE49-F238E27FC236}">
                <a16:creationId xmlns:a16="http://schemas.microsoft.com/office/drawing/2014/main" id="{3C0F6D6D-8E12-1D46-A4AF-26F22F54F0A1}"/>
              </a:ext>
            </a:extLst>
          </p:cNvPr>
          <p:cNvSpPr>
            <a:spLocks noGrp="1"/>
          </p:cNvSpPr>
          <p:nvPr>
            <p:ph type="body" sz="quarter" idx="23" hasCustomPrompt="1"/>
          </p:nvPr>
        </p:nvSpPr>
        <p:spPr>
          <a:xfrm>
            <a:off x="250826" y="1389340"/>
            <a:ext cx="5191221" cy="1074065"/>
          </a:xfrm>
        </p:spPr>
        <p:txBody>
          <a:bodyPr tIns="180000" bIns="180000">
            <a:noAutofit/>
          </a:bodyPr>
          <a:lstStyle>
            <a:lvl1pPr marL="0" indent="0">
              <a:buNone/>
              <a:defRPr sz="3000" b="1">
                <a:solidFill>
                  <a:schemeClr val="tx1"/>
                </a:solidFill>
              </a:defRPr>
            </a:lvl1pPr>
          </a:lstStyle>
          <a:p>
            <a:pPr lvl="0"/>
            <a:r>
              <a:rPr lang="en-US" dirty="0"/>
              <a:t>Lorem ipsum</a:t>
            </a:r>
          </a:p>
        </p:txBody>
      </p:sp>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4079476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8"/>
            <a:ext cx="8642351" cy="299816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72FE3512-5E25-D841-9AC1-BD44C3F96775}"/>
              </a:ext>
            </a:extLst>
          </p:cNvPr>
          <p:cNvSpPr>
            <a:spLocks noGrp="1"/>
          </p:cNvSpPr>
          <p:nvPr>
            <p:ph type="body" sz="quarter" idx="11" hasCustomPrompt="1"/>
          </p:nvPr>
        </p:nvSpPr>
        <p:spPr>
          <a:xfrm>
            <a:off x="241639" y="1098708"/>
            <a:ext cx="865153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2" name="Picture 11">
            <a:extLst>
              <a:ext uri="{FF2B5EF4-FFF2-40B4-BE49-F238E27FC236}">
                <a16:creationId xmlns:a16="http://schemas.microsoft.com/office/drawing/2014/main" id="{88C5BC8E-F3E8-914B-9677-6E014E1E4DF2}"/>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678458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3680" y="723971"/>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5"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49A95D3C-C3B2-9A43-A8A3-C5AAFF73A3DC}"/>
              </a:ext>
            </a:extLst>
          </p:cNvPr>
          <p:cNvSpPr>
            <a:spLocks noGrp="1"/>
          </p:cNvSpPr>
          <p:nvPr>
            <p:ph type="body" sz="quarter" idx="11" hasCustomPrompt="1"/>
          </p:nvPr>
        </p:nvSpPr>
        <p:spPr>
          <a:xfrm>
            <a:off x="241639" y="1098708"/>
            <a:ext cx="865153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3" name="Content Placeholder 13">
            <a:extLst>
              <a:ext uri="{FF2B5EF4-FFF2-40B4-BE49-F238E27FC236}">
                <a16:creationId xmlns:a16="http://schemas.microsoft.com/office/drawing/2014/main" id="{DC8EE663-A0AA-D14C-872A-1DA00B7B4135}"/>
              </a:ext>
            </a:extLst>
          </p:cNvPr>
          <p:cNvSpPr>
            <a:spLocks noGrp="1"/>
          </p:cNvSpPr>
          <p:nvPr>
            <p:ph sz="quarter" idx="21"/>
          </p:nvPr>
        </p:nvSpPr>
        <p:spPr>
          <a:xfrm>
            <a:off x="3314048"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Content Placeholder 13">
            <a:extLst>
              <a:ext uri="{FF2B5EF4-FFF2-40B4-BE49-F238E27FC236}">
                <a16:creationId xmlns:a16="http://schemas.microsoft.com/office/drawing/2014/main" id="{090540A7-29D4-DA44-9B81-5B491CF04A45}"/>
              </a:ext>
            </a:extLst>
          </p:cNvPr>
          <p:cNvSpPr>
            <a:spLocks noGrp="1"/>
          </p:cNvSpPr>
          <p:nvPr>
            <p:ph sz="quarter" idx="22"/>
          </p:nvPr>
        </p:nvSpPr>
        <p:spPr>
          <a:xfrm>
            <a:off x="6088244"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08C9277B-36A0-7144-BC5C-53AC8FBF9F7B}"/>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76031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13">
            <a:extLst>
              <a:ext uri="{FF2B5EF4-FFF2-40B4-BE49-F238E27FC236}">
                <a16:creationId xmlns:a16="http://schemas.microsoft.com/office/drawing/2014/main" id="{6EB0C9BE-AD11-984D-B7E7-AF48531AB46F}"/>
              </a:ext>
            </a:extLst>
          </p:cNvPr>
          <p:cNvSpPr>
            <a:spLocks noGrp="1"/>
          </p:cNvSpPr>
          <p:nvPr>
            <p:ph sz="quarter" idx="22"/>
          </p:nvPr>
        </p:nvSpPr>
        <p:spPr>
          <a:xfrm>
            <a:off x="4707189"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D3FDBCCF-B442-D846-9E24-A67444BBDC44}"/>
              </a:ext>
            </a:extLst>
          </p:cNvPr>
          <p:cNvSpPr>
            <a:spLocks noGrp="1"/>
          </p:cNvSpPr>
          <p:nvPr>
            <p:ph type="body" sz="quarter" idx="11" hasCustomPrompt="1"/>
          </p:nvPr>
        </p:nvSpPr>
        <p:spPr>
          <a:xfrm>
            <a:off x="241639"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2" name="Text Placeholder 4">
            <a:extLst>
              <a:ext uri="{FF2B5EF4-FFF2-40B4-BE49-F238E27FC236}">
                <a16:creationId xmlns:a16="http://schemas.microsoft.com/office/drawing/2014/main" id="{6866E072-1E53-B245-AFA2-E6A5E929C68B}"/>
              </a:ext>
            </a:extLst>
          </p:cNvPr>
          <p:cNvSpPr>
            <a:spLocks noGrp="1"/>
          </p:cNvSpPr>
          <p:nvPr>
            <p:ph type="body" sz="quarter" idx="23" hasCustomPrompt="1"/>
          </p:nvPr>
        </p:nvSpPr>
        <p:spPr>
          <a:xfrm>
            <a:off x="4707188"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5" name="Picture 14">
            <a:extLst>
              <a:ext uri="{FF2B5EF4-FFF2-40B4-BE49-F238E27FC236}">
                <a16:creationId xmlns:a16="http://schemas.microsoft.com/office/drawing/2014/main" id="{C6F1E97F-1464-4940-BB6E-E6409F7D35D0}"/>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405739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8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7" name="Title 1">
            <a:extLst>
              <a:ext uri="{FF2B5EF4-FFF2-40B4-BE49-F238E27FC236}">
                <a16:creationId xmlns:a16="http://schemas.microsoft.com/office/drawing/2014/main" id="{B4F7465E-0131-8A4A-A23A-18B52C4E19FE}"/>
              </a:ext>
            </a:extLst>
          </p:cNvPr>
          <p:cNvSpPr>
            <a:spLocks noGrp="1"/>
          </p:cNvSpPr>
          <p:nvPr>
            <p:ph type="ctrTitle" hasCustomPrompt="1"/>
          </p:nvPr>
        </p:nvSpPr>
        <p:spPr>
          <a:xfrm>
            <a:off x="216727" y="902220"/>
            <a:ext cx="8793679" cy="1060206"/>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8" name="Text Placeholder 12">
            <a:extLst>
              <a:ext uri="{FF2B5EF4-FFF2-40B4-BE49-F238E27FC236}">
                <a16:creationId xmlns:a16="http://schemas.microsoft.com/office/drawing/2014/main" id="{0A58B7BB-C32D-FB47-8F48-8B98E6694A51}"/>
              </a:ext>
            </a:extLst>
          </p:cNvPr>
          <p:cNvSpPr>
            <a:spLocks noGrp="1"/>
          </p:cNvSpPr>
          <p:nvPr>
            <p:ph type="body" sz="quarter" idx="15" hasCustomPrompt="1"/>
          </p:nvPr>
        </p:nvSpPr>
        <p:spPr>
          <a:xfrm>
            <a:off x="1179803" y="1382649"/>
            <a:ext cx="7830603" cy="575325"/>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
        <p:nvSpPr>
          <p:cNvPr id="13" name="Text Placeholder 3">
            <a:extLst>
              <a:ext uri="{FF2B5EF4-FFF2-40B4-BE49-F238E27FC236}">
                <a16:creationId xmlns:a16="http://schemas.microsoft.com/office/drawing/2014/main" id="{70A9FD74-813E-2548-8609-1F177C797973}"/>
              </a:ext>
            </a:extLst>
          </p:cNvPr>
          <p:cNvSpPr>
            <a:spLocks noGrp="1"/>
          </p:cNvSpPr>
          <p:nvPr>
            <p:ph type="body" sz="quarter" idx="16" hasCustomPrompt="1"/>
          </p:nvPr>
        </p:nvSpPr>
        <p:spPr>
          <a:xfrm>
            <a:off x="1187450" y="2275285"/>
            <a:ext cx="5931695" cy="1490078"/>
          </a:xfrm>
        </p:spPr>
        <p:txBody>
          <a:bodyPr numCol="1" spcCol="0">
            <a:noAutofit/>
          </a:bodyPr>
          <a:lstStyle>
            <a:lvl1pPr marL="0" indent="0">
              <a:lnSpc>
                <a:spcPct val="100000"/>
              </a:lnSpc>
              <a:buNone/>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 </a:t>
            </a:r>
          </a:p>
        </p:txBody>
      </p:sp>
      <p:sp>
        <p:nvSpPr>
          <p:cNvPr id="15" name="Slide Number Placeholder 5">
            <a:extLst>
              <a:ext uri="{FF2B5EF4-FFF2-40B4-BE49-F238E27FC236}">
                <a16:creationId xmlns:a16="http://schemas.microsoft.com/office/drawing/2014/main" id="{4564C524-2884-5B4A-ACCD-8CEFB327D2C7}"/>
              </a:ext>
            </a:extLst>
          </p:cNvPr>
          <p:cNvSpPr>
            <a:spLocks noGrp="1"/>
          </p:cNvSpPr>
          <p:nvPr>
            <p:ph type="sldNum" sz="quarter" idx="19"/>
          </p:nvPr>
        </p:nvSpPr>
        <p:spPr>
          <a:xfrm>
            <a:off x="6722269" y="4538664"/>
            <a:ext cx="2057400" cy="273844"/>
          </a:xfrm>
        </p:spPr>
        <p:txBody>
          <a:body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719880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9" name="Text Placeholder 3">
            <a:extLst>
              <a:ext uri="{FF2B5EF4-FFF2-40B4-BE49-F238E27FC236}">
                <a16:creationId xmlns:a16="http://schemas.microsoft.com/office/drawing/2014/main" id="{59D1206D-0182-394E-8980-6A695D390341}"/>
              </a:ext>
            </a:extLst>
          </p:cNvPr>
          <p:cNvSpPr>
            <a:spLocks noGrp="1"/>
          </p:cNvSpPr>
          <p:nvPr>
            <p:ph type="body" sz="quarter" idx="16" hasCustomPrompt="1"/>
          </p:nvPr>
        </p:nvSpPr>
        <p:spPr>
          <a:xfrm>
            <a:off x="1187450" y="2275285"/>
            <a:ext cx="5931695" cy="1490078"/>
          </a:xfrm>
        </p:spPr>
        <p:txBody>
          <a:bodyPr numCol="2" spcCol="252000">
            <a:noAutofit/>
          </a:bodyPr>
          <a:lstStyle>
            <a:lvl1pPr marL="0" indent="0">
              <a:lnSpc>
                <a:spcPct val="100000"/>
              </a:lnSpc>
              <a:buNone/>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 </a:t>
            </a:r>
          </a:p>
        </p:txBody>
      </p:sp>
      <p:sp>
        <p:nvSpPr>
          <p:cNvPr id="10" name="Slide Number Placeholder 5">
            <a:extLst>
              <a:ext uri="{FF2B5EF4-FFF2-40B4-BE49-F238E27FC236}">
                <a16:creationId xmlns:a16="http://schemas.microsoft.com/office/drawing/2014/main" id="{36AD6A27-7BBA-D04C-9799-0B063E24EF11}"/>
              </a:ext>
            </a:extLst>
          </p:cNvPr>
          <p:cNvSpPr>
            <a:spLocks noGrp="1"/>
          </p:cNvSpPr>
          <p:nvPr>
            <p:ph type="sldNum" sz="quarter" idx="19"/>
          </p:nvPr>
        </p:nvSpPr>
        <p:spPr>
          <a:xfrm>
            <a:off x="6722269" y="4538664"/>
            <a:ext cx="2057400" cy="273844"/>
          </a:xfrm>
        </p:spPr>
        <p:txBody>
          <a:bodyPr/>
          <a:lstStyle/>
          <a:p>
            <a:fld id="{B099420A-AB6D-9F48-90BA-0FEF9014BA36}" type="slidenum">
              <a:rPr lang="en-US" smtClean="0"/>
              <a:pPr/>
              <a:t>‹#›</a:t>
            </a:fld>
            <a:endParaRPr lang="en-US" dirty="0"/>
          </a:p>
        </p:txBody>
      </p:sp>
      <p:sp>
        <p:nvSpPr>
          <p:cNvPr id="11" name="Title 1">
            <a:extLst>
              <a:ext uri="{FF2B5EF4-FFF2-40B4-BE49-F238E27FC236}">
                <a16:creationId xmlns:a16="http://schemas.microsoft.com/office/drawing/2014/main" id="{306ACD0E-3EB4-0F40-8FCD-30FCCE53B5CD}"/>
              </a:ext>
            </a:extLst>
          </p:cNvPr>
          <p:cNvSpPr>
            <a:spLocks noGrp="1"/>
          </p:cNvSpPr>
          <p:nvPr>
            <p:ph type="ctrTitle" hasCustomPrompt="1"/>
          </p:nvPr>
        </p:nvSpPr>
        <p:spPr>
          <a:xfrm>
            <a:off x="216727" y="902220"/>
            <a:ext cx="8793679" cy="1060206"/>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14" name="Text Placeholder 12">
            <a:extLst>
              <a:ext uri="{FF2B5EF4-FFF2-40B4-BE49-F238E27FC236}">
                <a16:creationId xmlns:a16="http://schemas.microsoft.com/office/drawing/2014/main" id="{56FB93F0-765E-E640-A880-E615C6A6029C}"/>
              </a:ext>
            </a:extLst>
          </p:cNvPr>
          <p:cNvSpPr>
            <a:spLocks noGrp="1"/>
          </p:cNvSpPr>
          <p:nvPr>
            <p:ph type="body" sz="quarter" idx="15" hasCustomPrompt="1"/>
          </p:nvPr>
        </p:nvSpPr>
        <p:spPr>
          <a:xfrm>
            <a:off x="1179803" y="1382649"/>
            <a:ext cx="7830603" cy="575325"/>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Tree>
    <p:extLst>
      <p:ext uri="{BB962C8B-B14F-4D97-AF65-F5344CB8AC3E}">
        <p14:creationId xmlns:p14="http://schemas.microsoft.com/office/powerpoint/2010/main" val="38188532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3" name="Picture Placeholder 4">
            <a:extLst>
              <a:ext uri="{FF2B5EF4-FFF2-40B4-BE49-F238E27FC236}">
                <a16:creationId xmlns:a16="http://schemas.microsoft.com/office/drawing/2014/main" id="{1245413A-EBB9-304F-A533-4394C447D72B}"/>
              </a:ext>
            </a:extLst>
          </p:cNvPr>
          <p:cNvSpPr>
            <a:spLocks noGrp="1"/>
          </p:cNvSpPr>
          <p:nvPr>
            <p:ph type="pic" sz="quarter" idx="17"/>
          </p:nvPr>
        </p:nvSpPr>
        <p:spPr>
          <a:xfrm>
            <a:off x="2" y="0"/>
            <a:ext cx="4211639" cy="4381500"/>
          </a:xfrm>
          <a:solidFill>
            <a:schemeClr val="bg2"/>
          </a:solidFill>
        </p:spPr>
        <p:txBody>
          <a:bodyPr/>
          <a:lstStyle>
            <a:lvl1pPr marL="0" indent="0">
              <a:buNone/>
              <a:defRPr/>
            </a:lvl1pPr>
          </a:lstStyle>
          <a:p>
            <a:r>
              <a:rPr lang="en-GB"/>
              <a:t>Click icon to add picture</a:t>
            </a:r>
            <a:endParaRPr lang="en-US" dirty="0"/>
          </a:p>
        </p:txBody>
      </p:sp>
      <p:sp>
        <p:nvSpPr>
          <p:cNvPr id="24" name="Title 1">
            <a:extLst>
              <a:ext uri="{FF2B5EF4-FFF2-40B4-BE49-F238E27FC236}">
                <a16:creationId xmlns:a16="http://schemas.microsoft.com/office/drawing/2014/main" id="{74B92426-195F-DD4F-9C17-3A5C0627FD27}"/>
              </a:ext>
            </a:extLst>
          </p:cNvPr>
          <p:cNvSpPr>
            <a:spLocks noGrp="1"/>
          </p:cNvSpPr>
          <p:nvPr>
            <p:ph type="ctrTitle" hasCustomPrompt="1"/>
          </p:nvPr>
        </p:nvSpPr>
        <p:spPr>
          <a:xfrm>
            <a:off x="4895850" y="897522"/>
            <a:ext cx="3997327" cy="677893"/>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a:t>
            </a:r>
            <a:r>
              <a:rPr lang="en-GB" dirty="0" err="1"/>
              <a:t>ipsumsit</a:t>
            </a:r>
            <a:r>
              <a:rPr lang="en-GB" dirty="0"/>
              <a:t> </a:t>
            </a:r>
            <a:r>
              <a:rPr lang="en-GB" dirty="0" err="1"/>
              <a:t>amet</a:t>
            </a:r>
            <a:endParaRPr lang="en-US" dirty="0"/>
          </a:p>
        </p:txBody>
      </p:sp>
      <p:sp>
        <p:nvSpPr>
          <p:cNvPr id="25" name="Text Placeholder 3">
            <a:extLst>
              <a:ext uri="{FF2B5EF4-FFF2-40B4-BE49-F238E27FC236}">
                <a16:creationId xmlns:a16="http://schemas.microsoft.com/office/drawing/2014/main" id="{88091AD2-DAD1-0D4F-8D43-F0BD5B28F7BA}"/>
              </a:ext>
            </a:extLst>
          </p:cNvPr>
          <p:cNvSpPr>
            <a:spLocks noGrp="1"/>
          </p:cNvSpPr>
          <p:nvPr>
            <p:ph type="body" sz="quarter" idx="16" hasCustomPrompt="1"/>
          </p:nvPr>
        </p:nvSpPr>
        <p:spPr>
          <a:xfrm>
            <a:off x="4901788" y="2039587"/>
            <a:ext cx="4013459" cy="2602876"/>
          </a:xfrm>
        </p:spPr>
        <p:txBody>
          <a:bodyPr numCol="2"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a:t>
            </a:r>
          </a:p>
        </p:txBody>
      </p:sp>
      <p:sp>
        <p:nvSpPr>
          <p:cNvPr id="26" name="Picture Placeholder 11">
            <a:extLst>
              <a:ext uri="{FF2B5EF4-FFF2-40B4-BE49-F238E27FC236}">
                <a16:creationId xmlns:a16="http://schemas.microsoft.com/office/drawing/2014/main" id="{6A7D17C5-9072-B846-861B-3BCB0026330C}"/>
              </a:ext>
            </a:extLst>
          </p:cNvPr>
          <p:cNvSpPr>
            <a:spLocks noGrp="1"/>
          </p:cNvSpPr>
          <p:nvPr>
            <p:ph type="pic" sz="quarter" idx="23"/>
          </p:nvPr>
        </p:nvSpPr>
        <p:spPr>
          <a:xfrm>
            <a:off x="3059113" y="4381500"/>
            <a:ext cx="1408248" cy="191700"/>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27" name="Picture Placeholder 11">
            <a:extLst>
              <a:ext uri="{FF2B5EF4-FFF2-40B4-BE49-F238E27FC236}">
                <a16:creationId xmlns:a16="http://schemas.microsoft.com/office/drawing/2014/main" id="{8332DFB8-D0BE-D943-8EBF-182FFA113E8A}"/>
              </a:ext>
            </a:extLst>
          </p:cNvPr>
          <p:cNvSpPr>
            <a:spLocks noGrp="1"/>
          </p:cNvSpPr>
          <p:nvPr>
            <p:ph type="pic" sz="quarter" idx="24" hasCustomPrompt="1"/>
          </p:nvPr>
        </p:nvSpPr>
        <p:spPr>
          <a:xfrm>
            <a:off x="4211639" y="2275286"/>
            <a:ext cx="255723" cy="2297915"/>
          </a:xfrm>
          <a:solidFill>
            <a:schemeClr val="accent1"/>
          </a:solidFill>
        </p:spPr>
        <p:txBody>
          <a:bodyPr/>
          <a:lstStyle>
            <a:lvl1pPr marL="0" indent="0">
              <a:buNone/>
              <a:defRPr>
                <a:noFill/>
              </a:defRPr>
            </a:lvl1pPr>
          </a:lstStyle>
          <a:p>
            <a:r>
              <a:rPr lang="en-US" dirty="0"/>
              <a:t> </a:t>
            </a:r>
          </a:p>
        </p:txBody>
      </p:sp>
      <p:sp>
        <p:nvSpPr>
          <p:cNvPr id="28" name="Slide Number Placeholder 6">
            <a:extLst>
              <a:ext uri="{FF2B5EF4-FFF2-40B4-BE49-F238E27FC236}">
                <a16:creationId xmlns:a16="http://schemas.microsoft.com/office/drawing/2014/main" id="{266BB6F7-BA43-1845-90D8-915BCAF594A8}"/>
              </a:ext>
            </a:extLst>
          </p:cNvPr>
          <p:cNvSpPr>
            <a:spLocks noGrp="1"/>
          </p:cNvSpPr>
          <p:nvPr>
            <p:ph type="sldNum" sz="quarter" idx="27"/>
          </p:nvPr>
        </p:nvSpPr>
        <p:spPr>
          <a:xfrm>
            <a:off x="371475" y="4538664"/>
            <a:ext cx="2057400" cy="273844"/>
          </a:xfrm>
        </p:spPr>
        <p:txBody>
          <a:bodyPr lIns="0" rIns="0"/>
          <a:lstStyle>
            <a:lvl1pPr algn="l">
              <a:defRPr/>
            </a:lvl1p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1825710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4" name="Picture Placeholder 10">
            <a:extLst>
              <a:ext uri="{FF2B5EF4-FFF2-40B4-BE49-F238E27FC236}">
                <a16:creationId xmlns:a16="http://schemas.microsoft.com/office/drawing/2014/main" id="{7843FEFB-4C9F-B945-B06C-DA5308243C5D}"/>
              </a:ext>
            </a:extLst>
          </p:cNvPr>
          <p:cNvSpPr>
            <a:spLocks noGrp="1"/>
          </p:cNvSpPr>
          <p:nvPr>
            <p:ph type="pic" sz="quarter" idx="14"/>
          </p:nvPr>
        </p:nvSpPr>
        <p:spPr>
          <a:xfrm>
            <a:off x="0" y="2"/>
            <a:ext cx="3311525" cy="4381499"/>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Title 1">
            <a:extLst>
              <a:ext uri="{FF2B5EF4-FFF2-40B4-BE49-F238E27FC236}">
                <a16:creationId xmlns:a16="http://schemas.microsoft.com/office/drawing/2014/main" id="{757345E3-937A-AD49-8841-E404AFDCF1E3}"/>
              </a:ext>
            </a:extLst>
          </p:cNvPr>
          <p:cNvSpPr>
            <a:spLocks noGrp="1"/>
          </p:cNvSpPr>
          <p:nvPr>
            <p:ph type="ctrTitle" hasCustomPrompt="1"/>
          </p:nvPr>
        </p:nvSpPr>
        <p:spPr>
          <a:xfrm>
            <a:off x="5554133" y="1366215"/>
            <a:ext cx="4013459" cy="966789"/>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16" name="Text Placeholder 7">
            <a:extLst>
              <a:ext uri="{FF2B5EF4-FFF2-40B4-BE49-F238E27FC236}">
                <a16:creationId xmlns:a16="http://schemas.microsoft.com/office/drawing/2014/main" id="{76CD146B-63B1-6D42-A235-86B3C89329A8}"/>
              </a:ext>
            </a:extLst>
          </p:cNvPr>
          <p:cNvSpPr>
            <a:spLocks noGrp="1"/>
          </p:cNvSpPr>
          <p:nvPr>
            <p:ph type="body" sz="quarter" idx="13" hasCustomPrompt="1"/>
          </p:nvPr>
        </p:nvSpPr>
        <p:spPr>
          <a:xfrm>
            <a:off x="6775516" y="1941305"/>
            <a:ext cx="2372077" cy="2449134"/>
          </a:xfrm>
          <a:solidFill>
            <a:schemeClr val="bg1"/>
          </a:solidFill>
        </p:spPr>
        <p:txBody>
          <a:bodyPr lIns="251999" tIns="684000" rIns="503998" bIns="216000">
            <a:noAutofit/>
          </a:bodyPr>
          <a:lstStyle>
            <a:lvl1pPr marL="0" indent="0">
              <a:lnSpc>
                <a:spcPct val="100000"/>
              </a:lnSpc>
              <a:buNone/>
              <a:defRPr sz="1013" b="1" i="0">
                <a:solidFill>
                  <a:schemeClr val="tx1"/>
                </a:solidFill>
                <a:latin typeface="Century Gothic" panose="020B0502020202020204" pitchFamily="34" charset="0"/>
              </a:defRPr>
            </a:lvl1pPr>
            <a:lvl2pPr marL="126802" indent="-100906" algn="l">
              <a:lnSpc>
                <a:spcPct val="100000"/>
              </a:lnSpc>
              <a:tabLst/>
              <a:defRPr sz="1013" b="0" i="0">
                <a:solidFill>
                  <a:schemeClr val="tx1"/>
                </a:solidFill>
                <a:latin typeface="Century Gothic" panose="020B0502020202020204" pitchFamily="34" charset="0"/>
              </a:defRPr>
            </a:lvl2pPr>
            <a:lvl3pPr marL="253604" indent="-100906" algn="l">
              <a:lnSpc>
                <a:spcPct val="100000"/>
              </a:lnSpc>
              <a:tabLst/>
              <a:defRPr sz="788" b="0" i="0">
                <a:latin typeface="Montserrat Light" pitchFamily="2" charset="77"/>
              </a:defRPr>
            </a:lvl3pPr>
            <a:lvl4pPr marL="380405" indent="-100013" algn="l">
              <a:lnSpc>
                <a:spcPct val="100000"/>
              </a:lnSpc>
              <a:tabLst/>
              <a:defRPr sz="788" b="0" i="0">
                <a:latin typeface="Montserrat Light" pitchFamily="2" charset="77"/>
              </a:defRPr>
            </a:lvl4pPr>
            <a:lvl5pPr marL="500063" indent="-100013" algn="l">
              <a:lnSpc>
                <a:spcPct val="100000"/>
              </a:lnSpc>
              <a:tabLst/>
              <a:defRPr sz="788" b="0" i="0">
                <a:latin typeface="Montserrat Light" pitchFamily="2" charset="77"/>
              </a:defRPr>
            </a:lvl5pPr>
          </a:lstStyle>
          <a:p>
            <a:pPr lvl="0"/>
            <a:r>
              <a:rPr lang="en-GB" dirty="0"/>
              <a:t>LOREM IPSUM</a:t>
            </a:r>
          </a:p>
          <a:p>
            <a:pPr lvl="1"/>
            <a:r>
              <a:rPr lang="en-GB" dirty="0" err="1"/>
              <a:t>Dolor</a:t>
            </a:r>
            <a:r>
              <a:rPr lang="en-GB" dirty="0"/>
              <a:t> sit </a:t>
            </a:r>
            <a:r>
              <a:rPr lang="en-GB" dirty="0" err="1"/>
              <a:t>amet</a:t>
            </a:r>
            <a:endParaRPr lang="en-GB" dirty="0"/>
          </a:p>
          <a:p>
            <a:pPr lvl="1"/>
            <a:r>
              <a:rPr lang="en-GB" dirty="0" err="1"/>
              <a:t>Consectetur</a:t>
            </a:r>
            <a:endParaRPr lang="en-GB" dirty="0"/>
          </a:p>
          <a:p>
            <a:pPr lvl="1"/>
            <a:r>
              <a:rPr lang="en-GB" dirty="0" err="1"/>
              <a:t>Adipiscing</a:t>
            </a:r>
            <a:r>
              <a:rPr lang="en-GB" dirty="0"/>
              <a:t> </a:t>
            </a:r>
            <a:r>
              <a:rPr lang="en-GB" dirty="0" err="1"/>
              <a:t>elit</a:t>
            </a:r>
            <a:endParaRPr lang="en-GB" dirty="0"/>
          </a:p>
          <a:p>
            <a:pPr lvl="1"/>
            <a:r>
              <a:rPr lang="en-GB" dirty="0"/>
              <a:t>Nam </a:t>
            </a:r>
            <a:r>
              <a:rPr lang="en-GB" dirty="0" err="1"/>
              <a:t>sed</a:t>
            </a:r>
            <a:r>
              <a:rPr lang="en-GB" dirty="0"/>
              <a:t> </a:t>
            </a:r>
            <a:r>
              <a:rPr lang="en-GB" dirty="0" err="1"/>
              <a:t>sollicitudin</a:t>
            </a:r>
            <a:endParaRPr lang="en-GB" dirty="0"/>
          </a:p>
          <a:p>
            <a:pPr lvl="1"/>
            <a:r>
              <a:rPr lang="en-GB" dirty="0"/>
              <a:t>Ipsum</a:t>
            </a:r>
          </a:p>
          <a:p>
            <a:pPr lvl="1"/>
            <a:endParaRPr lang="en-US" dirty="0"/>
          </a:p>
        </p:txBody>
      </p:sp>
      <p:sp>
        <p:nvSpPr>
          <p:cNvPr id="17" name="Text Placeholder 12">
            <a:extLst>
              <a:ext uri="{FF2B5EF4-FFF2-40B4-BE49-F238E27FC236}">
                <a16:creationId xmlns:a16="http://schemas.microsoft.com/office/drawing/2014/main" id="{D376EBED-DA49-DC49-BAF5-20B93BBACCEB}"/>
              </a:ext>
            </a:extLst>
          </p:cNvPr>
          <p:cNvSpPr>
            <a:spLocks noGrp="1"/>
          </p:cNvSpPr>
          <p:nvPr>
            <p:ph type="body" sz="quarter" idx="15" hasCustomPrompt="1"/>
          </p:nvPr>
        </p:nvSpPr>
        <p:spPr>
          <a:xfrm>
            <a:off x="4895852" y="902185"/>
            <a:ext cx="4013457"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Ipsum</a:t>
            </a:r>
          </a:p>
        </p:txBody>
      </p:sp>
      <p:sp>
        <p:nvSpPr>
          <p:cNvPr id="20" name="Slide Number Placeholder 5">
            <a:extLst>
              <a:ext uri="{FF2B5EF4-FFF2-40B4-BE49-F238E27FC236}">
                <a16:creationId xmlns:a16="http://schemas.microsoft.com/office/drawing/2014/main" id="{D894610B-88A9-354D-ACA4-AE55F45D019F}"/>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sp>
        <p:nvSpPr>
          <p:cNvPr id="21" name="Rectangle 20">
            <a:extLst>
              <a:ext uri="{FF2B5EF4-FFF2-40B4-BE49-F238E27FC236}">
                <a16:creationId xmlns:a16="http://schemas.microsoft.com/office/drawing/2014/main" id="{DEA5AD26-558E-0D4B-8C90-149F0FCEC9C0}"/>
              </a:ext>
            </a:extLst>
          </p:cNvPr>
          <p:cNvSpPr/>
          <p:nvPr userDrawn="1"/>
        </p:nvSpPr>
        <p:spPr>
          <a:xfrm>
            <a:off x="2132080" y="2026317"/>
            <a:ext cx="2010121" cy="2620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2" name="Picture Placeholder 11">
            <a:extLst>
              <a:ext uri="{FF2B5EF4-FFF2-40B4-BE49-F238E27FC236}">
                <a16:creationId xmlns:a16="http://schemas.microsoft.com/office/drawing/2014/main" id="{9DC87A20-97D0-1949-9E9B-7EFBC4C51CA6}"/>
              </a:ext>
            </a:extLst>
          </p:cNvPr>
          <p:cNvSpPr>
            <a:spLocks noGrp="1"/>
          </p:cNvSpPr>
          <p:nvPr>
            <p:ph type="pic" sz="quarter" idx="21"/>
          </p:nvPr>
        </p:nvSpPr>
        <p:spPr>
          <a:xfrm>
            <a:off x="2119058" y="1788319"/>
            <a:ext cx="1424383" cy="3199318"/>
          </a:xfrm>
          <a:solidFill>
            <a:schemeClr val="bg1"/>
          </a:solidFill>
        </p:spPr>
        <p:txBody>
          <a:bodyPr/>
          <a:lstStyle>
            <a:lvl1pPr marL="0" indent="0">
              <a:buNone/>
              <a:defRPr>
                <a:noFill/>
              </a:defRPr>
            </a:lvl1pPr>
          </a:lstStyle>
          <a:p>
            <a:r>
              <a:rPr lang="en-GB" dirty="0"/>
              <a:t>Click icon to add picture</a:t>
            </a:r>
            <a:endParaRPr lang="en-US" dirty="0"/>
          </a:p>
        </p:txBody>
      </p:sp>
      <p:sp>
        <p:nvSpPr>
          <p:cNvPr id="23" name="Subtitle 2">
            <a:extLst>
              <a:ext uri="{FF2B5EF4-FFF2-40B4-BE49-F238E27FC236}">
                <a16:creationId xmlns:a16="http://schemas.microsoft.com/office/drawing/2014/main" id="{9AF056C2-CDB2-8D46-938E-0934A99A2860}"/>
              </a:ext>
            </a:extLst>
          </p:cNvPr>
          <p:cNvSpPr>
            <a:spLocks noGrp="1"/>
          </p:cNvSpPr>
          <p:nvPr>
            <p:ph type="subTitle" idx="1" hasCustomPrompt="1"/>
          </p:nvPr>
        </p:nvSpPr>
        <p:spPr>
          <a:xfrm>
            <a:off x="3068524" y="2275285"/>
            <a:ext cx="3454341" cy="2009291"/>
          </a:xfrm>
        </p:spPr>
        <p:txBody>
          <a:bodyPr lIns="251999" tIns="216000" rIns="251999" bIns="216000">
            <a:noAutofit/>
          </a:bodyPr>
          <a:lstStyle>
            <a:lvl1pPr marL="0" indent="0" algn="l">
              <a:lnSpc>
                <a:spcPct val="100000"/>
              </a:lnSpc>
              <a:buNone/>
              <a:defRPr sz="1125"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endParaRPr lang="en-US" dirty="0"/>
          </a:p>
        </p:txBody>
      </p:sp>
      <p:sp>
        <p:nvSpPr>
          <p:cNvPr id="18" name="Picture Placeholder 11">
            <a:extLst>
              <a:ext uri="{FF2B5EF4-FFF2-40B4-BE49-F238E27FC236}">
                <a16:creationId xmlns:a16="http://schemas.microsoft.com/office/drawing/2014/main" id="{00DDA5B3-6C13-7048-B86B-535B9B5BD684}"/>
              </a:ext>
            </a:extLst>
          </p:cNvPr>
          <p:cNvSpPr>
            <a:spLocks noGrp="1"/>
          </p:cNvSpPr>
          <p:nvPr>
            <p:ph type="pic" sz="quarter" idx="16"/>
          </p:nvPr>
        </p:nvSpPr>
        <p:spPr>
          <a:xfrm>
            <a:off x="1887143" y="1572817"/>
            <a:ext cx="1424383" cy="215503"/>
          </a:xfrm>
          <a:solidFill>
            <a:schemeClr val="tx2"/>
          </a:solidFill>
        </p:spPr>
        <p:txBody>
          <a:bodyPr/>
          <a:lstStyle>
            <a:lvl1pPr marL="0" indent="0">
              <a:buNone/>
              <a:defRPr>
                <a:noFill/>
              </a:defRPr>
            </a:lvl1pPr>
          </a:lstStyle>
          <a:p>
            <a:r>
              <a:rPr lang="en-GB" dirty="0"/>
              <a:t>Click icon to add picture</a:t>
            </a:r>
            <a:endParaRPr lang="en-US" dirty="0"/>
          </a:p>
        </p:txBody>
      </p:sp>
      <p:sp>
        <p:nvSpPr>
          <p:cNvPr id="19" name="Picture Placeholder 11">
            <a:extLst>
              <a:ext uri="{FF2B5EF4-FFF2-40B4-BE49-F238E27FC236}">
                <a16:creationId xmlns:a16="http://schemas.microsoft.com/office/drawing/2014/main" id="{B728D693-98B5-A146-BBAB-BF4F4E8A8FB4}"/>
              </a:ext>
            </a:extLst>
          </p:cNvPr>
          <p:cNvSpPr>
            <a:spLocks noGrp="1"/>
          </p:cNvSpPr>
          <p:nvPr>
            <p:ph type="pic" sz="quarter" idx="17" hasCustomPrompt="1"/>
          </p:nvPr>
        </p:nvSpPr>
        <p:spPr>
          <a:xfrm>
            <a:off x="1866647" y="1572818"/>
            <a:ext cx="257429" cy="2106215"/>
          </a:xfrm>
          <a:solidFill>
            <a:schemeClr val="tx2"/>
          </a:solidFill>
        </p:spPr>
        <p:txBody>
          <a:bodyPr/>
          <a:lstStyle>
            <a:lvl1pPr marL="0" indent="0">
              <a:buNone/>
              <a:defRPr>
                <a:noFill/>
              </a:defRPr>
            </a:lvl1pPr>
          </a:lstStyle>
          <a:p>
            <a:r>
              <a:rPr lang="en-US" dirty="0"/>
              <a:t> </a:t>
            </a:r>
          </a:p>
        </p:txBody>
      </p:sp>
    </p:spTree>
    <p:extLst>
      <p:ext uri="{BB962C8B-B14F-4D97-AF65-F5344CB8AC3E}">
        <p14:creationId xmlns:p14="http://schemas.microsoft.com/office/powerpoint/2010/main" val="2182940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Content">
    <p:spTree>
      <p:nvGrpSpPr>
        <p:cNvPr id="1" name=""/>
        <p:cNvGrpSpPr/>
        <p:nvPr/>
      </p:nvGrpSpPr>
      <p:grpSpPr>
        <a:xfrm>
          <a:off x="0" y="0"/>
          <a:ext cx="0" cy="0"/>
          <a:chOff x="0" y="0"/>
          <a:chExt cx="0" cy="0"/>
        </a:xfrm>
      </p:grpSpPr>
      <p:pic>
        <p:nvPicPr>
          <p:cNvPr id="39" name="Picture Placeholder 19">
            <a:extLst>
              <a:ext uri="{FF2B5EF4-FFF2-40B4-BE49-F238E27FC236}">
                <a16:creationId xmlns:a16="http://schemas.microsoft.com/office/drawing/2014/main" id="{A6603A1D-4226-FF43-B495-F0755A8B99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9028" r="19028"/>
          <a:stretch>
            <a:fillRect/>
          </a:stretch>
        </p:blipFill>
        <p:spPr>
          <a:xfrm>
            <a:off x="-37273" y="0"/>
            <a:ext cx="4248149" cy="5143500"/>
          </a:xfrm>
          <a:prstGeom prst="rect">
            <a:avLst/>
          </a:prstGeom>
        </p:spPr>
      </p:pic>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3"/>
          <a:stretch>
            <a:fillRect/>
          </a:stretch>
        </p:blipFill>
        <p:spPr>
          <a:xfrm>
            <a:off x="7127875" y="195263"/>
            <a:ext cx="1765300" cy="438150"/>
          </a:xfrm>
          <a:prstGeom prst="rect">
            <a:avLst/>
          </a:prstGeom>
        </p:spPr>
      </p:pic>
      <p:sp>
        <p:nvSpPr>
          <p:cNvPr id="24" name="Picture Placeholder 10">
            <a:extLst>
              <a:ext uri="{FF2B5EF4-FFF2-40B4-BE49-F238E27FC236}">
                <a16:creationId xmlns:a16="http://schemas.microsoft.com/office/drawing/2014/main" id="{1E2EC0DF-7213-124D-B743-E7CE511836C1}"/>
              </a:ext>
            </a:extLst>
          </p:cNvPr>
          <p:cNvSpPr>
            <a:spLocks noGrp="1"/>
          </p:cNvSpPr>
          <p:nvPr>
            <p:ph type="pic" sz="quarter" idx="14"/>
          </p:nvPr>
        </p:nvSpPr>
        <p:spPr>
          <a:xfrm>
            <a:off x="-37273" y="0"/>
            <a:ext cx="4248149"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9" name="Picture Placeholder 4">
            <a:extLst>
              <a:ext uri="{FF2B5EF4-FFF2-40B4-BE49-F238E27FC236}">
                <a16:creationId xmlns:a16="http://schemas.microsoft.com/office/drawing/2014/main" id="{B00FE97F-999E-AF43-AABB-B3793D1BF7F6}"/>
              </a:ext>
            </a:extLst>
          </p:cNvPr>
          <p:cNvSpPr>
            <a:spLocks noGrp="1"/>
          </p:cNvSpPr>
          <p:nvPr>
            <p:ph type="pic" sz="quarter" idx="21"/>
          </p:nvPr>
        </p:nvSpPr>
        <p:spPr>
          <a:xfrm>
            <a:off x="3059121" y="711451"/>
            <a:ext cx="1152519" cy="4432051"/>
          </a:xfrm>
          <a:solidFill>
            <a:schemeClr val="bg1"/>
          </a:solidFill>
        </p:spPr>
        <p:txBody>
          <a:bodyPr/>
          <a:lstStyle>
            <a:lvl1pPr marL="0" indent="0">
              <a:buNone/>
              <a:defRPr>
                <a:noFill/>
              </a:defRPr>
            </a:lvl1pPr>
          </a:lstStyle>
          <a:p>
            <a:endParaRPr lang="en-US" dirty="0"/>
          </a:p>
        </p:txBody>
      </p:sp>
      <p:sp>
        <p:nvSpPr>
          <p:cNvPr id="32" name="Title 1">
            <a:extLst>
              <a:ext uri="{FF2B5EF4-FFF2-40B4-BE49-F238E27FC236}">
                <a16:creationId xmlns:a16="http://schemas.microsoft.com/office/drawing/2014/main" id="{D5BB0517-8831-F142-B72C-BDD1643E36FF}"/>
              </a:ext>
            </a:extLst>
          </p:cNvPr>
          <p:cNvSpPr>
            <a:spLocks noGrp="1"/>
          </p:cNvSpPr>
          <p:nvPr>
            <p:ph type="ctrTitle" hasCustomPrompt="1"/>
          </p:nvPr>
        </p:nvSpPr>
        <p:spPr>
          <a:xfrm>
            <a:off x="3925973" y="1103625"/>
            <a:ext cx="4780219" cy="966789"/>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33" name="Subtitle 2">
            <a:extLst>
              <a:ext uri="{FF2B5EF4-FFF2-40B4-BE49-F238E27FC236}">
                <a16:creationId xmlns:a16="http://schemas.microsoft.com/office/drawing/2014/main" id="{871DDA4C-B425-FA4A-B35A-C41675051CF6}"/>
              </a:ext>
            </a:extLst>
          </p:cNvPr>
          <p:cNvSpPr>
            <a:spLocks noGrp="1"/>
          </p:cNvSpPr>
          <p:nvPr>
            <p:ph type="subTitle" idx="1" hasCustomPrompt="1"/>
          </p:nvPr>
        </p:nvSpPr>
        <p:spPr>
          <a:xfrm>
            <a:off x="3959225" y="2279739"/>
            <a:ext cx="4477315" cy="2009291"/>
          </a:xfrm>
        </p:spPr>
        <p:txBody>
          <a:bodyPr lIns="251999" tIns="216000" rIns="251999" bIns="216000">
            <a:noAutofit/>
          </a:bodyPr>
          <a:lstStyle>
            <a:lvl1pPr marL="192881" marR="0" indent="-192881" algn="l" defTabSz="514350" rtl="0" eaLnBrk="1" fontAlgn="auto" latinLnBrk="0" hangingPunct="1">
              <a:lnSpc>
                <a:spcPct val="100000"/>
              </a:lnSpc>
              <a:spcBef>
                <a:spcPts val="563"/>
              </a:spcBef>
              <a:spcAft>
                <a:spcPts val="0"/>
              </a:spcAft>
              <a:buClrTx/>
              <a:buSzTx/>
              <a:buFont typeface="+mj-lt"/>
              <a:buAutoNum type="arabicPeriod"/>
              <a:tabLst/>
              <a:defRPr sz="1013" b="0" i="0">
                <a:solidFill>
                  <a:schemeClr val="tx1"/>
                </a:solidFill>
                <a:latin typeface="Century Gothic" panose="020B0502020202020204" pitchFamily="34"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r>
              <a:rPr lang="en-GB" dirty="0"/>
              <a:t>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pPr marL="192881" marR="0" lvl="0" indent="-192881" algn="l" defTabSz="514350" rtl="0" eaLnBrk="1" fontAlgn="auto" latinLnBrk="0" hangingPunct="1">
              <a:lnSpc>
                <a:spcPct val="100000"/>
              </a:lnSpc>
              <a:spcBef>
                <a:spcPts val="563"/>
              </a:spcBef>
              <a:spcAft>
                <a:spcPts val="0"/>
              </a:spcAft>
              <a:buClrTx/>
              <a:buSzTx/>
              <a:buFont typeface="+mj-lt"/>
              <a:buAutoNum type="arabicPeriod"/>
              <a:tabLst/>
              <a:defRPr/>
            </a:pP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p:txBody>
      </p:sp>
      <p:sp>
        <p:nvSpPr>
          <p:cNvPr id="34" name="Text Placeholder 12">
            <a:extLst>
              <a:ext uri="{FF2B5EF4-FFF2-40B4-BE49-F238E27FC236}">
                <a16:creationId xmlns:a16="http://schemas.microsoft.com/office/drawing/2014/main" id="{F9B5F74A-61F5-1349-BC7D-D8F3503E1DA7}"/>
              </a:ext>
            </a:extLst>
          </p:cNvPr>
          <p:cNvSpPr>
            <a:spLocks noGrp="1"/>
          </p:cNvSpPr>
          <p:nvPr>
            <p:ph type="body" sz="quarter" idx="15" hasCustomPrompt="1"/>
          </p:nvPr>
        </p:nvSpPr>
        <p:spPr>
          <a:xfrm>
            <a:off x="4634144" y="1579461"/>
            <a:ext cx="4780219"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
        <p:nvSpPr>
          <p:cNvPr id="35" name="Picture Placeholder 11">
            <a:extLst>
              <a:ext uri="{FF2B5EF4-FFF2-40B4-BE49-F238E27FC236}">
                <a16:creationId xmlns:a16="http://schemas.microsoft.com/office/drawing/2014/main" id="{FEE0CD1B-F063-4E45-A5DD-6E9D7071F365}"/>
              </a:ext>
            </a:extLst>
          </p:cNvPr>
          <p:cNvSpPr>
            <a:spLocks noGrp="1"/>
          </p:cNvSpPr>
          <p:nvPr>
            <p:ph type="pic" sz="quarter" idx="16"/>
          </p:nvPr>
        </p:nvSpPr>
        <p:spPr>
          <a:xfrm>
            <a:off x="3059121" y="711450"/>
            <a:ext cx="1151756" cy="192743"/>
          </a:xfrm>
          <a:solidFill>
            <a:schemeClr val="tx2"/>
          </a:solidFill>
        </p:spPr>
        <p:txBody>
          <a:bodyPr/>
          <a:lstStyle>
            <a:lvl1pPr marL="0" indent="0">
              <a:buNone/>
              <a:defRPr>
                <a:noFill/>
              </a:defRPr>
            </a:lvl1pPr>
          </a:lstStyle>
          <a:p>
            <a:r>
              <a:rPr lang="en-GB" dirty="0"/>
              <a:t>Click icon to add picture</a:t>
            </a:r>
            <a:endParaRPr lang="en-US" dirty="0"/>
          </a:p>
        </p:txBody>
      </p:sp>
      <p:sp>
        <p:nvSpPr>
          <p:cNvPr id="36" name="Picture Placeholder 11">
            <a:extLst>
              <a:ext uri="{FF2B5EF4-FFF2-40B4-BE49-F238E27FC236}">
                <a16:creationId xmlns:a16="http://schemas.microsoft.com/office/drawing/2014/main" id="{EFE73D9B-8442-B24B-88A4-7A752D6C5F7C}"/>
              </a:ext>
            </a:extLst>
          </p:cNvPr>
          <p:cNvSpPr>
            <a:spLocks noGrp="1"/>
          </p:cNvSpPr>
          <p:nvPr>
            <p:ph type="pic" sz="quarter" idx="17" hasCustomPrompt="1"/>
          </p:nvPr>
        </p:nvSpPr>
        <p:spPr>
          <a:xfrm>
            <a:off x="3059121" y="711451"/>
            <a:ext cx="252404" cy="1358963"/>
          </a:xfrm>
          <a:solidFill>
            <a:schemeClr val="tx2"/>
          </a:solidFill>
        </p:spPr>
        <p:txBody>
          <a:bodyPr/>
          <a:lstStyle>
            <a:lvl1pPr marL="0" indent="0">
              <a:buNone/>
              <a:defRPr>
                <a:noFill/>
              </a:defRPr>
            </a:lvl1pPr>
          </a:lstStyle>
          <a:p>
            <a:r>
              <a:rPr lang="en-US" dirty="0"/>
              <a:t> </a:t>
            </a:r>
          </a:p>
        </p:txBody>
      </p:sp>
      <p:sp>
        <p:nvSpPr>
          <p:cNvPr id="37" name="Slide Number Placeholder 5">
            <a:extLst>
              <a:ext uri="{FF2B5EF4-FFF2-40B4-BE49-F238E27FC236}">
                <a16:creationId xmlns:a16="http://schemas.microsoft.com/office/drawing/2014/main" id="{358C2A88-7D2A-4146-B153-D761FB7112E7}"/>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spTree>
    <p:extLst>
      <p:ext uri="{BB962C8B-B14F-4D97-AF65-F5344CB8AC3E}">
        <p14:creationId xmlns:p14="http://schemas.microsoft.com/office/powerpoint/2010/main" val="31032003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Content">
    <p:spTree>
      <p:nvGrpSpPr>
        <p:cNvPr id="1" name=""/>
        <p:cNvGrpSpPr/>
        <p:nvPr/>
      </p:nvGrpSpPr>
      <p:grpSpPr>
        <a:xfrm>
          <a:off x="0" y="0"/>
          <a:ext cx="0" cy="0"/>
          <a:chOff x="0" y="0"/>
          <a:chExt cx="0" cy="0"/>
        </a:xfrm>
      </p:grpSpPr>
      <p:sp>
        <p:nvSpPr>
          <p:cNvPr id="20" name="Picture Placeholder 11">
            <a:extLst>
              <a:ext uri="{FF2B5EF4-FFF2-40B4-BE49-F238E27FC236}">
                <a16:creationId xmlns:a16="http://schemas.microsoft.com/office/drawing/2014/main" id="{0DB20C45-5D1A-FC4B-AE84-C71C1F16EFA0}"/>
              </a:ext>
            </a:extLst>
          </p:cNvPr>
          <p:cNvSpPr>
            <a:spLocks noGrp="1"/>
          </p:cNvSpPr>
          <p:nvPr>
            <p:ph type="pic" sz="quarter" idx="28" hasCustomPrompt="1"/>
          </p:nvPr>
        </p:nvSpPr>
        <p:spPr>
          <a:xfrm>
            <a:off x="4613857" y="1399784"/>
            <a:ext cx="4530144" cy="2914521"/>
          </a:xfrm>
          <a:solidFill>
            <a:srgbClr val="F5F5F5"/>
          </a:solidFill>
        </p:spPr>
        <p:txBody>
          <a:bodyPr/>
          <a:lstStyle>
            <a:lvl1pPr marL="0" indent="0">
              <a:buNone/>
              <a:defRPr>
                <a:noFill/>
              </a:defRPr>
            </a:lvl1pPr>
          </a:lstStyle>
          <a:p>
            <a:r>
              <a:rPr lang="en-US" dirty="0"/>
              <a:t>         </a:t>
            </a:r>
          </a:p>
        </p:txBody>
      </p:sp>
      <p:sp>
        <p:nvSpPr>
          <p:cNvPr id="21" name="Picture Placeholder 3">
            <a:extLst>
              <a:ext uri="{FF2B5EF4-FFF2-40B4-BE49-F238E27FC236}">
                <a16:creationId xmlns:a16="http://schemas.microsoft.com/office/drawing/2014/main" id="{6654C166-7A5B-DF4A-9651-189FB2C7DAFE}"/>
              </a:ext>
            </a:extLst>
          </p:cNvPr>
          <p:cNvSpPr>
            <a:spLocks noGrp="1"/>
          </p:cNvSpPr>
          <p:nvPr>
            <p:ph type="pic" sz="quarter" idx="19"/>
          </p:nvPr>
        </p:nvSpPr>
        <p:spPr>
          <a:xfrm>
            <a:off x="2" y="1572816"/>
            <a:ext cx="5148263" cy="3570684"/>
          </a:xfrm>
          <a:solidFill>
            <a:schemeClr val="bg2"/>
          </a:solidFill>
        </p:spPr>
        <p:txBody>
          <a:bodyPr/>
          <a:lstStyle>
            <a:lvl1pPr marL="0" indent="0">
              <a:buNone/>
              <a:defRPr>
                <a:noFill/>
              </a:defRPr>
            </a:lvl1pPr>
          </a:lstStyle>
          <a:p>
            <a:r>
              <a:rPr lang="en-GB" dirty="0"/>
              <a:t>Click icon to add picture</a:t>
            </a:r>
            <a:endParaRPr lang="en-US" dirty="0"/>
          </a:p>
        </p:txBody>
      </p:sp>
      <p:sp>
        <p:nvSpPr>
          <p:cNvPr id="22" name="Title 1">
            <a:extLst>
              <a:ext uri="{FF2B5EF4-FFF2-40B4-BE49-F238E27FC236}">
                <a16:creationId xmlns:a16="http://schemas.microsoft.com/office/drawing/2014/main" id="{3C8CAF0C-5F3C-7040-A440-9651B2905A69}"/>
              </a:ext>
            </a:extLst>
          </p:cNvPr>
          <p:cNvSpPr>
            <a:spLocks noGrp="1"/>
          </p:cNvSpPr>
          <p:nvPr>
            <p:ph type="ctrTitle" hasCustomPrompt="1"/>
          </p:nvPr>
        </p:nvSpPr>
        <p:spPr>
          <a:xfrm>
            <a:off x="-35626" y="904916"/>
            <a:ext cx="2669060" cy="657617"/>
          </a:xfrm>
          <a:prstGeom prst="rect">
            <a:avLst/>
          </a:prstGeom>
          <a:noFill/>
        </p:spPr>
        <p:txBody>
          <a:bodyPr lIns="503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23" name="Text Placeholder 9">
            <a:extLst>
              <a:ext uri="{FF2B5EF4-FFF2-40B4-BE49-F238E27FC236}">
                <a16:creationId xmlns:a16="http://schemas.microsoft.com/office/drawing/2014/main" id="{64CE9D67-B195-0F4A-9319-10CCBA01EBC7}"/>
              </a:ext>
            </a:extLst>
          </p:cNvPr>
          <p:cNvSpPr>
            <a:spLocks noGrp="1"/>
          </p:cNvSpPr>
          <p:nvPr>
            <p:ph type="body" sz="quarter" idx="21" hasCustomPrompt="1"/>
          </p:nvPr>
        </p:nvSpPr>
        <p:spPr>
          <a:xfrm>
            <a:off x="5838414" y="1590285"/>
            <a:ext cx="3053815" cy="481965"/>
          </a:xfrm>
        </p:spPr>
        <p:txBody>
          <a:bodyPr anchor="b">
            <a:noAutofit/>
          </a:bodyPr>
          <a:lstStyle>
            <a:lvl1pPr marL="0" indent="0">
              <a:buNone/>
              <a:defRPr sz="1013" b="1" strike="noStrike">
                <a:solidFill>
                  <a:schemeClr val="tx1"/>
                </a:solidFill>
                <a:latin typeface="Century Gothic" panose="020B0502020202020204" pitchFamily="34"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endParaRPr lang="en-US" dirty="0"/>
          </a:p>
        </p:txBody>
      </p:sp>
      <p:sp>
        <p:nvSpPr>
          <p:cNvPr id="25" name="Text Placeholder 3">
            <a:extLst>
              <a:ext uri="{FF2B5EF4-FFF2-40B4-BE49-F238E27FC236}">
                <a16:creationId xmlns:a16="http://schemas.microsoft.com/office/drawing/2014/main" id="{14A0DA03-9B92-C243-88E4-68E2EA716572}"/>
              </a:ext>
            </a:extLst>
          </p:cNvPr>
          <p:cNvSpPr>
            <a:spLocks noGrp="1"/>
          </p:cNvSpPr>
          <p:nvPr>
            <p:ph type="body" sz="quarter" idx="26" hasCustomPrompt="1"/>
          </p:nvPr>
        </p:nvSpPr>
        <p:spPr>
          <a:xfrm>
            <a:off x="5832476" y="1831268"/>
            <a:ext cx="3053815" cy="2900993"/>
          </a:xfrm>
        </p:spPr>
        <p:txBody>
          <a:bodyPr numCol="1" spcCol="252000">
            <a:noAutofit/>
          </a:bodyPr>
          <a:lstStyle>
            <a:lvl1pPr marL="160735" marR="0" indent="-160735" algn="l" defTabSz="514350" rtl="0" eaLnBrk="1" fontAlgn="auto" latinLnBrk="0" hangingPunct="1">
              <a:lnSpc>
                <a:spcPct val="100000"/>
              </a:lnSpc>
              <a:spcBef>
                <a:spcPts val="563"/>
              </a:spcBef>
              <a:spcAft>
                <a:spcPts val="0"/>
              </a:spcAft>
              <a:buClrTx/>
              <a:buSzTx/>
              <a:buFont typeface="Arial" panose="020B0604020202020204" pitchFamily="34" charset="0"/>
              <a:buChar char="•"/>
              <a:tabLst/>
              <a:defRPr sz="1013">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pPr lvl="0"/>
            <a:r>
              <a:rPr lang="en-US" dirty="0"/>
              <a:t>Nam sed </a:t>
            </a:r>
            <a:r>
              <a:rPr lang="en-US" dirty="0" err="1"/>
              <a:t>sollicitudin</a:t>
            </a:r>
            <a:r>
              <a:rPr lang="en-US" dirty="0"/>
              <a:t> ipsum</a:t>
            </a:r>
          </a:p>
          <a:p>
            <a:pPr lvl="0"/>
            <a:r>
              <a:rPr lang="en-US" dirty="0" err="1"/>
              <a:t>Donec</a:t>
            </a:r>
            <a:r>
              <a:rPr lang="en-US" dirty="0"/>
              <a:t> </a:t>
            </a:r>
            <a:r>
              <a:rPr lang="en-US" dirty="0" err="1"/>
              <a:t>egestas</a:t>
            </a:r>
            <a:r>
              <a:rPr lang="en-US" dirty="0"/>
              <a:t> </a:t>
            </a:r>
            <a:r>
              <a:rPr lang="en-US" dirty="0" err="1"/>
              <a:t>eros</a:t>
            </a:r>
            <a:r>
              <a:rPr lang="en-US" dirty="0"/>
              <a:t> non </a:t>
            </a:r>
          </a:p>
          <a:p>
            <a:pPr lvl="0"/>
            <a:r>
              <a:rPr lang="en-US" dirty="0" err="1"/>
              <a:t>Orci</a:t>
            </a:r>
            <a:r>
              <a:rPr lang="en-US" dirty="0"/>
              <a:t> </a:t>
            </a:r>
            <a:r>
              <a:rPr lang="en-US" dirty="0" err="1"/>
              <a:t>varius</a:t>
            </a:r>
            <a:r>
              <a:rPr lang="en-US" dirty="0"/>
              <a:t> </a:t>
            </a:r>
            <a:r>
              <a:rPr lang="en-US" dirty="0" err="1"/>
              <a:t>auctor</a:t>
            </a:r>
            <a:endParaRPr lang="en-US" dirty="0"/>
          </a:p>
          <a:p>
            <a:pPr lvl="0"/>
            <a:r>
              <a:rPr lang="en-US" dirty="0" err="1"/>
              <a:t>Mauris</a:t>
            </a:r>
            <a:r>
              <a:rPr lang="en-US" dirty="0"/>
              <a:t> vestibulum </a:t>
            </a:r>
          </a:p>
          <a:p>
            <a:pPr lvl="0"/>
            <a:r>
              <a:rPr lang="en-US" dirty="0" err="1"/>
              <a:t>Aliquam</a:t>
            </a:r>
            <a:r>
              <a:rPr lang="en-US" dirty="0"/>
              <a:t> </a:t>
            </a:r>
            <a:r>
              <a:rPr lang="en-US" dirty="0" err="1"/>
              <a:t>risus</a:t>
            </a:r>
            <a:endParaRPr lang="en-US" dirty="0"/>
          </a:p>
        </p:txBody>
      </p:sp>
      <p:sp>
        <p:nvSpPr>
          <p:cNvPr id="26" name="Text Placeholder 12">
            <a:extLst>
              <a:ext uri="{FF2B5EF4-FFF2-40B4-BE49-F238E27FC236}">
                <a16:creationId xmlns:a16="http://schemas.microsoft.com/office/drawing/2014/main" id="{FCA28000-3C6C-D246-B7CF-2BA56B2B7187}"/>
              </a:ext>
            </a:extLst>
          </p:cNvPr>
          <p:cNvSpPr>
            <a:spLocks noGrp="1"/>
          </p:cNvSpPr>
          <p:nvPr>
            <p:ph type="body" sz="quarter" idx="15" hasCustomPrompt="1"/>
          </p:nvPr>
        </p:nvSpPr>
        <p:spPr>
          <a:xfrm>
            <a:off x="1144733" y="1405248"/>
            <a:ext cx="2008563" cy="675086"/>
          </a:xfrm>
          <a:solidFill>
            <a:schemeClr val="bg1"/>
          </a:solidFill>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cs typeface="Palatino Linotype" panose="02040502050505030304" pitchFamily="18" charset="0"/>
              </a:defRPr>
            </a:lvl1pPr>
          </a:lstStyle>
          <a:p>
            <a:pPr lvl="0"/>
            <a:r>
              <a:rPr lang="en-US" dirty="0"/>
              <a:t>ipsum</a:t>
            </a:r>
          </a:p>
        </p:txBody>
      </p:sp>
      <p:sp>
        <p:nvSpPr>
          <p:cNvPr id="27" name="Picture Placeholder 11">
            <a:extLst>
              <a:ext uri="{FF2B5EF4-FFF2-40B4-BE49-F238E27FC236}">
                <a16:creationId xmlns:a16="http://schemas.microsoft.com/office/drawing/2014/main" id="{5B71CA9E-52D7-3645-A74D-30329379198E}"/>
              </a:ext>
            </a:extLst>
          </p:cNvPr>
          <p:cNvSpPr>
            <a:spLocks noGrp="1"/>
          </p:cNvSpPr>
          <p:nvPr>
            <p:ph type="pic" sz="quarter" idx="24"/>
          </p:nvPr>
        </p:nvSpPr>
        <p:spPr>
          <a:xfrm>
            <a:off x="3959225" y="1347028"/>
            <a:ext cx="1427128" cy="225788"/>
          </a:xfrm>
          <a:solidFill>
            <a:schemeClr val="tx2"/>
          </a:solidFill>
        </p:spPr>
        <p:txBody>
          <a:bodyPr/>
          <a:lstStyle>
            <a:lvl1pPr marL="0" indent="0">
              <a:buNone/>
              <a:defRPr>
                <a:noFill/>
              </a:defRPr>
            </a:lvl1pPr>
          </a:lstStyle>
          <a:p>
            <a:r>
              <a:rPr lang="en-GB" dirty="0"/>
              <a:t>Click icon to add picture</a:t>
            </a:r>
            <a:endParaRPr lang="en-US" dirty="0"/>
          </a:p>
        </p:txBody>
      </p:sp>
      <p:sp>
        <p:nvSpPr>
          <p:cNvPr id="28" name="Picture Placeholder 11">
            <a:extLst>
              <a:ext uri="{FF2B5EF4-FFF2-40B4-BE49-F238E27FC236}">
                <a16:creationId xmlns:a16="http://schemas.microsoft.com/office/drawing/2014/main" id="{F93174B6-FC44-CC4F-8434-EAB3A37EB7D3}"/>
              </a:ext>
            </a:extLst>
          </p:cNvPr>
          <p:cNvSpPr>
            <a:spLocks noGrp="1"/>
          </p:cNvSpPr>
          <p:nvPr>
            <p:ph type="pic" sz="quarter" idx="16" hasCustomPrompt="1"/>
          </p:nvPr>
        </p:nvSpPr>
        <p:spPr>
          <a:xfrm>
            <a:off x="5148264" y="1347030"/>
            <a:ext cx="252413" cy="1116375"/>
          </a:xfrm>
          <a:solidFill>
            <a:schemeClr val="tx2"/>
          </a:solidFill>
        </p:spPr>
        <p:txBody>
          <a:bodyPr/>
          <a:lstStyle>
            <a:lvl1pPr marL="0" indent="0">
              <a:buNone/>
              <a:defRPr>
                <a:noFill/>
              </a:defRPr>
            </a:lvl1pPr>
          </a:lstStyle>
          <a:p>
            <a:r>
              <a:rPr lang="en-US" dirty="0"/>
              <a:t> </a:t>
            </a:r>
          </a:p>
        </p:txBody>
      </p:sp>
      <p:sp>
        <p:nvSpPr>
          <p:cNvPr id="30" name="Slide Number Placeholder 5">
            <a:extLst>
              <a:ext uri="{FF2B5EF4-FFF2-40B4-BE49-F238E27FC236}">
                <a16:creationId xmlns:a16="http://schemas.microsoft.com/office/drawing/2014/main" id="{A483B1B9-9BE3-254E-B4BD-13558F769DDF}"/>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pic>
        <p:nvPicPr>
          <p:cNvPr id="31" name="Picture 30">
            <a:extLst>
              <a:ext uri="{FF2B5EF4-FFF2-40B4-BE49-F238E27FC236}">
                <a16:creationId xmlns:a16="http://schemas.microsoft.com/office/drawing/2014/main" id="{D8081A64-B64A-6943-B590-8F6070D84E5A}"/>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2509331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EA22CF9-9C91-D947-86BE-5E0D2D6F23A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39" name="Picture Placeholder 6">
            <a:extLst>
              <a:ext uri="{FF2B5EF4-FFF2-40B4-BE49-F238E27FC236}">
                <a16:creationId xmlns:a16="http://schemas.microsoft.com/office/drawing/2014/main" id="{E92B6718-F24A-B448-9A3F-8BB3DD5F420B}"/>
              </a:ext>
            </a:extLst>
          </p:cNvPr>
          <p:cNvSpPr>
            <a:spLocks noGrp="1"/>
          </p:cNvSpPr>
          <p:nvPr>
            <p:ph type="pic" sz="quarter" idx="18"/>
          </p:nvPr>
        </p:nvSpPr>
        <p:spPr>
          <a:xfrm>
            <a:off x="1" y="2463404"/>
            <a:ext cx="2476500" cy="1918097"/>
          </a:xfrm>
          <a:solidFill>
            <a:schemeClr val="bg2"/>
          </a:solidFill>
        </p:spPr>
        <p:txBody>
          <a:bodyPr/>
          <a:lstStyle>
            <a:lvl1pPr marL="0" indent="0">
              <a:buNone/>
              <a:defRPr/>
            </a:lvl1pPr>
          </a:lstStyle>
          <a:p>
            <a:r>
              <a:rPr lang="en-GB" dirty="0"/>
              <a:t>Click icon to add picture</a:t>
            </a:r>
            <a:endParaRPr lang="en-US" dirty="0"/>
          </a:p>
        </p:txBody>
      </p:sp>
      <p:sp>
        <p:nvSpPr>
          <p:cNvPr id="40" name="Picture Placeholder 6">
            <a:extLst>
              <a:ext uri="{FF2B5EF4-FFF2-40B4-BE49-F238E27FC236}">
                <a16:creationId xmlns:a16="http://schemas.microsoft.com/office/drawing/2014/main" id="{3F7EB9D9-4931-C54A-B414-477FAC95C984}"/>
              </a:ext>
            </a:extLst>
          </p:cNvPr>
          <p:cNvSpPr>
            <a:spLocks noGrp="1"/>
          </p:cNvSpPr>
          <p:nvPr>
            <p:ph type="pic" sz="quarter" idx="25"/>
          </p:nvPr>
        </p:nvSpPr>
        <p:spPr>
          <a:xfrm>
            <a:off x="2476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41" name="Picture Placeholder 6">
            <a:extLst>
              <a:ext uri="{FF2B5EF4-FFF2-40B4-BE49-F238E27FC236}">
                <a16:creationId xmlns:a16="http://schemas.microsoft.com/office/drawing/2014/main" id="{C810CE01-8E31-B046-9681-CFCEFA94DBE8}"/>
              </a:ext>
            </a:extLst>
          </p:cNvPr>
          <p:cNvSpPr>
            <a:spLocks noGrp="1"/>
          </p:cNvSpPr>
          <p:nvPr>
            <p:ph type="pic" sz="quarter" idx="26"/>
          </p:nvPr>
        </p:nvSpPr>
        <p:spPr>
          <a:xfrm>
            <a:off x="6667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42" name="Picture Placeholder 6">
            <a:extLst>
              <a:ext uri="{FF2B5EF4-FFF2-40B4-BE49-F238E27FC236}">
                <a16:creationId xmlns:a16="http://schemas.microsoft.com/office/drawing/2014/main" id="{2D72D917-0C75-1F42-BA4D-E34B0DDC64A0}"/>
              </a:ext>
            </a:extLst>
          </p:cNvPr>
          <p:cNvSpPr>
            <a:spLocks noGrp="1"/>
          </p:cNvSpPr>
          <p:nvPr>
            <p:ph type="pic" sz="quarter" idx="27"/>
          </p:nvPr>
        </p:nvSpPr>
        <p:spPr>
          <a:xfrm>
            <a:off x="4895851" y="1087042"/>
            <a:ext cx="3060700" cy="4056458"/>
          </a:xfrm>
          <a:solidFill>
            <a:schemeClr val="tx2"/>
          </a:solidFill>
        </p:spPr>
        <p:txBody>
          <a:bodyPr/>
          <a:lstStyle>
            <a:lvl1pPr marL="0" indent="0">
              <a:buNone/>
              <a:defRPr>
                <a:noFill/>
              </a:defRPr>
            </a:lvl1pPr>
          </a:lstStyle>
          <a:p>
            <a:r>
              <a:rPr lang="en-GB" dirty="0"/>
              <a:t>Click icon to add picture</a:t>
            </a:r>
            <a:endParaRPr lang="en-US" dirty="0"/>
          </a:p>
        </p:txBody>
      </p:sp>
      <p:sp>
        <p:nvSpPr>
          <p:cNvPr id="43" name="Title 1">
            <a:extLst>
              <a:ext uri="{FF2B5EF4-FFF2-40B4-BE49-F238E27FC236}">
                <a16:creationId xmlns:a16="http://schemas.microsoft.com/office/drawing/2014/main" id="{0410B5BD-C6C3-114A-84DF-0A1CF4E81E07}"/>
              </a:ext>
            </a:extLst>
          </p:cNvPr>
          <p:cNvSpPr>
            <a:spLocks noGrp="1"/>
          </p:cNvSpPr>
          <p:nvPr>
            <p:ph type="ctrTitle" hasCustomPrompt="1"/>
          </p:nvPr>
        </p:nvSpPr>
        <p:spPr>
          <a:xfrm>
            <a:off x="217369"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44" name="Text Placeholder 12">
            <a:extLst>
              <a:ext uri="{FF2B5EF4-FFF2-40B4-BE49-F238E27FC236}">
                <a16:creationId xmlns:a16="http://schemas.microsoft.com/office/drawing/2014/main" id="{F0237B58-E79A-CE46-B00A-B96873B37C90}"/>
              </a:ext>
            </a:extLst>
          </p:cNvPr>
          <p:cNvSpPr>
            <a:spLocks noGrp="1"/>
          </p:cNvSpPr>
          <p:nvPr>
            <p:ph type="body" sz="quarter" idx="15" hasCustomPrompt="1"/>
          </p:nvPr>
        </p:nvSpPr>
        <p:spPr>
          <a:xfrm>
            <a:off x="1128714"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45" name="Text Placeholder 5">
            <a:extLst>
              <a:ext uri="{FF2B5EF4-FFF2-40B4-BE49-F238E27FC236}">
                <a16:creationId xmlns:a16="http://schemas.microsoft.com/office/drawing/2014/main" id="{3374F799-CF35-904D-B75C-A87BEC4B2797}"/>
              </a:ext>
            </a:extLst>
          </p:cNvPr>
          <p:cNvSpPr>
            <a:spLocks noGrp="1"/>
          </p:cNvSpPr>
          <p:nvPr>
            <p:ph type="body" sz="quarter" idx="28" hasCustomPrompt="1"/>
          </p:nvPr>
        </p:nvSpPr>
        <p:spPr>
          <a:xfrm>
            <a:off x="5148262" y="1120251"/>
            <a:ext cx="2678907" cy="3914775"/>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volum</a:t>
            </a:r>
            <a:r>
              <a:rPr lang="en-US" dirty="0"/>
              <a:t> </a:t>
            </a:r>
            <a:r>
              <a:rPr lang="en-US" dirty="0" err="1"/>
              <a:t>accusum</a:t>
            </a:r>
            <a:r>
              <a:rPr lang="en-US" dirty="0"/>
              <a:t> </a:t>
            </a:r>
            <a:r>
              <a:rPr lang="en-US" dirty="0" err="1"/>
              <a:t>demque</a:t>
            </a:r>
            <a:r>
              <a:rPr lang="en-US" dirty="0"/>
              <a:t> </a:t>
            </a:r>
            <a:r>
              <a:rPr lang="en-US" dirty="0" err="1"/>
              <a:t>laudtium</a:t>
            </a:r>
            <a:r>
              <a:rPr lang="en-US" dirty="0"/>
              <a:t>, </a:t>
            </a:r>
            <a:r>
              <a:rPr lang="en-US" dirty="0" err="1"/>
              <a:t>toam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46" name="Slide Number Placeholder 5">
            <a:extLst>
              <a:ext uri="{FF2B5EF4-FFF2-40B4-BE49-F238E27FC236}">
                <a16:creationId xmlns:a16="http://schemas.microsoft.com/office/drawing/2014/main" id="{B6088186-E65B-0A44-9B48-33EA87FD11BC}"/>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Tree>
    <p:extLst>
      <p:ext uri="{BB962C8B-B14F-4D97-AF65-F5344CB8AC3E}">
        <p14:creationId xmlns:p14="http://schemas.microsoft.com/office/powerpoint/2010/main" val="3930730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ontent">
    <p:spTree>
      <p:nvGrpSpPr>
        <p:cNvPr id="1" name=""/>
        <p:cNvGrpSpPr/>
        <p:nvPr/>
      </p:nvGrpSpPr>
      <p:grpSpPr>
        <a:xfrm>
          <a:off x="0" y="0"/>
          <a:ext cx="0" cy="0"/>
          <a:chOff x="0" y="0"/>
          <a:chExt cx="0" cy="0"/>
        </a:xfrm>
      </p:grpSpPr>
      <p:sp>
        <p:nvSpPr>
          <p:cNvPr id="12" name="Picture Placeholder 6">
            <a:extLst>
              <a:ext uri="{FF2B5EF4-FFF2-40B4-BE49-F238E27FC236}">
                <a16:creationId xmlns:a16="http://schemas.microsoft.com/office/drawing/2014/main" id="{9694FE34-68B1-564D-832F-F8CDB5AA31CD}"/>
              </a:ext>
            </a:extLst>
          </p:cNvPr>
          <p:cNvSpPr>
            <a:spLocks noGrp="1"/>
          </p:cNvSpPr>
          <p:nvPr>
            <p:ph type="pic" sz="quarter" idx="18"/>
          </p:nvPr>
        </p:nvSpPr>
        <p:spPr>
          <a:xfrm>
            <a:off x="-36511" y="0"/>
            <a:ext cx="4248149" cy="5143500"/>
          </a:xfrm>
          <a:solidFill>
            <a:schemeClr val="bg2"/>
          </a:solidFill>
        </p:spPr>
        <p:txBody>
          <a:bodyPr/>
          <a:lstStyle>
            <a:lvl1pPr marL="0" indent="0">
              <a:buNone/>
              <a:defRPr/>
            </a:lvl1pPr>
          </a:lstStyle>
          <a:p>
            <a:r>
              <a:rPr lang="en-GB" dirty="0"/>
              <a:t>Click icon to add picture</a:t>
            </a:r>
            <a:endParaRPr lang="en-US" dirty="0"/>
          </a:p>
        </p:txBody>
      </p:sp>
      <p:sp>
        <p:nvSpPr>
          <p:cNvPr id="19" name="Picture Placeholder 6">
            <a:extLst>
              <a:ext uri="{FF2B5EF4-FFF2-40B4-BE49-F238E27FC236}">
                <a16:creationId xmlns:a16="http://schemas.microsoft.com/office/drawing/2014/main" id="{15987EE7-B97E-FE4F-B074-261D98D6E619}"/>
              </a:ext>
            </a:extLst>
          </p:cNvPr>
          <p:cNvSpPr>
            <a:spLocks noGrp="1"/>
          </p:cNvSpPr>
          <p:nvPr>
            <p:ph type="pic" sz="quarter" idx="27"/>
          </p:nvPr>
        </p:nvSpPr>
        <p:spPr>
          <a:xfrm>
            <a:off x="947058" y="2768514"/>
            <a:ext cx="8196943" cy="1801106"/>
          </a:xfrm>
          <a:solidFill>
            <a:schemeClr val="tx2"/>
          </a:solidFill>
        </p:spPr>
        <p:txBody>
          <a:bodyPr/>
          <a:lstStyle>
            <a:lvl1pPr marL="0" indent="0">
              <a:buNone/>
              <a:defRPr>
                <a:noFill/>
              </a:defRPr>
            </a:lvl1pPr>
          </a:lstStyle>
          <a:p>
            <a:r>
              <a:rPr lang="en-GB" dirty="0"/>
              <a:t>Click icon to add picture</a:t>
            </a:r>
            <a:endParaRPr lang="en-US" dirty="0"/>
          </a:p>
        </p:txBody>
      </p:sp>
      <p:sp>
        <p:nvSpPr>
          <p:cNvPr id="20" name="Text Placeholder 5">
            <a:extLst>
              <a:ext uri="{FF2B5EF4-FFF2-40B4-BE49-F238E27FC236}">
                <a16:creationId xmlns:a16="http://schemas.microsoft.com/office/drawing/2014/main" id="{E18C611D-709E-D842-9A92-985AE90921C8}"/>
              </a:ext>
            </a:extLst>
          </p:cNvPr>
          <p:cNvSpPr>
            <a:spLocks noGrp="1"/>
          </p:cNvSpPr>
          <p:nvPr>
            <p:ph type="body" sz="quarter" idx="28" hasCustomPrompt="1"/>
          </p:nvPr>
        </p:nvSpPr>
        <p:spPr>
          <a:xfrm>
            <a:off x="1187451" y="2976564"/>
            <a:ext cx="7635525" cy="1044719"/>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volupam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21" name="Title 1">
            <a:extLst>
              <a:ext uri="{FF2B5EF4-FFF2-40B4-BE49-F238E27FC236}">
                <a16:creationId xmlns:a16="http://schemas.microsoft.com/office/drawing/2014/main" id="{0B51006E-B59F-B944-B680-618BA1A21702}"/>
              </a:ext>
            </a:extLst>
          </p:cNvPr>
          <p:cNvSpPr>
            <a:spLocks noGrp="1"/>
          </p:cNvSpPr>
          <p:nvPr>
            <p:ph type="ctrTitle" hasCustomPrompt="1"/>
          </p:nvPr>
        </p:nvSpPr>
        <p:spPr>
          <a:xfrm>
            <a:off x="4613190"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2" name="Text Placeholder 12">
            <a:extLst>
              <a:ext uri="{FF2B5EF4-FFF2-40B4-BE49-F238E27FC236}">
                <a16:creationId xmlns:a16="http://schemas.microsoft.com/office/drawing/2014/main" id="{D3232675-67DE-D441-8225-C4411B90ABF6}"/>
              </a:ext>
            </a:extLst>
          </p:cNvPr>
          <p:cNvSpPr>
            <a:spLocks noGrp="1"/>
          </p:cNvSpPr>
          <p:nvPr>
            <p:ph type="body" sz="quarter" idx="15" hasCustomPrompt="1"/>
          </p:nvPr>
        </p:nvSpPr>
        <p:spPr>
          <a:xfrm>
            <a:off x="5066792" y="1375341"/>
            <a:ext cx="3826669"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3" name="Slide Number Placeholder 5">
            <a:extLst>
              <a:ext uri="{FF2B5EF4-FFF2-40B4-BE49-F238E27FC236}">
                <a16:creationId xmlns:a16="http://schemas.microsoft.com/office/drawing/2014/main" id="{4AB0AA8D-1E97-9640-A9BA-D019530025B5}"/>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4" name="Picture 23">
            <a:extLst>
              <a:ext uri="{FF2B5EF4-FFF2-40B4-BE49-F238E27FC236}">
                <a16:creationId xmlns:a16="http://schemas.microsoft.com/office/drawing/2014/main" id="{3EA22CF9-9C91-D947-86BE-5E0D2D6F23A1}"/>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005447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ontent">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6677B0AA-CCF3-024C-B9D3-FFF4ED35BAD9}"/>
              </a:ext>
            </a:extLst>
          </p:cNvPr>
          <p:cNvSpPr>
            <a:spLocks noGrp="1"/>
          </p:cNvSpPr>
          <p:nvPr>
            <p:ph type="pic" sz="quarter" idx="19"/>
          </p:nvPr>
        </p:nvSpPr>
        <p:spPr>
          <a:xfrm>
            <a:off x="-36512" y="0"/>
            <a:ext cx="4248151" cy="5156442"/>
          </a:xfrm>
          <a:solidFill>
            <a:schemeClr val="bg2"/>
          </a:solidFill>
        </p:spPr>
        <p:txBody>
          <a:bodyPr/>
          <a:lstStyle/>
          <a:p>
            <a:r>
              <a:rPr lang="en-GB"/>
              <a:t>Click icon to add picture</a:t>
            </a:r>
            <a:endParaRPr lang="en-US"/>
          </a:p>
        </p:txBody>
      </p:sp>
      <p:sp>
        <p:nvSpPr>
          <p:cNvPr id="14" name="Picture Placeholder 11">
            <a:extLst>
              <a:ext uri="{FF2B5EF4-FFF2-40B4-BE49-F238E27FC236}">
                <a16:creationId xmlns:a16="http://schemas.microsoft.com/office/drawing/2014/main" id="{EE8E762D-B6D6-884A-B6D4-534C14B0551D}"/>
              </a:ext>
            </a:extLst>
          </p:cNvPr>
          <p:cNvSpPr>
            <a:spLocks noGrp="1"/>
          </p:cNvSpPr>
          <p:nvPr>
            <p:ph type="pic" sz="quarter" idx="25" hasCustomPrompt="1"/>
          </p:nvPr>
        </p:nvSpPr>
        <p:spPr>
          <a:xfrm>
            <a:off x="3311526" y="2271946"/>
            <a:ext cx="2567407" cy="2884496"/>
          </a:xfrm>
          <a:solidFill>
            <a:schemeClr val="bg1"/>
          </a:solidFill>
        </p:spPr>
        <p:txBody>
          <a:bodyPr/>
          <a:lstStyle>
            <a:lvl1pPr marL="0" indent="0">
              <a:buNone/>
              <a:defRPr>
                <a:noFill/>
              </a:defRPr>
            </a:lvl1pPr>
          </a:lstStyle>
          <a:p>
            <a:r>
              <a:rPr lang="en-US" dirty="0"/>
              <a:t>  </a:t>
            </a:r>
          </a:p>
        </p:txBody>
      </p:sp>
      <p:sp>
        <p:nvSpPr>
          <p:cNvPr id="15" name="Text Placeholder 9">
            <a:extLst>
              <a:ext uri="{FF2B5EF4-FFF2-40B4-BE49-F238E27FC236}">
                <a16:creationId xmlns:a16="http://schemas.microsoft.com/office/drawing/2014/main" id="{D62535FF-C987-2B4E-8EC0-F1D8A1CD2633}"/>
              </a:ext>
            </a:extLst>
          </p:cNvPr>
          <p:cNvSpPr>
            <a:spLocks noGrp="1"/>
          </p:cNvSpPr>
          <p:nvPr>
            <p:ph type="body" sz="quarter" idx="21" hasCustomPrompt="1"/>
          </p:nvPr>
        </p:nvSpPr>
        <p:spPr>
          <a:xfrm>
            <a:off x="3959226" y="2736290"/>
            <a:ext cx="3997325" cy="1645444"/>
          </a:xfrm>
        </p:spPr>
        <p:txBody>
          <a:bodyPr anchor="t">
            <a:noAutofit/>
          </a:bodyPr>
          <a:lstStyle>
            <a:lvl1pPr marL="0" indent="0">
              <a:lnSpc>
                <a:spcPct val="100000"/>
              </a:lnSpc>
              <a:buNone/>
              <a:defRPr sz="1575">
                <a:solidFill>
                  <a:schemeClr val="tx1"/>
                </a:solidFill>
                <a:latin typeface="Palatino Linotype" panose="02040502050505030304" pitchFamily="18"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adipiscing</a:t>
            </a:r>
            <a:r>
              <a:rPr lang="en-US" dirty="0"/>
              <a:t> </a:t>
            </a:r>
            <a:r>
              <a:rPr lang="en-US" dirty="0" err="1"/>
              <a:t>etu</a:t>
            </a:r>
            <a:r>
              <a:rPr lang="en-US" dirty="0"/>
              <a:t> </a:t>
            </a:r>
            <a:r>
              <a:rPr lang="en-US" dirty="0" err="1"/>
              <a:t>consectetur</a:t>
            </a:r>
            <a:r>
              <a:rPr lang="en-US" dirty="0"/>
              <a:t> </a:t>
            </a:r>
            <a:r>
              <a:rPr lang="en-US" dirty="0" err="1"/>
              <a:t>elit</a:t>
            </a:r>
            <a:r>
              <a:rPr lang="en-US" dirty="0"/>
              <a:t> </a:t>
            </a:r>
            <a:r>
              <a:rPr lang="en-US" dirty="0" err="1"/>
              <a:t>nam</a:t>
            </a:r>
            <a:r>
              <a:rPr lang="en-US" dirty="0"/>
              <a:t> sed </a:t>
            </a:r>
            <a:r>
              <a:rPr lang="en-US" dirty="0" err="1"/>
              <a:t>sollicitudin</a:t>
            </a:r>
            <a:r>
              <a:rPr lang="en-US" dirty="0"/>
              <a:t> ipsum”</a:t>
            </a:r>
          </a:p>
        </p:txBody>
      </p:sp>
      <p:sp>
        <p:nvSpPr>
          <p:cNvPr id="16" name="Picture Placeholder 11">
            <a:extLst>
              <a:ext uri="{FF2B5EF4-FFF2-40B4-BE49-F238E27FC236}">
                <a16:creationId xmlns:a16="http://schemas.microsoft.com/office/drawing/2014/main" id="{6A4CC0C3-7E3E-1F40-BFB3-2E469BCEEE7F}"/>
              </a:ext>
            </a:extLst>
          </p:cNvPr>
          <p:cNvSpPr>
            <a:spLocks noGrp="1"/>
          </p:cNvSpPr>
          <p:nvPr>
            <p:ph type="pic" sz="quarter" idx="23" hasCustomPrompt="1"/>
          </p:nvPr>
        </p:nvSpPr>
        <p:spPr>
          <a:xfrm>
            <a:off x="3059114" y="2083828"/>
            <a:ext cx="1152525" cy="188118"/>
          </a:xfrm>
          <a:solidFill>
            <a:schemeClr val="tx2"/>
          </a:solidFill>
        </p:spPr>
        <p:txBody>
          <a:bodyPr/>
          <a:lstStyle>
            <a:lvl1pPr marL="0" indent="0">
              <a:buNone/>
              <a:defRPr>
                <a:noFill/>
              </a:defRPr>
            </a:lvl1pPr>
          </a:lstStyle>
          <a:p>
            <a:r>
              <a:rPr lang="en-GB" dirty="0"/>
              <a:t>Click icon to add </a:t>
            </a:r>
            <a:r>
              <a:rPr lang="en-GB" dirty="0" err="1"/>
              <a:t>picturev</a:t>
            </a:r>
            <a:endParaRPr lang="en-US" dirty="0"/>
          </a:p>
        </p:txBody>
      </p:sp>
      <p:sp>
        <p:nvSpPr>
          <p:cNvPr id="17" name="Picture Placeholder 11">
            <a:extLst>
              <a:ext uri="{FF2B5EF4-FFF2-40B4-BE49-F238E27FC236}">
                <a16:creationId xmlns:a16="http://schemas.microsoft.com/office/drawing/2014/main" id="{F4324BDA-1FE5-5D47-A1F0-2DF0F12FEDBF}"/>
              </a:ext>
            </a:extLst>
          </p:cNvPr>
          <p:cNvSpPr>
            <a:spLocks noGrp="1"/>
          </p:cNvSpPr>
          <p:nvPr>
            <p:ph type="pic" sz="quarter" idx="24" hasCustomPrompt="1"/>
          </p:nvPr>
        </p:nvSpPr>
        <p:spPr>
          <a:xfrm>
            <a:off x="3059115" y="2106412"/>
            <a:ext cx="252412" cy="1572620"/>
          </a:xfrm>
          <a:solidFill>
            <a:schemeClr val="tx2"/>
          </a:solidFill>
        </p:spPr>
        <p:txBody>
          <a:bodyPr/>
          <a:lstStyle>
            <a:lvl1pPr marL="0" indent="0">
              <a:buNone/>
              <a:defRPr>
                <a:noFill/>
              </a:defRPr>
            </a:lvl1pPr>
          </a:lstStyle>
          <a:p>
            <a:r>
              <a:rPr lang="en-US" dirty="0"/>
              <a:t> </a:t>
            </a:r>
          </a:p>
        </p:txBody>
      </p:sp>
      <p:sp>
        <p:nvSpPr>
          <p:cNvPr id="18" name="Title 1">
            <a:extLst>
              <a:ext uri="{FF2B5EF4-FFF2-40B4-BE49-F238E27FC236}">
                <a16:creationId xmlns:a16="http://schemas.microsoft.com/office/drawing/2014/main" id="{2E8E2992-7052-D54B-9DE7-317D502BD7D9}"/>
              </a:ext>
            </a:extLst>
          </p:cNvPr>
          <p:cNvSpPr>
            <a:spLocks noGrp="1"/>
          </p:cNvSpPr>
          <p:nvPr>
            <p:ph type="ctrTitle" hasCustomPrompt="1"/>
          </p:nvPr>
        </p:nvSpPr>
        <p:spPr>
          <a:xfrm>
            <a:off x="4613275"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5" name="Text Placeholder 12">
            <a:extLst>
              <a:ext uri="{FF2B5EF4-FFF2-40B4-BE49-F238E27FC236}">
                <a16:creationId xmlns:a16="http://schemas.microsoft.com/office/drawing/2014/main" id="{29C58135-0726-014E-847F-2C6101F3999F}"/>
              </a:ext>
            </a:extLst>
          </p:cNvPr>
          <p:cNvSpPr>
            <a:spLocks noGrp="1"/>
          </p:cNvSpPr>
          <p:nvPr>
            <p:ph type="body" sz="quarter" idx="15" hasCustomPrompt="1"/>
          </p:nvPr>
        </p:nvSpPr>
        <p:spPr>
          <a:xfrm>
            <a:off x="6063826" y="1375341"/>
            <a:ext cx="2833623"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6" name="Slide Number Placeholder 5">
            <a:extLst>
              <a:ext uri="{FF2B5EF4-FFF2-40B4-BE49-F238E27FC236}">
                <a16:creationId xmlns:a16="http://schemas.microsoft.com/office/drawing/2014/main" id="{82778931-07A2-F646-A751-8E894EE98308}"/>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7" name="Picture 26">
            <a:extLst>
              <a:ext uri="{FF2B5EF4-FFF2-40B4-BE49-F238E27FC236}">
                <a16:creationId xmlns:a16="http://schemas.microsoft.com/office/drawing/2014/main" id="{561CB852-1F71-FD4F-ACD6-2624A4797B46}"/>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986552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Conten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AFEBDCF7-4AFA-CA4A-9A4C-F467473C62A6}"/>
              </a:ext>
            </a:extLst>
          </p:cNvPr>
          <p:cNvSpPr>
            <a:spLocks noGrp="1"/>
          </p:cNvSpPr>
          <p:nvPr>
            <p:ph type="pic" sz="quarter" idx="18"/>
          </p:nvPr>
        </p:nvSpPr>
        <p:spPr>
          <a:xfrm>
            <a:off x="1" y="2463404"/>
            <a:ext cx="2476500" cy="1918097"/>
          </a:xfrm>
          <a:solidFill>
            <a:schemeClr val="bg2"/>
          </a:solidFill>
        </p:spPr>
        <p:txBody>
          <a:bodyPr/>
          <a:lstStyle>
            <a:lvl1pPr marL="0" indent="0">
              <a:buNone/>
              <a:defRPr/>
            </a:lvl1pPr>
          </a:lstStyle>
          <a:p>
            <a:r>
              <a:rPr lang="en-GB" dirty="0"/>
              <a:t>Click icon to add picture</a:t>
            </a:r>
            <a:endParaRPr lang="en-US" dirty="0"/>
          </a:p>
        </p:txBody>
      </p:sp>
      <p:sp>
        <p:nvSpPr>
          <p:cNvPr id="12" name="Picture Placeholder 6">
            <a:extLst>
              <a:ext uri="{FF2B5EF4-FFF2-40B4-BE49-F238E27FC236}">
                <a16:creationId xmlns:a16="http://schemas.microsoft.com/office/drawing/2014/main" id="{F694560C-4043-3449-9275-20B11BCFB3D5}"/>
              </a:ext>
            </a:extLst>
          </p:cNvPr>
          <p:cNvSpPr>
            <a:spLocks noGrp="1"/>
          </p:cNvSpPr>
          <p:nvPr>
            <p:ph type="pic" sz="quarter" idx="25"/>
          </p:nvPr>
        </p:nvSpPr>
        <p:spPr>
          <a:xfrm>
            <a:off x="2476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19" name="Picture Placeholder 6">
            <a:extLst>
              <a:ext uri="{FF2B5EF4-FFF2-40B4-BE49-F238E27FC236}">
                <a16:creationId xmlns:a16="http://schemas.microsoft.com/office/drawing/2014/main" id="{70839E54-C673-9E4E-8B0E-5E5A0FD2AC11}"/>
              </a:ext>
            </a:extLst>
          </p:cNvPr>
          <p:cNvSpPr>
            <a:spLocks noGrp="1"/>
          </p:cNvSpPr>
          <p:nvPr>
            <p:ph type="pic" sz="quarter" idx="26"/>
          </p:nvPr>
        </p:nvSpPr>
        <p:spPr>
          <a:xfrm>
            <a:off x="6667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20" name="Picture Placeholder 6">
            <a:extLst>
              <a:ext uri="{FF2B5EF4-FFF2-40B4-BE49-F238E27FC236}">
                <a16:creationId xmlns:a16="http://schemas.microsoft.com/office/drawing/2014/main" id="{59DFF7F5-CAA7-E64C-9E33-1379D1E3CC06}"/>
              </a:ext>
            </a:extLst>
          </p:cNvPr>
          <p:cNvSpPr>
            <a:spLocks noGrp="1"/>
          </p:cNvSpPr>
          <p:nvPr>
            <p:ph type="pic" sz="quarter" idx="27"/>
          </p:nvPr>
        </p:nvSpPr>
        <p:spPr>
          <a:xfrm>
            <a:off x="4895851" y="1087042"/>
            <a:ext cx="3060700" cy="4056458"/>
          </a:xfrm>
          <a:solidFill>
            <a:schemeClr val="tx2"/>
          </a:solidFill>
        </p:spPr>
        <p:txBody>
          <a:bodyPr/>
          <a:lstStyle>
            <a:lvl1pPr marL="0" indent="0">
              <a:buNone/>
              <a:defRPr>
                <a:noFill/>
              </a:defRPr>
            </a:lvl1pPr>
          </a:lstStyle>
          <a:p>
            <a:r>
              <a:rPr lang="en-GB" dirty="0"/>
              <a:t>Click icon to add picture</a:t>
            </a:r>
            <a:endParaRPr lang="en-US" dirty="0"/>
          </a:p>
        </p:txBody>
      </p:sp>
      <p:sp>
        <p:nvSpPr>
          <p:cNvPr id="21" name="Title 1">
            <a:extLst>
              <a:ext uri="{FF2B5EF4-FFF2-40B4-BE49-F238E27FC236}">
                <a16:creationId xmlns:a16="http://schemas.microsoft.com/office/drawing/2014/main" id="{DA4F1660-0145-8D4E-BD51-0531F17FF32D}"/>
              </a:ext>
            </a:extLst>
          </p:cNvPr>
          <p:cNvSpPr>
            <a:spLocks noGrp="1"/>
          </p:cNvSpPr>
          <p:nvPr>
            <p:ph type="ctrTitle" hasCustomPrompt="1"/>
          </p:nvPr>
        </p:nvSpPr>
        <p:spPr>
          <a:xfrm>
            <a:off x="217369"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2" name="Text Placeholder 12">
            <a:extLst>
              <a:ext uri="{FF2B5EF4-FFF2-40B4-BE49-F238E27FC236}">
                <a16:creationId xmlns:a16="http://schemas.microsoft.com/office/drawing/2014/main" id="{84E0CF31-5A8A-E549-98C2-D9B5B66DE95E}"/>
              </a:ext>
            </a:extLst>
          </p:cNvPr>
          <p:cNvSpPr>
            <a:spLocks noGrp="1"/>
          </p:cNvSpPr>
          <p:nvPr>
            <p:ph type="body" sz="quarter" idx="15" hasCustomPrompt="1"/>
          </p:nvPr>
        </p:nvSpPr>
        <p:spPr>
          <a:xfrm>
            <a:off x="1128714"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3" name="Text Placeholder 5">
            <a:extLst>
              <a:ext uri="{FF2B5EF4-FFF2-40B4-BE49-F238E27FC236}">
                <a16:creationId xmlns:a16="http://schemas.microsoft.com/office/drawing/2014/main" id="{1BE0260D-C491-EF44-BCA6-82753A8581C3}"/>
              </a:ext>
            </a:extLst>
          </p:cNvPr>
          <p:cNvSpPr>
            <a:spLocks noGrp="1"/>
          </p:cNvSpPr>
          <p:nvPr>
            <p:ph type="body" sz="quarter" idx="28" hasCustomPrompt="1"/>
          </p:nvPr>
        </p:nvSpPr>
        <p:spPr>
          <a:xfrm>
            <a:off x="5148262" y="1120251"/>
            <a:ext cx="2678907" cy="3914775"/>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volum</a:t>
            </a:r>
            <a:r>
              <a:rPr lang="en-US" dirty="0"/>
              <a:t> </a:t>
            </a:r>
            <a:r>
              <a:rPr lang="en-US" dirty="0" err="1"/>
              <a:t>accusum</a:t>
            </a:r>
            <a:r>
              <a:rPr lang="en-US" dirty="0"/>
              <a:t> </a:t>
            </a:r>
            <a:r>
              <a:rPr lang="en-US" dirty="0" err="1"/>
              <a:t>demque</a:t>
            </a:r>
            <a:r>
              <a:rPr lang="en-US" dirty="0"/>
              <a:t> </a:t>
            </a:r>
            <a:r>
              <a:rPr lang="en-US" dirty="0" err="1"/>
              <a:t>laudtium</a:t>
            </a:r>
            <a:r>
              <a:rPr lang="en-US" dirty="0"/>
              <a:t>, </a:t>
            </a:r>
            <a:r>
              <a:rPr lang="en-US" dirty="0" err="1"/>
              <a:t>toam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24" name="Slide Number Placeholder 5">
            <a:extLst>
              <a:ext uri="{FF2B5EF4-FFF2-40B4-BE49-F238E27FC236}">
                <a16:creationId xmlns:a16="http://schemas.microsoft.com/office/drawing/2014/main" id="{397ECEBE-5993-DA4E-8B09-85CDB4983EAD}"/>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5" name="Picture 24">
            <a:extLst>
              <a:ext uri="{FF2B5EF4-FFF2-40B4-BE49-F238E27FC236}">
                <a16:creationId xmlns:a16="http://schemas.microsoft.com/office/drawing/2014/main" id="{82F21D89-63E9-AE48-AC79-8A1FD3C186D8}"/>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6796725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Content">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A0381FBC-D882-D948-BD37-2D0D1AD49A86}"/>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14" name="Picture Placeholder 6">
            <a:extLst>
              <a:ext uri="{FF2B5EF4-FFF2-40B4-BE49-F238E27FC236}">
                <a16:creationId xmlns:a16="http://schemas.microsoft.com/office/drawing/2014/main" id="{DEC99DC7-EBBE-9441-8150-DAF59315CE7E}"/>
              </a:ext>
            </a:extLst>
          </p:cNvPr>
          <p:cNvSpPr>
            <a:spLocks noGrp="1"/>
          </p:cNvSpPr>
          <p:nvPr>
            <p:ph type="pic" sz="quarter" idx="18"/>
          </p:nvPr>
        </p:nvSpPr>
        <p:spPr>
          <a:xfrm>
            <a:off x="-36511" y="0"/>
            <a:ext cx="4248149" cy="5143500"/>
          </a:xfrm>
          <a:solidFill>
            <a:schemeClr val="bg2"/>
          </a:solidFill>
        </p:spPr>
        <p:txBody>
          <a:bodyPr/>
          <a:lstStyle>
            <a:lvl1pPr marL="0" indent="0">
              <a:buNone/>
              <a:defRPr/>
            </a:lvl1pPr>
          </a:lstStyle>
          <a:p>
            <a:r>
              <a:rPr lang="en-GB" dirty="0"/>
              <a:t>Click icon to add picture</a:t>
            </a:r>
            <a:endParaRPr lang="en-US" dirty="0"/>
          </a:p>
        </p:txBody>
      </p:sp>
      <p:sp>
        <p:nvSpPr>
          <p:cNvPr id="15" name="Picture Placeholder 6">
            <a:extLst>
              <a:ext uri="{FF2B5EF4-FFF2-40B4-BE49-F238E27FC236}">
                <a16:creationId xmlns:a16="http://schemas.microsoft.com/office/drawing/2014/main" id="{41297FCF-E0B2-E84D-8653-7303E8E54AD9}"/>
              </a:ext>
            </a:extLst>
          </p:cNvPr>
          <p:cNvSpPr>
            <a:spLocks noGrp="1"/>
          </p:cNvSpPr>
          <p:nvPr>
            <p:ph type="pic" sz="quarter" idx="27"/>
          </p:nvPr>
        </p:nvSpPr>
        <p:spPr>
          <a:xfrm>
            <a:off x="947058" y="2768514"/>
            <a:ext cx="8196943" cy="1801106"/>
          </a:xfrm>
          <a:solidFill>
            <a:schemeClr val="tx2"/>
          </a:solidFill>
        </p:spPr>
        <p:txBody>
          <a:bodyPr/>
          <a:lstStyle>
            <a:lvl1pPr marL="0" indent="0">
              <a:buNone/>
              <a:defRPr>
                <a:noFill/>
              </a:defRPr>
            </a:lvl1pPr>
          </a:lstStyle>
          <a:p>
            <a:r>
              <a:rPr lang="en-GB" dirty="0"/>
              <a:t>Click icon to add picture</a:t>
            </a:r>
            <a:endParaRPr lang="en-US" dirty="0"/>
          </a:p>
        </p:txBody>
      </p:sp>
      <p:sp>
        <p:nvSpPr>
          <p:cNvPr id="16" name="Text Placeholder 5">
            <a:extLst>
              <a:ext uri="{FF2B5EF4-FFF2-40B4-BE49-F238E27FC236}">
                <a16:creationId xmlns:a16="http://schemas.microsoft.com/office/drawing/2014/main" id="{3495CD57-2DF1-7E4A-8069-FB00B0CE2974}"/>
              </a:ext>
            </a:extLst>
          </p:cNvPr>
          <p:cNvSpPr>
            <a:spLocks noGrp="1"/>
          </p:cNvSpPr>
          <p:nvPr>
            <p:ph type="body" sz="quarter" idx="28" hasCustomPrompt="1"/>
          </p:nvPr>
        </p:nvSpPr>
        <p:spPr>
          <a:xfrm>
            <a:off x="1187451" y="2976564"/>
            <a:ext cx="7635525" cy="1044719"/>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volupam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17" name="Title 1">
            <a:extLst>
              <a:ext uri="{FF2B5EF4-FFF2-40B4-BE49-F238E27FC236}">
                <a16:creationId xmlns:a16="http://schemas.microsoft.com/office/drawing/2014/main" id="{59FDB52D-8E29-0249-B773-560B5931FA71}"/>
              </a:ext>
            </a:extLst>
          </p:cNvPr>
          <p:cNvSpPr>
            <a:spLocks noGrp="1"/>
          </p:cNvSpPr>
          <p:nvPr>
            <p:ph type="ctrTitle" hasCustomPrompt="1"/>
          </p:nvPr>
        </p:nvSpPr>
        <p:spPr>
          <a:xfrm>
            <a:off x="4613190"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18" name="Text Placeholder 12">
            <a:extLst>
              <a:ext uri="{FF2B5EF4-FFF2-40B4-BE49-F238E27FC236}">
                <a16:creationId xmlns:a16="http://schemas.microsoft.com/office/drawing/2014/main" id="{600B3BF8-0DB3-2146-81EE-AE9E422BBDDB}"/>
              </a:ext>
            </a:extLst>
          </p:cNvPr>
          <p:cNvSpPr>
            <a:spLocks noGrp="1"/>
          </p:cNvSpPr>
          <p:nvPr>
            <p:ph type="body" sz="quarter" idx="15" hasCustomPrompt="1"/>
          </p:nvPr>
        </p:nvSpPr>
        <p:spPr>
          <a:xfrm>
            <a:off x="5066792" y="1375341"/>
            <a:ext cx="3826669"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pic>
        <p:nvPicPr>
          <p:cNvPr id="19" name="Picture 18">
            <a:extLst>
              <a:ext uri="{FF2B5EF4-FFF2-40B4-BE49-F238E27FC236}">
                <a16:creationId xmlns:a16="http://schemas.microsoft.com/office/drawing/2014/main" id="{918D4C5F-2BFF-3247-A0AE-C7D20AF8FBD2}"/>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060663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ontent">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3D641A95-58A0-DC41-959A-79450F96EB44}"/>
              </a:ext>
            </a:extLst>
          </p:cNvPr>
          <p:cNvSpPr>
            <a:spLocks noGrp="1"/>
          </p:cNvSpPr>
          <p:nvPr>
            <p:ph type="pic" sz="quarter" idx="19"/>
          </p:nvPr>
        </p:nvSpPr>
        <p:spPr>
          <a:xfrm>
            <a:off x="-36512" y="1"/>
            <a:ext cx="4248151" cy="5156442"/>
          </a:xfrm>
          <a:solidFill>
            <a:schemeClr val="bg2"/>
          </a:solidFill>
        </p:spPr>
        <p:txBody>
          <a:bodyPr/>
          <a:lstStyle/>
          <a:p>
            <a:r>
              <a:rPr lang="en-GB"/>
              <a:t>Click icon to add picture</a:t>
            </a:r>
            <a:endParaRPr lang="en-US"/>
          </a:p>
        </p:txBody>
      </p:sp>
      <p:sp>
        <p:nvSpPr>
          <p:cNvPr id="22" name="Picture Placeholder 11">
            <a:extLst>
              <a:ext uri="{FF2B5EF4-FFF2-40B4-BE49-F238E27FC236}">
                <a16:creationId xmlns:a16="http://schemas.microsoft.com/office/drawing/2014/main" id="{30AE4442-7354-974C-8850-22D92FBBC7E1}"/>
              </a:ext>
            </a:extLst>
          </p:cNvPr>
          <p:cNvSpPr>
            <a:spLocks noGrp="1"/>
          </p:cNvSpPr>
          <p:nvPr>
            <p:ph type="pic" sz="quarter" idx="25" hasCustomPrompt="1"/>
          </p:nvPr>
        </p:nvSpPr>
        <p:spPr>
          <a:xfrm>
            <a:off x="3311526" y="2275286"/>
            <a:ext cx="2520951" cy="2881157"/>
          </a:xfrm>
          <a:solidFill>
            <a:schemeClr val="bg1"/>
          </a:solidFill>
        </p:spPr>
        <p:txBody>
          <a:bodyPr/>
          <a:lstStyle>
            <a:lvl1pPr marL="0" indent="0">
              <a:buNone/>
              <a:defRPr>
                <a:noFill/>
              </a:defRPr>
            </a:lvl1pPr>
          </a:lstStyle>
          <a:p>
            <a:r>
              <a:rPr lang="en-US" dirty="0"/>
              <a:t>  </a:t>
            </a:r>
          </a:p>
        </p:txBody>
      </p:sp>
      <p:sp>
        <p:nvSpPr>
          <p:cNvPr id="23" name="Picture Placeholder 11">
            <a:extLst>
              <a:ext uri="{FF2B5EF4-FFF2-40B4-BE49-F238E27FC236}">
                <a16:creationId xmlns:a16="http://schemas.microsoft.com/office/drawing/2014/main" id="{2636BB9C-1670-DC43-BB64-C1FD82AFEC76}"/>
              </a:ext>
            </a:extLst>
          </p:cNvPr>
          <p:cNvSpPr>
            <a:spLocks noGrp="1"/>
          </p:cNvSpPr>
          <p:nvPr>
            <p:ph type="pic" sz="quarter" idx="23" hasCustomPrompt="1"/>
          </p:nvPr>
        </p:nvSpPr>
        <p:spPr>
          <a:xfrm>
            <a:off x="3059114" y="2087167"/>
            <a:ext cx="1152525" cy="188119"/>
          </a:xfrm>
          <a:solidFill>
            <a:schemeClr val="tx2"/>
          </a:solidFill>
        </p:spPr>
        <p:txBody>
          <a:bodyPr/>
          <a:lstStyle>
            <a:lvl1pPr marL="0" indent="0">
              <a:buNone/>
              <a:defRPr>
                <a:noFill/>
              </a:defRPr>
            </a:lvl1pPr>
          </a:lstStyle>
          <a:p>
            <a:r>
              <a:rPr lang="en-GB" dirty="0"/>
              <a:t>Click icon to add </a:t>
            </a:r>
            <a:r>
              <a:rPr lang="en-GB" dirty="0" err="1"/>
              <a:t>picturev</a:t>
            </a:r>
            <a:endParaRPr lang="en-US" dirty="0"/>
          </a:p>
        </p:txBody>
      </p:sp>
      <p:sp>
        <p:nvSpPr>
          <p:cNvPr id="24" name="Picture Placeholder 11">
            <a:extLst>
              <a:ext uri="{FF2B5EF4-FFF2-40B4-BE49-F238E27FC236}">
                <a16:creationId xmlns:a16="http://schemas.microsoft.com/office/drawing/2014/main" id="{DA58E075-17D1-1945-AC79-87B627EAE52A}"/>
              </a:ext>
            </a:extLst>
          </p:cNvPr>
          <p:cNvSpPr>
            <a:spLocks noGrp="1"/>
          </p:cNvSpPr>
          <p:nvPr>
            <p:ph type="pic" sz="quarter" idx="24" hasCustomPrompt="1"/>
          </p:nvPr>
        </p:nvSpPr>
        <p:spPr>
          <a:xfrm>
            <a:off x="3059114" y="2106412"/>
            <a:ext cx="252412" cy="1572620"/>
          </a:xfrm>
          <a:solidFill>
            <a:schemeClr val="tx2"/>
          </a:solidFill>
        </p:spPr>
        <p:txBody>
          <a:bodyPr/>
          <a:lstStyle>
            <a:lvl1pPr marL="0" indent="0">
              <a:buNone/>
              <a:defRPr>
                <a:noFill/>
              </a:defRPr>
            </a:lvl1pPr>
          </a:lstStyle>
          <a:p>
            <a:r>
              <a:rPr lang="en-US" dirty="0"/>
              <a:t> </a:t>
            </a:r>
          </a:p>
        </p:txBody>
      </p:sp>
      <p:sp>
        <p:nvSpPr>
          <p:cNvPr id="25" name="Text Placeholder 9">
            <a:extLst>
              <a:ext uri="{FF2B5EF4-FFF2-40B4-BE49-F238E27FC236}">
                <a16:creationId xmlns:a16="http://schemas.microsoft.com/office/drawing/2014/main" id="{4B722FE1-F40A-CD48-BCCA-4EDB403D3F27}"/>
              </a:ext>
            </a:extLst>
          </p:cNvPr>
          <p:cNvSpPr>
            <a:spLocks noGrp="1"/>
          </p:cNvSpPr>
          <p:nvPr>
            <p:ph type="body" sz="quarter" idx="21" hasCustomPrompt="1"/>
          </p:nvPr>
        </p:nvSpPr>
        <p:spPr>
          <a:xfrm>
            <a:off x="3959226" y="2281964"/>
            <a:ext cx="4019551" cy="1645444"/>
          </a:xfrm>
        </p:spPr>
        <p:txBody>
          <a:bodyPr anchor="t">
            <a:noAutofit/>
          </a:bodyPr>
          <a:lstStyle>
            <a:lvl1pPr marL="0" indent="0">
              <a:lnSpc>
                <a:spcPct val="100000"/>
              </a:lnSpc>
              <a:buNone/>
              <a:defRPr sz="1575">
                <a:solidFill>
                  <a:schemeClr val="tx1"/>
                </a:solidFill>
                <a:latin typeface="Palatino Linotype" panose="02040502050505030304" pitchFamily="18"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adipiscing</a:t>
            </a:r>
            <a:r>
              <a:rPr lang="en-US" dirty="0"/>
              <a:t> </a:t>
            </a:r>
            <a:r>
              <a:rPr lang="en-US" dirty="0" err="1"/>
              <a:t>etu</a:t>
            </a:r>
            <a:r>
              <a:rPr lang="en-US" dirty="0"/>
              <a:t> </a:t>
            </a:r>
            <a:r>
              <a:rPr lang="en-US" dirty="0" err="1"/>
              <a:t>consectetur</a:t>
            </a:r>
            <a:r>
              <a:rPr lang="en-US" dirty="0"/>
              <a:t> </a:t>
            </a:r>
            <a:r>
              <a:rPr lang="en-US" dirty="0" err="1"/>
              <a:t>elit</a:t>
            </a:r>
            <a:r>
              <a:rPr lang="en-US" dirty="0"/>
              <a:t> </a:t>
            </a:r>
            <a:r>
              <a:rPr lang="en-US" dirty="0" err="1"/>
              <a:t>nam</a:t>
            </a:r>
            <a:r>
              <a:rPr lang="en-US" dirty="0"/>
              <a:t> sed </a:t>
            </a:r>
            <a:r>
              <a:rPr lang="en-US" dirty="0" err="1"/>
              <a:t>sollicitudin</a:t>
            </a:r>
            <a:r>
              <a:rPr lang="en-US" dirty="0"/>
              <a:t> ipsum”</a:t>
            </a:r>
          </a:p>
        </p:txBody>
      </p:sp>
      <p:sp>
        <p:nvSpPr>
          <p:cNvPr id="26" name="Title 1">
            <a:extLst>
              <a:ext uri="{FF2B5EF4-FFF2-40B4-BE49-F238E27FC236}">
                <a16:creationId xmlns:a16="http://schemas.microsoft.com/office/drawing/2014/main" id="{563F4F2F-5CFC-A04B-9815-FD2ABA05EF54}"/>
              </a:ext>
            </a:extLst>
          </p:cNvPr>
          <p:cNvSpPr>
            <a:spLocks noGrp="1"/>
          </p:cNvSpPr>
          <p:nvPr>
            <p:ph type="ctrTitle" hasCustomPrompt="1"/>
          </p:nvPr>
        </p:nvSpPr>
        <p:spPr>
          <a:xfrm>
            <a:off x="4613275"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7" name="Text Placeholder 12">
            <a:extLst>
              <a:ext uri="{FF2B5EF4-FFF2-40B4-BE49-F238E27FC236}">
                <a16:creationId xmlns:a16="http://schemas.microsoft.com/office/drawing/2014/main" id="{1B34F4C9-6D97-E24C-ADDA-A77CE6C81901}"/>
              </a:ext>
            </a:extLst>
          </p:cNvPr>
          <p:cNvSpPr>
            <a:spLocks noGrp="1"/>
          </p:cNvSpPr>
          <p:nvPr>
            <p:ph type="body" sz="quarter" idx="15" hasCustomPrompt="1"/>
          </p:nvPr>
        </p:nvSpPr>
        <p:spPr>
          <a:xfrm>
            <a:off x="4895851" y="1375341"/>
            <a:ext cx="4001597" cy="999646"/>
          </a:xfrm>
        </p:spPr>
        <p:txBody>
          <a:bodyPr tIns="288000">
            <a:noAutofit/>
          </a:bodyPr>
          <a:lstStyle>
            <a:lvl1pPr marL="0" indent="0" algn="l">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8" name="Slide Number Placeholder 5">
            <a:extLst>
              <a:ext uri="{FF2B5EF4-FFF2-40B4-BE49-F238E27FC236}">
                <a16:creationId xmlns:a16="http://schemas.microsoft.com/office/drawing/2014/main" id="{C4A61996-2719-4545-90A3-350A5C2F4701}"/>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9" name="Picture 28">
            <a:extLst>
              <a:ext uri="{FF2B5EF4-FFF2-40B4-BE49-F238E27FC236}">
                <a16:creationId xmlns:a16="http://schemas.microsoft.com/office/drawing/2014/main" id="{88343EB1-6AB4-B840-A5A4-327D10934C06}"/>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949545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
    <p:spTree>
      <p:nvGrpSpPr>
        <p:cNvPr id="1" name=""/>
        <p:cNvGrpSpPr/>
        <p:nvPr/>
      </p:nvGrpSpPr>
      <p:grpSpPr>
        <a:xfrm>
          <a:off x="0" y="0"/>
          <a:ext cx="0" cy="0"/>
          <a:chOff x="0" y="0"/>
          <a:chExt cx="0" cy="0"/>
        </a:xfrm>
      </p:grpSpPr>
      <p:sp>
        <p:nvSpPr>
          <p:cNvPr id="13" name="Picture Placeholder 6">
            <a:extLst>
              <a:ext uri="{FF2B5EF4-FFF2-40B4-BE49-F238E27FC236}">
                <a16:creationId xmlns:a16="http://schemas.microsoft.com/office/drawing/2014/main" id="{8EE9BD45-0D99-A442-9C05-BD532108CFFB}"/>
              </a:ext>
            </a:extLst>
          </p:cNvPr>
          <p:cNvSpPr>
            <a:spLocks noGrp="1"/>
          </p:cNvSpPr>
          <p:nvPr>
            <p:ph type="pic" sz="quarter" idx="18"/>
          </p:nvPr>
        </p:nvSpPr>
        <p:spPr>
          <a:xfrm>
            <a:off x="-794" y="1"/>
            <a:ext cx="2376487" cy="3165872"/>
          </a:xfrm>
          <a:solidFill>
            <a:schemeClr val="bg2"/>
          </a:solidFill>
        </p:spPr>
        <p:txBody>
          <a:bodyPr/>
          <a:lstStyle>
            <a:lvl1pPr marL="0" indent="0">
              <a:buNone/>
              <a:defRPr/>
            </a:lvl1pPr>
          </a:lstStyle>
          <a:p>
            <a:r>
              <a:rPr lang="en-GB"/>
              <a:t>Click icon to add picture</a:t>
            </a:r>
            <a:endParaRPr lang="en-US" dirty="0"/>
          </a:p>
        </p:txBody>
      </p:sp>
      <p:sp>
        <p:nvSpPr>
          <p:cNvPr id="14" name="Text Placeholder 3">
            <a:extLst>
              <a:ext uri="{FF2B5EF4-FFF2-40B4-BE49-F238E27FC236}">
                <a16:creationId xmlns:a16="http://schemas.microsoft.com/office/drawing/2014/main" id="{8E519351-A31E-B648-BC29-955E0661FBD2}"/>
              </a:ext>
            </a:extLst>
          </p:cNvPr>
          <p:cNvSpPr>
            <a:spLocks noGrp="1"/>
          </p:cNvSpPr>
          <p:nvPr>
            <p:ph type="body" sz="quarter" idx="22" hasCustomPrompt="1"/>
          </p:nvPr>
        </p:nvSpPr>
        <p:spPr>
          <a:xfrm>
            <a:off x="679221" y="3266869"/>
            <a:ext cx="2889711" cy="1448006"/>
          </a:xfrm>
        </p:spPr>
        <p:txBody>
          <a:bodyPr lIns="503999" tIns="251999" rIns="251999" bIns="251999" anchor="t">
            <a:noAutofit/>
          </a:bodyPr>
          <a:lstStyle>
            <a:lvl1pPr marL="0" indent="0">
              <a:spcBef>
                <a:spcPts val="225"/>
              </a:spcBef>
              <a:buNone/>
              <a:defRPr sz="1013">
                <a:solidFill>
                  <a:schemeClr val="tx1"/>
                </a:solidFill>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adipisicing</a:t>
            </a:r>
            <a:r>
              <a:rPr lang="en-US" dirty="0"/>
              <a:t> </a:t>
            </a:r>
            <a:r>
              <a:rPr lang="en-US" dirty="0" err="1"/>
              <a:t>etu</a:t>
            </a:r>
            <a:r>
              <a:rPr lang="en-US" dirty="0"/>
              <a:t> </a:t>
            </a:r>
            <a:r>
              <a:rPr lang="en-US" dirty="0" err="1"/>
              <a:t>constectetur</a:t>
            </a:r>
            <a:endParaRPr lang="en-US" dirty="0"/>
          </a:p>
        </p:txBody>
      </p:sp>
      <p:sp>
        <p:nvSpPr>
          <p:cNvPr id="15" name="Text Placeholder 3">
            <a:extLst>
              <a:ext uri="{FF2B5EF4-FFF2-40B4-BE49-F238E27FC236}">
                <a16:creationId xmlns:a16="http://schemas.microsoft.com/office/drawing/2014/main" id="{83F4AC5B-04FD-CA44-B1AD-7812A10E1ADF}"/>
              </a:ext>
            </a:extLst>
          </p:cNvPr>
          <p:cNvSpPr>
            <a:spLocks noGrp="1"/>
          </p:cNvSpPr>
          <p:nvPr>
            <p:ph type="body" sz="quarter" idx="41" hasCustomPrompt="1"/>
          </p:nvPr>
        </p:nvSpPr>
        <p:spPr>
          <a:xfrm>
            <a:off x="6767514" y="2978077"/>
            <a:ext cx="1989199" cy="1448006"/>
          </a:xfrm>
        </p:spPr>
        <p:txBody>
          <a:bodyPr lIns="251999" tIns="251999" rIns="251999" bIns="251999" anchor="t">
            <a:noAutofit/>
          </a:bodyPr>
          <a:lstStyle>
            <a:lvl1pPr marL="0" indent="0">
              <a:spcBef>
                <a:spcPts val="225"/>
              </a:spcBef>
              <a:buNone/>
              <a:defRPr sz="1013">
                <a:solidFill>
                  <a:schemeClr val="tx1"/>
                </a:solidFill>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p>
        </p:txBody>
      </p:sp>
      <p:sp>
        <p:nvSpPr>
          <p:cNvPr id="16" name="Picture Placeholder 6">
            <a:extLst>
              <a:ext uri="{FF2B5EF4-FFF2-40B4-BE49-F238E27FC236}">
                <a16:creationId xmlns:a16="http://schemas.microsoft.com/office/drawing/2014/main" id="{1D9D216A-A01B-5D4C-ADB2-2D5655EC83A4}"/>
              </a:ext>
            </a:extLst>
          </p:cNvPr>
          <p:cNvSpPr>
            <a:spLocks noGrp="1"/>
          </p:cNvSpPr>
          <p:nvPr>
            <p:ph type="pic" sz="quarter" idx="42"/>
          </p:nvPr>
        </p:nvSpPr>
        <p:spPr>
          <a:xfrm>
            <a:off x="3327796" y="2978078"/>
            <a:ext cx="2757093" cy="2165423"/>
          </a:xfrm>
          <a:solidFill>
            <a:schemeClr val="bg2"/>
          </a:solidFill>
        </p:spPr>
        <p:txBody>
          <a:bodyPr/>
          <a:lstStyle>
            <a:lvl1pPr marL="0" indent="0">
              <a:buNone/>
              <a:defRPr/>
            </a:lvl1pPr>
          </a:lstStyle>
          <a:p>
            <a:r>
              <a:rPr lang="en-GB"/>
              <a:t>Click icon to add picture</a:t>
            </a:r>
            <a:endParaRPr lang="en-US" dirty="0"/>
          </a:p>
        </p:txBody>
      </p:sp>
      <p:sp>
        <p:nvSpPr>
          <p:cNvPr id="17" name="Picture Placeholder 11">
            <a:extLst>
              <a:ext uri="{FF2B5EF4-FFF2-40B4-BE49-F238E27FC236}">
                <a16:creationId xmlns:a16="http://schemas.microsoft.com/office/drawing/2014/main" id="{C724F13B-1757-0740-B34C-F5151014158D}"/>
              </a:ext>
            </a:extLst>
          </p:cNvPr>
          <p:cNvSpPr>
            <a:spLocks noGrp="1"/>
          </p:cNvSpPr>
          <p:nvPr>
            <p:ph type="pic" sz="quarter" idx="43"/>
          </p:nvPr>
        </p:nvSpPr>
        <p:spPr>
          <a:xfrm>
            <a:off x="4895850" y="2784277"/>
            <a:ext cx="1189039" cy="189311"/>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18" name="Picture Placeholder 11">
            <a:extLst>
              <a:ext uri="{FF2B5EF4-FFF2-40B4-BE49-F238E27FC236}">
                <a16:creationId xmlns:a16="http://schemas.microsoft.com/office/drawing/2014/main" id="{242FA64A-44AB-F44B-BAEF-DDA16BC7790C}"/>
              </a:ext>
            </a:extLst>
          </p:cNvPr>
          <p:cNvSpPr>
            <a:spLocks noGrp="1"/>
          </p:cNvSpPr>
          <p:nvPr>
            <p:ph type="pic" sz="quarter" idx="16" hasCustomPrompt="1"/>
          </p:nvPr>
        </p:nvSpPr>
        <p:spPr>
          <a:xfrm>
            <a:off x="5832476" y="2878931"/>
            <a:ext cx="252413" cy="1346700"/>
          </a:xfrm>
          <a:solidFill>
            <a:schemeClr val="accent1"/>
          </a:solidFill>
        </p:spPr>
        <p:txBody>
          <a:bodyPr/>
          <a:lstStyle>
            <a:lvl1pPr marL="0" indent="0">
              <a:buNone/>
              <a:defRPr>
                <a:noFill/>
              </a:defRPr>
            </a:lvl1pPr>
          </a:lstStyle>
          <a:p>
            <a:r>
              <a:rPr lang="en-US" dirty="0"/>
              <a:t> </a:t>
            </a:r>
          </a:p>
        </p:txBody>
      </p:sp>
      <p:sp>
        <p:nvSpPr>
          <p:cNvPr id="19" name="Title 1">
            <a:extLst>
              <a:ext uri="{FF2B5EF4-FFF2-40B4-BE49-F238E27FC236}">
                <a16:creationId xmlns:a16="http://schemas.microsoft.com/office/drawing/2014/main" id="{B6398FEB-AA01-2B4F-93E9-96B131BB9134}"/>
              </a:ext>
            </a:extLst>
          </p:cNvPr>
          <p:cNvSpPr>
            <a:spLocks noGrp="1"/>
          </p:cNvSpPr>
          <p:nvPr>
            <p:ph type="ctrTitle" hasCustomPrompt="1"/>
          </p:nvPr>
        </p:nvSpPr>
        <p:spPr>
          <a:xfrm>
            <a:off x="3028442"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0" name="Text Placeholder 12">
            <a:extLst>
              <a:ext uri="{FF2B5EF4-FFF2-40B4-BE49-F238E27FC236}">
                <a16:creationId xmlns:a16="http://schemas.microsoft.com/office/drawing/2014/main" id="{DFA8D4B4-ED34-4049-8340-51458A6CB04F}"/>
              </a:ext>
            </a:extLst>
          </p:cNvPr>
          <p:cNvSpPr>
            <a:spLocks noGrp="1"/>
          </p:cNvSpPr>
          <p:nvPr>
            <p:ph type="body" sz="quarter" idx="15" hasCustomPrompt="1"/>
          </p:nvPr>
        </p:nvSpPr>
        <p:spPr>
          <a:xfrm>
            <a:off x="3652872"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1" name="Slide Number Placeholder 5">
            <a:extLst>
              <a:ext uri="{FF2B5EF4-FFF2-40B4-BE49-F238E27FC236}">
                <a16:creationId xmlns:a16="http://schemas.microsoft.com/office/drawing/2014/main" id="{CF10ADC6-8556-8040-BB34-F2382241B785}"/>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2" name="Picture 21">
            <a:extLst>
              <a:ext uri="{FF2B5EF4-FFF2-40B4-BE49-F238E27FC236}">
                <a16:creationId xmlns:a16="http://schemas.microsoft.com/office/drawing/2014/main" id="{C3EA6B50-E4A9-F34D-ADFA-364D84E8EBBC}"/>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748852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ontent">
    <p:spTree>
      <p:nvGrpSpPr>
        <p:cNvPr id="1" name=""/>
        <p:cNvGrpSpPr/>
        <p:nvPr/>
      </p:nvGrpSpPr>
      <p:grpSpPr>
        <a:xfrm>
          <a:off x="0" y="0"/>
          <a:ext cx="0" cy="0"/>
          <a:chOff x="0" y="0"/>
          <a:chExt cx="0" cy="0"/>
        </a:xfrm>
      </p:grpSpPr>
      <p:sp>
        <p:nvSpPr>
          <p:cNvPr id="36" name="Picture Placeholder 6">
            <a:extLst>
              <a:ext uri="{FF2B5EF4-FFF2-40B4-BE49-F238E27FC236}">
                <a16:creationId xmlns:a16="http://schemas.microsoft.com/office/drawing/2014/main" id="{2253A77E-2A45-A244-98D3-0807B2E5D49D}"/>
              </a:ext>
            </a:extLst>
          </p:cNvPr>
          <p:cNvSpPr>
            <a:spLocks noGrp="1"/>
          </p:cNvSpPr>
          <p:nvPr>
            <p:ph type="pic" sz="quarter" idx="18"/>
          </p:nvPr>
        </p:nvSpPr>
        <p:spPr>
          <a:xfrm>
            <a:off x="0" y="1"/>
            <a:ext cx="2376488" cy="4217194"/>
          </a:xfrm>
          <a:solidFill>
            <a:schemeClr val="bg2"/>
          </a:solidFill>
        </p:spPr>
        <p:txBody>
          <a:bodyPr/>
          <a:lstStyle>
            <a:lvl1pPr marL="0" indent="0">
              <a:buNone/>
              <a:defRPr/>
            </a:lvl1pPr>
          </a:lstStyle>
          <a:p>
            <a:r>
              <a:rPr lang="en-GB"/>
              <a:t>Click icon to add picture</a:t>
            </a:r>
            <a:endParaRPr lang="en-US" dirty="0"/>
          </a:p>
        </p:txBody>
      </p:sp>
      <p:sp>
        <p:nvSpPr>
          <p:cNvPr id="37" name="Picture Placeholder 11">
            <a:extLst>
              <a:ext uri="{FF2B5EF4-FFF2-40B4-BE49-F238E27FC236}">
                <a16:creationId xmlns:a16="http://schemas.microsoft.com/office/drawing/2014/main" id="{4F72F97A-BF22-4A4B-B1F8-959FE266D7D3}"/>
              </a:ext>
            </a:extLst>
          </p:cNvPr>
          <p:cNvSpPr>
            <a:spLocks noGrp="1"/>
          </p:cNvSpPr>
          <p:nvPr>
            <p:ph type="pic" sz="quarter" idx="26" hasCustomPrompt="1"/>
          </p:nvPr>
        </p:nvSpPr>
        <p:spPr>
          <a:xfrm>
            <a:off x="1439863" y="3163832"/>
            <a:ext cx="1388451" cy="1979668"/>
          </a:xfrm>
          <a:solidFill>
            <a:schemeClr val="bg1"/>
          </a:solidFill>
        </p:spPr>
        <p:txBody>
          <a:bodyPr/>
          <a:lstStyle>
            <a:lvl1pPr marL="0" indent="0">
              <a:buNone/>
              <a:defRPr>
                <a:noFill/>
              </a:defRPr>
            </a:lvl1pPr>
          </a:lstStyle>
          <a:p>
            <a:r>
              <a:rPr lang="en-US" dirty="0"/>
              <a:t>  </a:t>
            </a:r>
          </a:p>
        </p:txBody>
      </p:sp>
      <p:sp>
        <p:nvSpPr>
          <p:cNvPr id="38" name="Picture Placeholder 11">
            <a:extLst>
              <a:ext uri="{FF2B5EF4-FFF2-40B4-BE49-F238E27FC236}">
                <a16:creationId xmlns:a16="http://schemas.microsoft.com/office/drawing/2014/main" id="{79321CA2-B9EA-AA41-99D2-D0E314A99D22}"/>
              </a:ext>
            </a:extLst>
          </p:cNvPr>
          <p:cNvSpPr>
            <a:spLocks noGrp="1"/>
          </p:cNvSpPr>
          <p:nvPr>
            <p:ph type="pic" sz="quarter" idx="24"/>
          </p:nvPr>
        </p:nvSpPr>
        <p:spPr>
          <a:xfrm>
            <a:off x="1439864" y="2976562"/>
            <a:ext cx="936625" cy="187270"/>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39" name="Picture Placeholder 11">
            <a:extLst>
              <a:ext uri="{FF2B5EF4-FFF2-40B4-BE49-F238E27FC236}">
                <a16:creationId xmlns:a16="http://schemas.microsoft.com/office/drawing/2014/main" id="{080A5FAE-E4A2-104A-8E37-7094B8D8F0B4}"/>
              </a:ext>
            </a:extLst>
          </p:cNvPr>
          <p:cNvSpPr>
            <a:spLocks noGrp="1"/>
          </p:cNvSpPr>
          <p:nvPr>
            <p:ph type="pic" sz="quarter" idx="16" hasCustomPrompt="1"/>
          </p:nvPr>
        </p:nvSpPr>
        <p:spPr>
          <a:xfrm>
            <a:off x="2124076" y="1087043"/>
            <a:ext cx="252413" cy="2078831"/>
          </a:xfrm>
          <a:solidFill>
            <a:schemeClr val="accent1"/>
          </a:solidFill>
        </p:spPr>
        <p:txBody>
          <a:bodyPr/>
          <a:lstStyle>
            <a:lvl1pPr marL="0" indent="0">
              <a:buNone/>
              <a:defRPr>
                <a:noFill/>
              </a:defRPr>
            </a:lvl1pPr>
          </a:lstStyle>
          <a:p>
            <a:r>
              <a:rPr lang="en-US" dirty="0"/>
              <a:t> </a:t>
            </a:r>
          </a:p>
        </p:txBody>
      </p:sp>
      <p:sp>
        <p:nvSpPr>
          <p:cNvPr id="40" name="Slide Number Placeholder 5">
            <a:extLst>
              <a:ext uri="{FF2B5EF4-FFF2-40B4-BE49-F238E27FC236}">
                <a16:creationId xmlns:a16="http://schemas.microsoft.com/office/drawing/2014/main" id="{43227DD8-A965-2D47-B4C4-591DD30E7847}"/>
              </a:ext>
            </a:extLst>
          </p:cNvPr>
          <p:cNvSpPr txBox="1">
            <a:spLocks/>
          </p:cNvSpPr>
          <p:nvPr userDrawn="1"/>
        </p:nvSpPr>
        <p:spPr>
          <a:xfrm>
            <a:off x="512279" y="4569619"/>
            <a:ext cx="2057400" cy="273844"/>
          </a:xfrm>
          <a:prstGeom prst="rect">
            <a:avLst/>
          </a:prstGeom>
        </p:spPr>
        <p:txBody>
          <a:bodyPr vert="horz" lIns="0" tIns="34290" rIns="0" bIns="34290" rtlCol="0" anchor="ctr"/>
          <a:lstStyle>
            <a:defPPr>
              <a:defRPr lang="en-US"/>
            </a:defPPr>
            <a:lvl1pPr marL="0" algn="l"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41" name="Title 1">
            <a:extLst>
              <a:ext uri="{FF2B5EF4-FFF2-40B4-BE49-F238E27FC236}">
                <a16:creationId xmlns:a16="http://schemas.microsoft.com/office/drawing/2014/main" id="{D2AF1390-83A7-CB48-B417-1ED6FADB0301}"/>
              </a:ext>
            </a:extLst>
          </p:cNvPr>
          <p:cNvSpPr>
            <a:spLocks noGrp="1"/>
          </p:cNvSpPr>
          <p:nvPr>
            <p:ph type="ctrTitle" hasCustomPrompt="1"/>
          </p:nvPr>
        </p:nvSpPr>
        <p:spPr>
          <a:xfrm>
            <a:off x="3024189" y="902836"/>
            <a:ext cx="3084428" cy="1173956"/>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a:t>
            </a:r>
            <a:r>
              <a:rPr lang="en-GB" dirty="0" err="1"/>
              <a:t>etu</a:t>
            </a:r>
            <a:r>
              <a:rPr lang="en-GB" dirty="0"/>
              <a:t> ipsum </a:t>
            </a:r>
            <a:r>
              <a:rPr lang="en-GB" dirty="0" err="1"/>
              <a:t>dolor</a:t>
            </a:r>
            <a:endParaRPr lang="en-US" dirty="0"/>
          </a:p>
        </p:txBody>
      </p:sp>
      <p:sp>
        <p:nvSpPr>
          <p:cNvPr id="69" name="Text Placeholder 20">
            <a:extLst>
              <a:ext uri="{FF2B5EF4-FFF2-40B4-BE49-F238E27FC236}">
                <a16:creationId xmlns:a16="http://schemas.microsoft.com/office/drawing/2014/main" id="{0630B74F-9ADA-824D-951C-D46E20156B28}"/>
              </a:ext>
            </a:extLst>
          </p:cNvPr>
          <p:cNvSpPr>
            <a:spLocks noGrp="1"/>
          </p:cNvSpPr>
          <p:nvPr>
            <p:ph type="body" sz="quarter" idx="19" hasCustomPrompt="1"/>
          </p:nvPr>
        </p:nvSpPr>
        <p:spPr>
          <a:xfrm>
            <a:off x="5889181" y="904083"/>
            <a:ext cx="3093668" cy="2072480"/>
          </a:xfrm>
          <a:solidFill>
            <a:schemeClr val="bg1"/>
          </a:solidFill>
        </p:spPr>
        <p:txBody>
          <a:bodyPr rIns="432000" numCol="1" spcCol="252000">
            <a:noAutofit/>
          </a:bodyPr>
          <a:lstStyle>
            <a:lvl1pPr marL="0" marR="0" indent="0" algn="l" defTabSz="514350" rtl="0" eaLnBrk="1" fontAlgn="auto" latinLnBrk="0" hangingPunct="1">
              <a:lnSpc>
                <a:spcPct val="90000"/>
              </a:lnSpc>
              <a:spcBef>
                <a:spcPts val="563"/>
              </a:spcBef>
              <a:spcAft>
                <a:spcPts val="0"/>
              </a:spcAft>
              <a:buClrTx/>
              <a:buSzTx/>
              <a:buFont typeface="Arial" panose="020B0604020202020204" pitchFamily="34" charset="0"/>
              <a:buNone/>
              <a:tabLst/>
              <a:defRPr b="0">
                <a:solidFill>
                  <a:schemeClr val="tx1"/>
                </a:solidFill>
              </a:defRPr>
            </a:lvl1pPr>
          </a:lstStyle>
          <a:p>
            <a:pPr lvl="0"/>
            <a:r>
              <a:rPr lang="en-US" dirty="0"/>
              <a:t>Lorem ipsum</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sp>
        <p:nvSpPr>
          <p:cNvPr id="70" name="Picture Placeholder 6">
            <a:extLst>
              <a:ext uri="{FF2B5EF4-FFF2-40B4-BE49-F238E27FC236}">
                <a16:creationId xmlns:a16="http://schemas.microsoft.com/office/drawing/2014/main" id="{DE4F4154-8A9F-F049-8751-F143EE9D6A89}"/>
              </a:ext>
            </a:extLst>
          </p:cNvPr>
          <p:cNvSpPr>
            <a:spLocks noGrp="1"/>
          </p:cNvSpPr>
          <p:nvPr>
            <p:ph type="pic" sz="quarter" idx="25"/>
          </p:nvPr>
        </p:nvSpPr>
        <p:spPr>
          <a:xfrm>
            <a:off x="6406901" y="2970610"/>
            <a:ext cx="2737099" cy="2178842"/>
          </a:xfrm>
          <a:solidFill>
            <a:schemeClr val="bg2"/>
          </a:solidFill>
        </p:spPr>
        <p:txBody>
          <a:bodyPr/>
          <a:lstStyle>
            <a:lvl1pPr marL="0" indent="0">
              <a:buNone/>
              <a:defRPr/>
            </a:lvl1pPr>
          </a:lstStyle>
          <a:p>
            <a:r>
              <a:rPr lang="en-GB" dirty="0"/>
              <a:t>Click icon to add picture</a:t>
            </a:r>
            <a:endParaRPr lang="en-US" dirty="0"/>
          </a:p>
        </p:txBody>
      </p:sp>
      <p:sp>
        <p:nvSpPr>
          <p:cNvPr id="71" name="Picture Placeholder 11">
            <a:extLst>
              <a:ext uri="{FF2B5EF4-FFF2-40B4-BE49-F238E27FC236}">
                <a16:creationId xmlns:a16="http://schemas.microsoft.com/office/drawing/2014/main" id="{8593447A-9519-1642-9A5A-49799B0745F0}"/>
              </a:ext>
            </a:extLst>
          </p:cNvPr>
          <p:cNvSpPr>
            <a:spLocks noGrp="1"/>
          </p:cNvSpPr>
          <p:nvPr>
            <p:ph type="pic" sz="quarter" idx="27"/>
          </p:nvPr>
        </p:nvSpPr>
        <p:spPr>
          <a:xfrm>
            <a:off x="3313311" y="2976562"/>
            <a:ext cx="3084428" cy="2172890"/>
          </a:xfrm>
          <a:solidFill>
            <a:schemeClr val="tx2"/>
          </a:solidFill>
        </p:spPr>
        <p:txBody>
          <a:bodyPr/>
          <a:lstStyle>
            <a:lvl1pPr marL="0" indent="0">
              <a:buNone/>
              <a:defRPr>
                <a:noFill/>
              </a:defRPr>
            </a:lvl1pPr>
          </a:lstStyle>
          <a:p>
            <a:r>
              <a:rPr lang="en-GB" dirty="0"/>
              <a:t>Click icon to add picture</a:t>
            </a:r>
            <a:endParaRPr lang="en-US" dirty="0"/>
          </a:p>
        </p:txBody>
      </p:sp>
      <p:sp>
        <p:nvSpPr>
          <p:cNvPr id="72" name="Text Placeholder 20">
            <a:extLst>
              <a:ext uri="{FF2B5EF4-FFF2-40B4-BE49-F238E27FC236}">
                <a16:creationId xmlns:a16="http://schemas.microsoft.com/office/drawing/2014/main" id="{C50A8639-015C-D448-B606-884203A94C60}"/>
              </a:ext>
            </a:extLst>
          </p:cNvPr>
          <p:cNvSpPr>
            <a:spLocks noGrp="1"/>
          </p:cNvSpPr>
          <p:nvPr>
            <p:ph type="body" sz="quarter" idx="21" hasCustomPrompt="1"/>
          </p:nvPr>
        </p:nvSpPr>
        <p:spPr>
          <a:xfrm>
            <a:off x="3304071" y="2976564"/>
            <a:ext cx="3093668" cy="2172889"/>
          </a:xfrm>
        </p:spPr>
        <p:txBody>
          <a:bodyPr lIns="503999" tIns="503999" rIns="503999" numCol="1" spcCol="252000">
            <a:noAutofit/>
          </a:bodyPr>
          <a:lstStyle>
            <a:lvl1pPr marL="0" marR="0" indent="0" algn="l" defTabSz="514350" rtl="0" eaLnBrk="1" fontAlgn="auto" latinLnBrk="0" hangingPunct="1">
              <a:lnSpc>
                <a:spcPct val="90000"/>
              </a:lnSpc>
              <a:spcBef>
                <a:spcPts val="563"/>
              </a:spcBef>
              <a:spcAft>
                <a:spcPts val="0"/>
              </a:spcAft>
              <a:buClrTx/>
              <a:buSzTx/>
              <a:buFont typeface="Arial" panose="020B0604020202020204" pitchFamily="34" charset="0"/>
              <a:buNone/>
              <a:tabLst/>
              <a:defRPr>
                <a:solidFill>
                  <a:schemeClr val="bg1"/>
                </a:solidFill>
              </a:defRPr>
            </a:lvl1pPr>
          </a:lstStyle>
          <a:p>
            <a:pPr lvl="0"/>
            <a:r>
              <a:rPr lang="en-US" dirty="0"/>
              <a:t>Lorem ipsum dolor</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pic>
        <p:nvPicPr>
          <p:cNvPr id="73" name="Picture 72">
            <a:extLst>
              <a:ext uri="{FF2B5EF4-FFF2-40B4-BE49-F238E27FC236}">
                <a16:creationId xmlns:a16="http://schemas.microsoft.com/office/drawing/2014/main" id="{63A6F335-FF64-014B-A15B-6E83163E78CE}"/>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5390206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Content">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8FF8FFFD-4A77-2545-81D2-553EA03FD162}"/>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32" name="Picture Placeholder 11">
            <a:extLst>
              <a:ext uri="{FF2B5EF4-FFF2-40B4-BE49-F238E27FC236}">
                <a16:creationId xmlns:a16="http://schemas.microsoft.com/office/drawing/2014/main" id="{EF9B744A-41D1-0044-B388-C9E51F8D846E}"/>
              </a:ext>
            </a:extLst>
          </p:cNvPr>
          <p:cNvSpPr>
            <a:spLocks noGrp="1"/>
          </p:cNvSpPr>
          <p:nvPr>
            <p:ph type="pic" sz="quarter" idx="24" hasCustomPrompt="1"/>
          </p:nvPr>
        </p:nvSpPr>
        <p:spPr>
          <a:xfrm rot="5400000">
            <a:off x="3186313" y="762995"/>
            <a:ext cx="215503" cy="1835149"/>
          </a:xfrm>
          <a:solidFill>
            <a:schemeClr val="accent1"/>
          </a:solidFill>
        </p:spPr>
        <p:txBody>
          <a:bodyPr/>
          <a:lstStyle>
            <a:lvl1pPr marL="0" indent="0">
              <a:buNone/>
              <a:defRPr>
                <a:noFill/>
              </a:defRPr>
            </a:lvl1pPr>
          </a:lstStyle>
          <a:p>
            <a:r>
              <a:rPr lang="en-US" dirty="0"/>
              <a:t> </a:t>
            </a:r>
          </a:p>
        </p:txBody>
      </p:sp>
      <p:sp>
        <p:nvSpPr>
          <p:cNvPr id="33" name="Picture Placeholder 11">
            <a:extLst>
              <a:ext uri="{FF2B5EF4-FFF2-40B4-BE49-F238E27FC236}">
                <a16:creationId xmlns:a16="http://schemas.microsoft.com/office/drawing/2014/main" id="{9E18E672-802C-7840-9995-F5E27C6ABF9B}"/>
              </a:ext>
            </a:extLst>
          </p:cNvPr>
          <p:cNvSpPr>
            <a:spLocks noGrp="1"/>
          </p:cNvSpPr>
          <p:nvPr>
            <p:ph type="pic" sz="quarter" idx="25" hasCustomPrompt="1"/>
          </p:nvPr>
        </p:nvSpPr>
        <p:spPr>
          <a:xfrm rot="10800000">
            <a:off x="3959225" y="195263"/>
            <a:ext cx="252412" cy="1593057"/>
          </a:xfrm>
          <a:solidFill>
            <a:schemeClr val="accent1"/>
          </a:solidFill>
        </p:spPr>
        <p:txBody>
          <a:bodyPr/>
          <a:lstStyle>
            <a:lvl1pPr marL="0" indent="0">
              <a:buNone/>
              <a:defRPr>
                <a:noFill/>
              </a:defRPr>
            </a:lvl1pPr>
          </a:lstStyle>
          <a:p>
            <a:r>
              <a:rPr lang="en-US" dirty="0"/>
              <a:t> </a:t>
            </a:r>
          </a:p>
        </p:txBody>
      </p:sp>
      <p:sp>
        <p:nvSpPr>
          <p:cNvPr id="34" name="Picture Placeholder 4">
            <a:extLst>
              <a:ext uri="{FF2B5EF4-FFF2-40B4-BE49-F238E27FC236}">
                <a16:creationId xmlns:a16="http://schemas.microsoft.com/office/drawing/2014/main" id="{B5747C06-ACD7-104D-A231-7D0EC2839D7C}"/>
              </a:ext>
            </a:extLst>
          </p:cNvPr>
          <p:cNvSpPr>
            <a:spLocks noGrp="1"/>
          </p:cNvSpPr>
          <p:nvPr>
            <p:ph type="pic" sz="quarter" idx="17"/>
          </p:nvPr>
        </p:nvSpPr>
        <p:spPr>
          <a:xfrm>
            <a:off x="2" y="-3751"/>
            <a:ext cx="1835151" cy="1576567"/>
          </a:xfrm>
          <a:solidFill>
            <a:schemeClr val="bg2"/>
          </a:solidFill>
        </p:spPr>
        <p:txBody>
          <a:bodyPr/>
          <a:lstStyle>
            <a:lvl1pPr marL="0" indent="0">
              <a:buNone/>
              <a:defRPr/>
            </a:lvl1pPr>
          </a:lstStyle>
          <a:p>
            <a:r>
              <a:rPr lang="en-GB"/>
              <a:t>Click icon to add picture</a:t>
            </a:r>
            <a:endParaRPr lang="en-US" dirty="0"/>
          </a:p>
        </p:txBody>
      </p:sp>
      <p:sp>
        <p:nvSpPr>
          <p:cNvPr id="42" name="Picture Placeholder 4">
            <a:extLst>
              <a:ext uri="{FF2B5EF4-FFF2-40B4-BE49-F238E27FC236}">
                <a16:creationId xmlns:a16="http://schemas.microsoft.com/office/drawing/2014/main" id="{98BC6514-2FBD-5C42-BB1D-C382EAEC7DB3}"/>
              </a:ext>
            </a:extLst>
          </p:cNvPr>
          <p:cNvSpPr>
            <a:spLocks noGrp="1"/>
          </p:cNvSpPr>
          <p:nvPr>
            <p:ph type="pic" sz="quarter" idx="26"/>
          </p:nvPr>
        </p:nvSpPr>
        <p:spPr>
          <a:xfrm>
            <a:off x="1835151" y="-3751"/>
            <a:ext cx="2124076" cy="1576567"/>
          </a:xfrm>
          <a:solidFill>
            <a:schemeClr val="bg2"/>
          </a:solidFill>
        </p:spPr>
        <p:txBody>
          <a:bodyPr/>
          <a:lstStyle>
            <a:lvl1pPr marL="0" indent="0">
              <a:buNone/>
              <a:defRPr/>
            </a:lvl1pPr>
          </a:lstStyle>
          <a:p>
            <a:r>
              <a:rPr lang="en-GB"/>
              <a:t>Click icon to add picture</a:t>
            </a:r>
            <a:endParaRPr lang="en-US" dirty="0"/>
          </a:p>
        </p:txBody>
      </p:sp>
      <p:sp>
        <p:nvSpPr>
          <p:cNvPr id="43" name="Text Placeholder 3">
            <a:extLst>
              <a:ext uri="{FF2B5EF4-FFF2-40B4-BE49-F238E27FC236}">
                <a16:creationId xmlns:a16="http://schemas.microsoft.com/office/drawing/2014/main" id="{10101CF3-040C-EC43-BCE1-6CCEFB3546C9}"/>
              </a:ext>
            </a:extLst>
          </p:cNvPr>
          <p:cNvSpPr>
            <a:spLocks noGrp="1"/>
          </p:cNvSpPr>
          <p:nvPr>
            <p:ph type="body" sz="quarter" idx="19" hasCustomPrompt="1"/>
          </p:nvPr>
        </p:nvSpPr>
        <p:spPr>
          <a:xfrm>
            <a:off x="1193389" y="2281594"/>
            <a:ext cx="2098023" cy="901064"/>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44" name="Picture Placeholder 11">
            <a:extLst>
              <a:ext uri="{FF2B5EF4-FFF2-40B4-BE49-F238E27FC236}">
                <a16:creationId xmlns:a16="http://schemas.microsoft.com/office/drawing/2014/main" id="{81C7871B-B274-AD42-8032-EACB042ADD74}"/>
              </a:ext>
            </a:extLst>
          </p:cNvPr>
          <p:cNvSpPr>
            <a:spLocks noGrp="1"/>
          </p:cNvSpPr>
          <p:nvPr>
            <p:ph type="pic" sz="quarter" idx="23"/>
          </p:nvPr>
        </p:nvSpPr>
        <p:spPr>
          <a:xfrm>
            <a:off x="512629"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45" name="Picture Placeholder 11">
            <a:extLst>
              <a:ext uri="{FF2B5EF4-FFF2-40B4-BE49-F238E27FC236}">
                <a16:creationId xmlns:a16="http://schemas.microsoft.com/office/drawing/2014/main" id="{DD5B8CBB-5615-5041-9690-D818061E69CA}"/>
              </a:ext>
            </a:extLst>
          </p:cNvPr>
          <p:cNvSpPr>
            <a:spLocks noGrp="1"/>
          </p:cNvSpPr>
          <p:nvPr>
            <p:ph type="pic" sz="quarter" idx="29"/>
          </p:nvPr>
        </p:nvSpPr>
        <p:spPr>
          <a:xfrm>
            <a:off x="145007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46" name="Picture Placeholder 11">
            <a:extLst>
              <a:ext uri="{FF2B5EF4-FFF2-40B4-BE49-F238E27FC236}">
                <a16:creationId xmlns:a16="http://schemas.microsoft.com/office/drawing/2014/main" id="{BC4BE4BC-0562-4B47-A3BC-3AA5B14DF19C}"/>
              </a:ext>
            </a:extLst>
          </p:cNvPr>
          <p:cNvSpPr>
            <a:spLocks noGrp="1"/>
          </p:cNvSpPr>
          <p:nvPr>
            <p:ph type="pic" sz="quarter" idx="30"/>
          </p:nvPr>
        </p:nvSpPr>
        <p:spPr>
          <a:xfrm>
            <a:off x="2385014"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47" name="Picture Placeholder 11">
            <a:extLst>
              <a:ext uri="{FF2B5EF4-FFF2-40B4-BE49-F238E27FC236}">
                <a16:creationId xmlns:a16="http://schemas.microsoft.com/office/drawing/2014/main" id="{D6E4122C-015B-1942-AA6A-C58F6630599E}"/>
              </a:ext>
            </a:extLst>
          </p:cNvPr>
          <p:cNvSpPr>
            <a:spLocks noGrp="1"/>
          </p:cNvSpPr>
          <p:nvPr>
            <p:ph type="pic" sz="quarter" idx="31"/>
          </p:nvPr>
        </p:nvSpPr>
        <p:spPr>
          <a:xfrm>
            <a:off x="331995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48" name="Picture Placeholder 11">
            <a:extLst>
              <a:ext uri="{FF2B5EF4-FFF2-40B4-BE49-F238E27FC236}">
                <a16:creationId xmlns:a16="http://schemas.microsoft.com/office/drawing/2014/main" id="{4FDD85B2-55D3-5749-9099-4D5B0DDB2C6F}"/>
              </a:ext>
            </a:extLst>
          </p:cNvPr>
          <p:cNvSpPr>
            <a:spLocks noGrp="1"/>
          </p:cNvSpPr>
          <p:nvPr>
            <p:ph type="pic" sz="quarter" idx="32"/>
          </p:nvPr>
        </p:nvSpPr>
        <p:spPr>
          <a:xfrm>
            <a:off x="4215582" y="3172260"/>
            <a:ext cx="133305" cy="121187"/>
          </a:xfrm>
          <a:solidFill>
            <a:schemeClr val="tx2"/>
          </a:solidFill>
        </p:spPr>
        <p:txBody>
          <a:bodyPr/>
          <a:lstStyle>
            <a:lvl1pPr marL="0" indent="0">
              <a:buNone/>
              <a:defRPr>
                <a:noFill/>
              </a:defRPr>
            </a:lvl1pPr>
          </a:lstStyle>
          <a:p>
            <a:r>
              <a:rPr lang="en-GB"/>
              <a:t>Click icon to add picture</a:t>
            </a:r>
            <a:endParaRPr lang="en-US" dirty="0"/>
          </a:p>
        </p:txBody>
      </p:sp>
      <p:sp>
        <p:nvSpPr>
          <p:cNvPr id="49" name="Text Placeholder 3">
            <a:extLst>
              <a:ext uri="{FF2B5EF4-FFF2-40B4-BE49-F238E27FC236}">
                <a16:creationId xmlns:a16="http://schemas.microsoft.com/office/drawing/2014/main" id="{CE69ED27-C3ED-AB4B-907D-8943D8942727}"/>
              </a:ext>
            </a:extLst>
          </p:cNvPr>
          <p:cNvSpPr>
            <a:spLocks noGrp="1"/>
          </p:cNvSpPr>
          <p:nvPr>
            <p:ph type="body" sz="quarter" idx="34" hasCustomPrompt="1"/>
          </p:nvPr>
        </p:nvSpPr>
        <p:spPr>
          <a:xfrm>
            <a:off x="3053453"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0" name="Picture Placeholder 11">
            <a:extLst>
              <a:ext uri="{FF2B5EF4-FFF2-40B4-BE49-F238E27FC236}">
                <a16:creationId xmlns:a16="http://schemas.microsoft.com/office/drawing/2014/main" id="{088C3799-3422-E14B-A3BD-B76271758A27}"/>
              </a:ext>
            </a:extLst>
          </p:cNvPr>
          <p:cNvSpPr>
            <a:spLocks noGrp="1"/>
          </p:cNvSpPr>
          <p:nvPr>
            <p:ph type="pic" sz="quarter" idx="35"/>
          </p:nvPr>
        </p:nvSpPr>
        <p:spPr>
          <a:xfrm>
            <a:off x="5150522"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51" name="Picture Placeholder 11">
            <a:extLst>
              <a:ext uri="{FF2B5EF4-FFF2-40B4-BE49-F238E27FC236}">
                <a16:creationId xmlns:a16="http://schemas.microsoft.com/office/drawing/2014/main" id="{E585A1D6-EFE7-2146-A72F-CA0C75F3EA70}"/>
              </a:ext>
            </a:extLst>
          </p:cNvPr>
          <p:cNvSpPr>
            <a:spLocks noGrp="1"/>
          </p:cNvSpPr>
          <p:nvPr>
            <p:ph type="pic" sz="quarter" idx="36"/>
          </p:nvPr>
        </p:nvSpPr>
        <p:spPr>
          <a:xfrm>
            <a:off x="611242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52" name="Picture Placeholder 11">
            <a:extLst>
              <a:ext uri="{FF2B5EF4-FFF2-40B4-BE49-F238E27FC236}">
                <a16:creationId xmlns:a16="http://schemas.microsoft.com/office/drawing/2014/main" id="{1C967850-4606-B84D-95BD-21AA957CBBBE}"/>
              </a:ext>
            </a:extLst>
          </p:cNvPr>
          <p:cNvSpPr>
            <a:spLocks noGrp="1"/>
          </p:cNvSpPr>
          <p:nvPr>
            <p:ph type="pic" sz="quarter" idx="37"/>
          </p:nvPr>
        </p:nvSpPr>
        <p:spPr>
          <a:xfrm>
            <a:off x="7019928"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53" name="Text Placeholder 12">
            <a:extLst>
              <a:ext uri="{FF2B5EF4-FFF2-40B4-BE49-F238E27FC236}">
                <a16:creationId xmlns:a16="http://schemas.microsoft.com/office/drawing/2014/main" id="{9C22C35C-6A1A-7547-9A03-374B02ECB2EF}"/>
              </a:ext>
            </a:extLst>
          </p:cNvPr>
          <p:cNvSpPr>
            <a:spLocks noGrp="1"/>
          </p:cNvSpPr>
          <p:nvPr>
            <p:ph type="body" sz="quarter" idx="44" hasCustomPrompt="1"/>
          </p:nvPr>
        </p:nvSpPr>
        <p:spPr>
          <a:xfrm>
            <a:off x="2173743"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4" name="Text Placeholder 3">
            <a:extLst>
              <a:ext uri="{FF2B5EF4-FFF2-40B4-BE49-F238E27FC236}">
                <a16:creationId xmlns:a16="http://schemas.microsoft.com/office/drawing/2014/main" id="{D439ED6B-96C8-FB41-8A98-3CD775A2B9B1}"/>
              </a:ext>
            </a:extLst>
          </p:cNvPr>
          <p:cNvSpPr>
            <a:spLocks noGrp="1"/>
          </p:cNvSpPr>
          <p:nvPr>
            <p:ph type="body" sz="quarter" idx="45" hasCustomPrompt="1"/>
          </p:nvPr>
        </p:nvSpPr>
        <p:spPr>
          <a:xfrm>
            <a:off x="2129213"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5" name="Text Placeholder 12">
            <a:extLst>
              <a:ext uri="{FF2B5EF4-FFF2-40B4-BE49-F238E27FC236}">
                <a16:creationId xmlns:a16="http://schemas.microsoft.com/office/drawing/2014/main" id="{8873C831-8A21-2940-A1B8-3AAA665B6267}"/>
              </a:ext>
            </a:extLst>
          </p:cNvPr>
          <p:cNvSpPr>
            <a:spLocks noGrp="1"/>
          </p:cNvSpPr>
          <p:nvPr>
            <p:ph type="body" sz="quarter" idx="46" hasCustomPrompt="1"/>
          </p:nvPr>
        </p:nvSpPr>
        <p:spPr>
          <a:xfrm>
            <a:off x="4011450"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6" name="Text Placeholder 3">
            <a:extLst>
              <a:ext uri="{FF2B5EF4-FFF2-40B4-BE49-F238E27FC236}">
                <a16:creationId xmlns:a16="http://schemas.microsoft.com/office/drawing/2014/main" id="{B29964C0-962B-F54A-8CAB-0280BBE6B392}"/>
              </a:ext>
            </a:extLst>
          </p:cNvPr>
          <p:cNvSpPr>
            <a:spLocks noGrp="1"/>
          </p:cNvSpPr>
          <p:nvPr>
            <p:ph type="body" sz="quarter" idx="47" hasCustomPrompt="1"/>
          </p:nvPr>
        </p:nvSpPr>
        <p:spPr>
          <a:xfrm>
            <a:off x="3966914"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7" name="Text Placeholder 12">
            <a:extLst>
              <a:ext uri="{FF2B5EF4-FFF2-40B4-BE49-F238E27FC236}">
                <a16:creationId xmlns:a16="http://schemas.microsoft.com/office/drawing/2014/main" id="{6920B3E6-3D84-B44C-B8BA-BA9BBDBF0B60}"/>
              </a:ext>
            </a:extLst>
          </p:cNvPr>
          <p:cNvSpPr>
            <a:spLocks noGrp="1"/>
          </p:cNvSpPr>
          <p:nvPr>
            <p:ph type="body" sz="quarter" idx="48" hasCustomPrompt="1"/>
          </p:nvPr>
        </p:nvSpPr>
        <p:spPr>
          <a:xfrm>
            <a:off x="5905563"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8" name="Text Placeholder 3">
            <a:extLst>
              <a:ext uri="{FF2B5EF4-FFF2-40B4-BE49-F238E27FC236}">
                <a16:creationId xmlns:a16="http://schemas.microsoft.com/office/drawing/2014/main" id="{F55C133F-67F5-D945-9A29-0FFEAE183E8C}"/>
              </a:ext>
            </a:extLst>
          </p:cNvPr>
          <p:cNvSpPr>
            <a:spLocks noGrp="1"/>
          </p:cNvSpPr>
          <p:nvPr>
            <p:ph type="body" sz="quarter" idx="49" hasCustomPrompt="1"/>
          </p:nvPr>
        </p:nvSpPr>
        <p:spPr>
          <a:xfrm>
            <a:off x="5837277"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9" name="Text Placeholder 3">
            <a:extLst>
              <a:ext uri="{FF2B5EF4-FFF2-40B4-BE49-F238E27FC236}">
                <a16:creationId xmlns:a16="http://schemas.microsoft.com/office/drawing/2014/main" id="{B8ADE0AA-62E0-F24D-93CB-12634E395AF7}"/>
              </a:ext>
            </a:extLst>
          </p:cNvPr>
          <p:cNvSpPr>
            <a:spLocks noGrp="1"/>
          </p:cNvSpPr>
          <p:nvPr>
            <p:ph type="body" sz="quarter" idx="51" hasCustomPrompt="1"/>
          </p:nvPr>
        </p:nvSpPr>
        <p:spPr>
          <a:xfrm>
            <a:off x="4902230"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60" name="Text Placeholder 3">
            <a:extLst>
              <a:ext uri="{FF2B5EF4-FFF2-40B4-BE49-F238E27FC236}">
                <a16:creationId xmlns:a16="http://schemas.microsoft.com/office/drawing/2014/main" id="{3B4AAFAD-DB04-3742-8E81-AA07E9395293}"/>
              </a:ext>
            </a:extLst>
          </p:cNvPr>
          <p:cNvSpPr>
            <a:spLocks noGrp="1"/>
          </p:cNvSpPr>
          <p:nvPr>
            <p:ph type="body" sz="quarter" idx="53" hasCustomPrompt="1"/>
          </p:nvPr>
        </p:nvSpPr>
        <p:spPr>
          <a:xfrm>
            <a:off x="6762011"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61" name="Slide Number Placeholder 5">
            <a:extLst>
              <a:ext uri="{FF2B5EF4-FFF2-40B4-BE49-F238E27FC236}">
                <a16:creationId xmlns:a16="http://schemas.microsoft.com/office/drawing/2014/main" id="{6FDB7C9B-D2FD-D74C-8311-40149A32BCB4}"/>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62" name="Text Placeholder 12">
            <a:extLst>
              <a:ext uri="{FF2B5EF4-FFF2-40B4-BE49-F238E27FC236}">
                <a16:creationId xmlns:a16="http://schemas.microsoft.com/office/drawing/2014/main" id="{7E0BFE7E-9AA6-B74F-A3DF-5DCD6C776C12}"/>
              </a:ext>
            </a:extLst>
          </p:cNvPr>
          <p:cNvSpPr>
            <a:spLocks noGrp="1"/>
          </p:cNvSpPr>
          <p:nvPr>
            <p:ph type="body" sz="quarter" idx="15" hasCustomPrompt="1"/>
          </p:nvPr>
        </p:nvSpPr>
        <p:spPr>
          <a:xfrm>
            <a:off x="1243862"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3" name="Text Placeholder 12">
            <a:extLst>
              <a:ext uri="{FF2B5EF4-FFF2-40B4-BE49-F238E27FC236}">
                <a16:creationId xmlns:a16="http://schemas.microsoft.com/office/drawing/2014/main" id="{D4557E82-1006-0D40-8208-9F8C65E548E7}"/>
              </a:ext>
            </a:extLst>
          </p:cNvPr>
          <p:cNvSpPr>
            <a:spLocks noGrp="1"/>
          </p:cNvSpPr>
          <p:nvPr>
            <p:ph type="body" sz="quarter" idx="33" hasCustomPrompt="1"/>
          </p:nvPr>
        </p:nvSpPr>
        <p:spPr>
          <a:xfrm>
            <a:off x="3111894"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4" name="Text Placeholder 12">
            <a:extLst>
              <a:ext uri="{FF2B5EF4-FFF2-40B4-BE49-F238E27FC236}">
                <a16:creationId xmlns:a16="http://schemas.microsoft.com/office/drawing/2014/main" id="{86F194CA-7D66-1142-978A-3FFBFFA22C0E}"/>
              </a:ext>
            </a:extLst>
          </p:cNvPr>
          <p:cNvSpPr>
            <a:spLocks noGrp="1"/>
          </p:cNvSpPr>
          <p:nvPr>
            <p:ph type="body" sz="quarter" idx="50" hasCustomPrompt="1"/>
          </p:nvPr>
        </p:nvSpPr>
        <p:spPr>
          <a:xfrm>
            <a:off x="4952567"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5" name="Text Placeholder 12">
            <a:extLst>
              <a:ext uri="{FF2B5EF4-FFF2-40B4-BE49-F238E27FC236}">
                <a16:creationId xmlns:a16="http://schemas.microsoft.com/office/drawing/2014/main" id="{A3BEBE19-45B9-8945-B262-8EDD0CFA8C33}"/>
              </a:ext>
            </a:extLst>
          </p:cNvPr>
          <p:cNvSpPr>
            <a:spLocks noGrp="1"/>
          </p:cNvSpPr>
          <p:nvPr>
            <p:ph type="body" sz="quarter" idx="52" hasCustomPrompt="1"/>
          </p:nvPr>
        </p:nvSpPr>
        <p:spPr>
          <a:xfrm>
            <a:off x="6819959"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6" name="Title 1">
            <a:extLst>
              <a:ext uri="{FF2B5EF4-FFF2-40B4-BE49-F238E27FC236}">
                <a16:creationId xmlns:a16="http://schemas.microsoft.com/office/drawing/2014/main" id="{8092A7CC-66D5-824D-AC01-78C41C2277A2}"/>
              </a:ext>
            </a:extLst>
          </p:cNvPr>
          <p:cNvSpPr>
            <a:spLocks noGrp="1"/>
          </p:cNvSpPr>
          <p:nvPr>
            <p:ph type="ctrTitle" hasCustomPrompt="1"/>
          </p:nvPr>
        </p:nvSpPr>
        <p:spPr>
          <a:xfrm>
            <a:off x="4608761" y="902757"/>
            <a:ext cx="4599387" cy="881868"/>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67" name="Text Placeholder 12">
            <a:extLst>
              <a:ext uri="{FF2B5EF4-FFF2-40B4-BE49-F238E27FC236}">
                <a16:creationId xmlns:a16="http://schemas.microsoft.com/office/drawing/2014/main" id="{CC5F14C1-3415-C749-AC2E-3C423BF336F4}"/>
              </a:ext>
            </a:extLst>
          </p:cNvPr>
          <p:cNvSpPr>
            <a:spLocks noGrp="1"/>
          </p:cNvSpPr>
          <p:nvPr>
            <p:ph type="body" sz="quarter" idx="42" hasCustomPrompt="1"/>
          </p:nvPr>
        </p:nvSpPr>
        <p:spPr>
          <a:xfrm>
            <a:off x="306350"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8" name="Text Placeholder 3">
            <a:extLst>
              <a:ext uri="{FF2B5EF4-FFF2-40B4-BE49-F238E27FC236}">
                <a16:creationId xmlns:a16="http://schemas.microsoft.com/office/drawing/2014/main" id="{1067CA0B-77F5-A641-95A1-2F12DBB9BE23}"/>
              </a:ext>
            </a:extLst>
          </p:cNvPr>
          <p:cNvSpPr>
            <a:spLocks noGrp="1"/>
          </p:cNvSpPr>
          <p:nvPr>
            <p:ph type="body" sz="quarter" idx="43" hasCustomPrompt="1"/>
          </p:nvPr>
        </p:nvSpPr>
        <p:spPr>
          <a:xfrm>
            <a:off x="244003"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Tree>
    <p:extLst>
      <p:ext uri="{BB962C8B-B14F-4D97-AF65-F5344CB8AC3E}">
        <p14:creationId xmlns:p14="http://schemas.microsoft.com/office/powerpoint/2010/main" val="3101861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
    <p:spTree>
      <p:nvGrpSpPr>
        <p:cNvPr id="1" name=""/>
        <p:cNvGrpSpPr/>
        <p:nvPr/>
      </p:nvGrpSpPr>
      <p:grpSpPr>
        <a:xfrm>
          <a:off x="0" y="0"/>
          <a:ext cx="0" cy="0"/>
          <a:chOff x="0" y="0"/>
          <a:chExt cx="0" cy="0"/>
        </a:xfrm>
      </p:grpSpPr>
      <p:sp>
        <p:nvSpPr>
          <p:cNvPr id="15" name="Picture Placeholder 4">
            <a:extLst>
              <a:ext uri="{FF2B5EF4-FFF2-40B4-BE49-F238E27FC236}">
                <a16:creationId xmlns:a16="http://schemas.microsoft.com/office/drawing/2014/main" id="{95282A63-94AE-CF47-9ED7-1C7AEBBE223E}"/>
              </a:ext>
            </a:extLst>
          </p:cNvPr>
          <p:cNvSpPr>
            <a:spLocks noGrp="1"/>
          </p:cNvSpPr>
          <p:nvPr>
            <p:ph type="pic" sz="quarter" idx="17"/>
          </p:nvPr>
        </p:nvSpPr>
        <p:spPr>
          <a:xfrm>
            <a:off x="1" y="3679031"/>
            <a:ext cx="3959224" cy="1464470"/>
          </a:xfrm>
          <a:solidFill>
            <a:schemeClr val="bg2"/>
          </a:solidFill>
        </p:spPr>
        <p:txBody>
          <a:bodyPr/>
          <a:lstStyle>
            <a:lvl1pPr marL="0" indent="0">
              <a:buNone/>
              <a:defRPr/>
            </a:lvl1pPr>
          </a:lstStyle>
          <a:p>
            <a:r>
              <a:rPr lang="en-GB"/>
              <a:t>Click icon to add picture</a:t>
            </a:r>
            <a:endParaRPr lang="en-US" dirty="0"/>
          </a:p>
        </p:txBody>
      </p:sp>
      <p:sp>
        <p:nvSpPr>
          <p:cNvPr id="18" name="Picture Placeholder 11">
            <a:extLst>
              <a:ext uri="{FF2B5EF4-FFF2-40B4-BE49-F238E27FC236}">
                <a16:creationId xmlns:a16="http://schemas.microsoft.com/office/drawing/2014/main" id="{6CC6BBDC-1A68-B24B-AB76-12214CB559F8}"/>
              </a:ext>
            </a:extLst>
          </p:cNvPr>
          <p:cNvSpPr>
            <a:spLocks noGrp="1"/>
          </p:cNvSpPr>
          <p:nvPr>
            <p:ph type="pic" sz="quarter" idx="25" hasCustomPrompt="1"/>
          </p:nvPr>
        </p:nvSpPr>
        <p:spPr>
          <a:xfrm>
            <a:off x="2850357" y="3165873"/>
            <a:ext cx="2297907" cy="1215627"/>
          </a:xfrm>
          <a:solidFill>
            <a:schemeClr val="bg1"/>
          </a:solidFill>
        </p:spPr>
        <p:txBody>
          <a:bodyPr/>
          <a:lstStyle>
            <a:lvl1pPr marL="0" indent="0">
              <a:buNone/>
              <a:defRPr>
                <a:noFill/>
              </a:defRPr>
            </a:lvl1pPr>
          </a:lstStyle>
          <a:p>
            <a:r>
              <a:rPr lang="en-US" dirty="0"/>
              <a:t>  </a:t>
            </a:r>
          </a:p>
        </p:txBody>
      </p:sp>
      <p:sp>
        <p:nvSpPr>
          <p:cNvPr id="19" name="Picture Placeholder 11">
            <a:extLst>
              <a:ext uri="{FF2B5EF4-FFF2-40B4-BE49-F238E27FC236}">
                <a16:creationId xmlns:a16="http://schemas.microsoft.com/office/drawing/2014/main" id="{D561834F-05CD-DE4A-B7A4-A211061A813A}"/>
              </a:ext>
            </a:extLst>
          </p:cNvPr>
          <p:cNvSpPr>
            <a:spLocks noGrp="1"/>
          </p:cNvSpPr>
          <p:nvPr>
            <p:ph type="pic" sz="quarter" idx="23"/>
          </p:nvPr>
        </p:nvSpPr>
        <p:spPr>
          <a:xfrm>
            <a:off x="1439863" y="3482595"/>
            <a:ext cx="1619251" cy="196436"/>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20" name="Picture Placeholder 11">
            <a:extLst>
              <a:ext uri="{FF2B5EF4-FFF2-40B4-BE49-F238E27FC236}">
                <a16:creationId xmlns:a16="http://schemas.microsoft.com/office/drawing/2014/main" id="{11A88C5C-FD7C-F54D-8049-36F844CDCE2F}"/>
              </a:ext>
            </a:extLst>
          </p:cNvPr>
          <p:cNvSpPr>
            <a:spLocks noGrp="1"/>
          </p:cNvSpPr>
          <p:nvPr>
            <p:ph type="pic" sz="quarter" idx="24" hasCustomPrompt="1"/>
          </p:nvPr>
        </p:nvSpPr>
        <p:spPr>
          <a:xfrm>
            <a:off x="2806702" y="3482596"/>
            <a:ext cx="252412" cy="898904"/>
          </a:xfrm>
          <a:solidFill>
            <a:schemeClr val="accent1"/>
          </a:solidFill>
        </p:spPr>
        <p:txBody>
          <a:bodyPr/>
          <a:lstStyle>
            <a:lvl1pPr marL="0" indent="0">
              <a:buNone/>
              <a:defRPr>
                <a:noFill/>
              </a:defRPr>
            </a:lvl1pPr>
          </a:lstStyle>
          <a:p>
            <a:r>
              <a:rPr lang="en-US" dirty="0"/>
              <a:t> </a:t>
            </a:r>
          </a:p>
        </p:txBody>
      </p:sp>
      <p:sp>
        <p:nvSpPr>
          <p:cNvPr id="21" name="Text Placeholder 12">
            <a:extLst>
              <a:ext uri="{FF2B5EF4-FFF2-40B4-BE49-F238E27FC236}">
                <a16:creationId xmlns:a16="http://schemas.microsoft.com/office/drawing/2014/main" id="{AB223B2D-5280-8740-9672-8C2F50ED6C8A}"/>
              </a:ext>
            </a:extLst>
          </p:cNvPr>
          <p:cNvSpPr>
            <a:spLocks noGrp="1"/>
          </p:cNvSpPr>
          <p:nvPr>
            <p:ph type="body" sz="quarter" idx="15" hasCustomPrompt="1"/>
          </p:nvPr>
        </p:nvSpPr>
        <p:spPr>
          <a:xfrm>
            <a:off x="4402769" y="4298041"/>
            <a:ext cx="4766688" cy="682772"/>
          </a:xfrm>
          <a:solidFill>
            <a:schemeClr val="bg1"/>
          </a:solidFill>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a:t>
            </a:r>
            <a:r>
              <a:rPr lang="en-US" dirty="0" err="1"/>
              <a:t>etuw</a:t>
            </a:r>
            <a:endParaRPr lang="en-US" dirty="0"/>
          </a:p>
        </p:txBody>
      </p:sp>
      <p:sp>
        <p:nvSpPr>
          <p:cNvPr id="22" name="Title 1">
            <a:extLst>
              <a:ext uri="{FF2B5EF4-FFF2-40B4-BE49-F238E27FC236}">
                <a16:creationId xmlns:a16="http://schemas.microsoft.com/office/drawing/2014/main" id="{F8191F19-68AD-ED4B-A8B9-531FDEFD3107}"/>
              </a:ext>
            </a:extLst>
          </p:cNvPr>
          <p:cNvSpPr>
            <a:spLocks noGrp="1"/>
          </p:cNvSpPr>
          <p:nvPr>
            <p:ph type="ctrTitle" hasCustomPrompt="1"/>
          </p:nvPr>
        </p:nvSpPr>
        <p:spPr>
          <a:xfrm>
            <a:off x="4402769" y="3830606"/>
            <a:ext cx="4766688" cy="1312895"/>
          </a:xfrm>
          <a:prstGeom prst="rect">
            <a:avLst/>
          </a:prstGeom>
          <a:noFill/>
        </p:spPr>
        <p:txBody>
          <a:bodyPr lIns="251999" tIns="180000" rIns="251999" bIns="251999" anchor="t">
            <a:normAutofit/>
          </a:bodyPr>
          <a:lstStyle>
            <a:lvl1pPr algn="r">
              <a:defRPr sz="3038" b="1" i="0">
                <a:solidFill>
                  <a:schemeClr val="tx1"/>
                </a:solidFill>
                <a:latin typeface="Century Gothic" panose="020B0502020202020204" pitchFamily="34" charset="0"/>
              </a:defRPr>
            </a:lvl1pPr>
          </a:lstStyle>
          <a:p>
            <a:r>
              <a:rPr lang="en-GB" dirty="0"/>
              <a:t>Lorem</a:t>
            </a:r>
            <a:endParaRPr lang="en-US" dirty="0"/>
          </a:p>
        </p:txBody>
      </p:sp>
      <p:sp>
        <p:nvSpPr>
          <p:cNvPr id="23" name="Text Placeholder 6">
            <a:extLst>
              <a:ext uri="{FF2B5EF4-FFF2-40B4-BE49-F238E27FC236}">
                <a16:creationId xmlns:a16="http://schemas.microsoft.com/office/drawing/2014/main" id="{C5A15E2F-FA4E-254C-A51C-9219F2734096}"/>
              </a:ext>
            </a:extLst>
          </p:cNvPr>
          <p:cNvSpPr>
            <a:spLocks noGrp="1"/>
          </p:cNvSpPr>
          <p:nvPr>
            <p:ph type="body" sz="quarter" idx="34" hasCustomPrompt="1"/>
          </p:nvPr>
        </p:nvSpPr>
        <p:spPr>
          <a:xfrm>
            <a:off x="503239" y="206036"/>
            <a:ext cx="4645024" cy="880963"/>
          </a:xfrm>
        </p:spPr>
        <p:txBody>
          <a:bodyPr lIns="0" tIns="0" rIns="0" bIns="0">
            <a:noAutofit/>
          </a:bodyPr>
          <a:lstStyle>
            <a:lvl1pPr marL="0" indent="0">
              <a:buNone/>
              <a:defRPr sz="1294">
                <a:solidFill>
                  <a:schemeClr val="tx2"/>
                </a:solidFill>
                <a:latin typeface="Palatino Linotype" panose="02040502050505030304" pitchFamily="18" charset="0"/>
                <a:ea typeface="Palatino" pitchFamily="2"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sp>
        <p:nvSpPr>
          <p:cNvPr id="24" name="Text Placeholder 3">
            <a:extLst>
              <a:ext uri="{FF2B5EF4-FFF2-40B4-BE49-F238E27FC236}">
                <a16:creationId xmlns:a16="http://schemas.microsoft.com/office/drawing/2014/main" id="{12772692-A21D-9045-BB6A-EFE89DC7818C}"/>
              </a:ext>
            </a:extLst>
          </p:cNvPr>
          <p:cNvSpPr>
            <a:spLocks noGrp="1"/>
          </p:cNvSpPr>
          <p:nvPr>
            <p:ph type="body" sz="quarter" idx="26" hasCustomPrompt="1"/>
          </p:nvPr>
        </p:nvSpPr>
        <p:spPr>
          <a:xfrm>
            <a:off x="503241"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28" name="Text Placeholder 3">
            <a:extLst>
              <a:ext uri="{FF2B5EF4-FFF2-40B4-BE49-F238E27FC236}">
                <a16:creationId xmlns:a16="http://schemas.microsoft.com/office/drawing/2014/main" id="{33D7CFF3-52B8-4540-A6AB-602A83AB79F3}"/>
              </a:ext>
            </a:extLst>
          </p:cNvPr>
          <p:cNvSpPr>
            <a:spLocks noGrp="1"/>
          </p:cNvSpPr>
          <p:nvPr>
            <p:ph type="body" sz="quarter" idx="30" hasCustomPrompt="1"/>
          </p:nvPr>
        </p:nvSpPr>
        <p:spPr>
          <a:xfrm>
            <a:off x="503241"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36" name="Text Placeholder 3">
            <a:extLst>
              <a:ext uri="{FF2B5EF4-FFF2-40B4-BE49-F238E27FC236}">
                <a16:creationId xmlns:a16="http://schemas.microsoft.com/office/drawing/2014/main" id="{D0BC1229-0D65-EA48-8FCE-35904A03287B}"/>
              </a:ext>
            </a:extLst>
          </p:cNvPr>
          <p:cNvSpPr>
            <a:spLocks noGrp="1"/>
          </p:cNvSpPr>
          <p:nvPr>
            <p:ph type="body" sz="quarter" idx="35" hasCustomPrompt="1"/>
          </p:nvPr>
        </p:nvSpPr>
        <p:spPr>
          <a:xfrm>
            <a:off x="2674093"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37" name="Text Placeholder 3">
            <a:extLst>
              <a:ext uri="{FF2B5EF4-FFF2-40B4-BE49-F238E27FC236}">
                <a16:creationId xmlns:a16="http://schemas.microsoft.com/office/drawing/2014/main" id="{4C53C545-B93A-1043-B264-4A6243692C9F}"/>
              </a:ext>
            </a:extLst>
          </p:cNvPr>
          <p:cNvSpPr>
            <a:spLocks noGrp="1"/>
          </p:cNvSpPr>
          <p:nvPr>
            <p:ph type="body" sz="quarter" idx="36" hasCustomPrompt="1"/>
          </p:nvPr>
        </p:nvSpPr>
        <p:spPr>
          <a:xfrm>
            <a:off x="2674093"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38" name="Text Placeholder 3">
            <a:extLst>
              <a:ext uri="{FF2B5EF4-FFF2-40B4-BE49-F238E27FC236}">
                <a16:creationId xmlns:a16="http://schemas.microsoft.com/office/drawing/2014/main" id="{B7A13241-2F26-5540-A7E3-D7EE53C01C0D}"/>
              </a:ext>
            </a:extLst>
          </p:cNvPr>
          <p:cNvSpPr>
            <a:spLocks noGrp="1"/>
          </p:cNvSpPr>
          <p:nvPr>
            <p:ph type="body" sz="quarter" idx="37" hasCustomPrompt="1"/>
          </p:nvPr>
        </p:nvSpPr>
        <p:spPr>
          <a:xfrm>
            <a:off x="4844946"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39" name="Text Placeholder 3">
            <a:extLst>
              <a:ext uri="{FF2B5EF4-FFF2-40B4-BE49-F238E27FC236}">
                <a16:creationId xmlns:a16="http://schemas.microsoft.com/office/drawing/2014/main" id="{A151602A-5F33-7147-B96B-34FBAE01E114}"/>
              </a:ext>
            </a:extLst>
          </p:cNvPr>
          <p:cNvSpPr>
            <a:spLocks noGrp="1"/>
          </p:cNvSpPr>
          <p:nvPr>
            <p:ph type="body" sz="quarter" idx="38" hasCustomPrompt="1"/>
          </p:nvPr>
        </p:nvSpPr>
        <p:spPr>
          <a:xfrm>
            <a:off x="4844946"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40" name="Text Placeholder 3">
            <a:extLst>
              <a:ext uri="{FF2B5EF4-FFF2-40B4-BE49-F238E27FC236}">
                <a16:creationId xmlns:a16="http://schemas.microsoft.com/office/drawing/2014/main" id="{2CC6AC7D-F65E-C846-BE19-BF4C8ED51C25}"/>
              </a:ext>
            </a:extLst>
          </p:cNvPr>
          <p:cNvSpPr>
            <a:spLocks noGrp="1"/>
          </p:cNvSpPr>
          <p:nvPr>
            <p:ph type="body" sz="quarter" idx="39" hasCustomPrompt="1"/>
          </p:nvPr>
        </p:nvSpPr>
        <p:spPr>
          <a:xfrm>
            <a:off x="7015801"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41" name="Text Placeholder 3">
            <a:extLst>
              <a:ext uri="{FF2B5EF4-FFF2-40B4-BE49-F238E27FC236}">
                <a16:creationId xmlns:a16="http://schemas.microsoft.com/office/drawing/2014/main" id="{FFAC7791-8BC4-DB4E-B22C-CB97B2A75C4C}"/>
              </a:ext>
            </a:extLst>
          </p:cNvPr>
          <p:cNvSpPr>
            <a:spLocks noGrp="1"/>
          </p:cNvSpPr>
          <p:nvPr>
            <p:ph type="body" sz="quarter" idx="40" hasCustomPrompt="1"/>
          </p:nvPr>
        </p:nvSpPr>
        <p:spPr>
          <a:xfrm>
            <a:off x="7015801"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pic>
        <p:nvPicPr>
          <p:cNvPr id="46" name="Picture 45">
            <a:extLst>
              <a:ext uri="{FF2B5EF4-FFF2-40B4-BE49-F238E27FC236}">
                <a16:creationId xmlns:a16="http://schemas.microsoft.com/office/drawing/2014/main" id="{F0747FC6-1CC7-7048-8792-07EA97E20E48}"/>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2967526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pPr>
              <a:defRPr/>
            </a:pPr>
            <a:fld id="{B099420A-AB6D-9F48-90BA-0FEF9014BA36}" type="slidenum">
              <a:rPr lang="en-US" smtClean="0">
                <a:solidFill>
                  <a:srgbClr val="000000"/>
                </a:solidFill>
              </a:rPr>
              <a:pPr>
                <a:defRPr/>
              </a:pPr>
              <a:t>‹#›</a:t>
            </a:fld>
            <a:endParaRPr lang="en-US" dirty="0">
              <a:solidFill>
                <a:srgbClr val="000000"/>
              </a:solidFill>
            </a:endParaRPr>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13">
            <a:extLst>
              <a:ext uri="{FF2B5EF4-FFF2-40B4-BE49-F238E27FC236}">
                <a16:creationId xmlns:a16="http://schemas.microsoft.com/office/drawing/2014/main" id="{6EB0C9BE-AD11-984D-B7E7-AF48531AB46F}"/>
              </a:ext>
            </a:extLst>
          </p:cNvPr>
          <p:cNvSpPr>
            <a:spLocks noGrp="1"/>
          </p:cNvSpPr>
          <p:nvPr>
            <p:ph sz="quarter" idx="22"/>
          </p:nvPr>
        </p:nvSpPr>
        <p:spPr>
          <a:xfrm>
            <a:off x="4707189"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D3FDBCCF-B442-D846-9E24-A67444BBDC44}"/>
              </a:ext>
            </a:extLst>
          </p:cNvPr>
          <p:cNvSpPr>
            <a:spLocks noGrp="1"/>
          </p:cNvSpPr>
          <p:nvPr>
            <p:ph type="body" sz="quarter" idx="11" hasCustomPrompt="1"/>
          </p:nvPr>
        </p:nvSpPr>
        <p:spPr>
          <a:xfrm>
            <a:off x="241639"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2" name="Text Placeholder 4">
            <a:extLst>
              <a:ext uri="{FF2B5EF4-FFF2-40B4-BE49-F238E27FC236}">
                <a16:creationId xmlns:a16="http://schemas.microsoft.com/office/drawing/2014/main" id="{6866E072-1E53-B245-AFA2-E6A5E929C68B}"/>
              </a:ext>
            </a:extLst>
          </p:cNvPr>
          <p:cNvSpPr>
            <a:spLocks noGrp="1"/>
          </p:cNvSpPr>
          <p:nvPr>
            <p:ph type="body" sz="quarter" idx="23" hasCustomPrompt="1"/>
          </p:nvPr>
        </p:nvSpPr>
        <p:spPr>
          <a:xfrm>
            <a:off x="4707188"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5" name="Picture 14">
            <a:extLst>
              <a:ext uri="{FF2B5EF4-FFF2-40B4-BE49-F238E27FC236}">
                <a16:creationId xmlns:a16="http://schemas.microsoft.com/office/drawing/2014/main" id="{C6F1E97F-1464-4940-BB6E-E6409F7D35D0}"/>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6" name="Rectangle 15">
            <a:extLst>
              <a:ext uri="{FF2B5EF4-FFF2-40B4-BE49-F238E27FC236}">
                <a16:creationId xmlns:a16="http://schemas.microsoft.com/office/drawing/2014/main" id="{13E99384-FA99-2F4A-9598-EB3470B6DD08}"/>
              </a:ext>
            </a:extLst>
          </p:cNvPr>
          <p:cNvSpPr/>
          <p:nvPr userDrawn="1"/>
        </p:nvSpPr>
        <p:spPr>
          <a:xfrm>
            <a:off x="0" y="792480"/>
            <a:ext cx="9144000" cy="9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Tree>
    <p:extLst>
      <p:ext uri="{BB962C8B-B14F-4D97-AF65-F5344CB8AC3E}">
        <p14:creationId xmlns:p14="http://schemas.microsoft.com/office/powerpoint/2010/main" val="35465860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1520" y="481946"/>
            <a:ext cx="7680960" cy="10287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234768" y="4732020"/>
            <a:ext cx="2057400" cy="205740"/>
          </a:xfrm>
          <a:prstGeom prst="rect">
            <a:avLst/>
          </a:prstGeom>
        </p:spPr>
        <p:txBody>
          <a:bodyPr/>
          <a:lstStyle/>
          <a:p>
            <a:endParaRPr lang="en-US" dirty="0"/>
          </a:p>
        </p:txBody>
      </p:sp>
      <p:sp>
        <p:nvSpPr>
          <p:cNvPr id="8" name="Footer Placeholder 7"/>
          <p:cNvSpPr>
            <a:spLocks noGrp="1"/>
          </p:cNvSpPr>
          <p:nvPr>
            <p:ph type="ftr" sz="quarter" idx="11"/>
          </p:nvPr>
        </p:nvSpPr>
        <p:spPr>
          <a:xfrm>
            <a:off x="2596896" y="4732020"/>
            <a:ext cx="3950208" cy="205740"/>
          </a:xfrm>
          <a:prstGeom prst="rect">
            <a:avLst/>
          </a:prstGeom>
        </p:spPr>
        <p:txBody>
          <a:bodyPr/>
          <a:lstStyle/>
          <a:p>
            <a:r>
              <a:rPr lang="en-US"/>
              <a:t>0</a:t>
            </a:r>
            <a:endParaRPr lang="en-US" dirty="0"/>
          </a:p>
        </p:txBody>
      </p:sp>
      <p:sp>
        <p:nvSpPr>
          <p:cNvPr id="9" name="Slide Number Placeholder 8"/>
          <p:cNvSpPr>
            <a:spLocks noGrp="1"/>
          </p:cNvSpPr>
          <p:nvPr>
            <p:ph type="sldNum" sz="quarter" idx="12"/>
          </p:nvPr>
        </p:nvSpPr>
        <p:spPr/>
        <p:txBody>
          <a:bodyPr/>
          <a:lstStyle/>
          <a:p>
            <a:r>
              <a:rPr lang="en-US" altLang="en-US" dirty="0"/>
              <a:t>Slide </a:t>
            </a:r>
            <a:fld id="{8D99167F-F3AC-45F1-8973-BA20DB450E52}" type="slidenum">
              <a:rPr lang="en-US" altLang="en-US" smtClean="0"/>
              <a:pPr/>
              <a:t>‹#›</a:t>
            </a:fld>
            <a:endParaRPr lang="en-US" altLang="en-US" dirty="0"/>
          </a:p>
        </p:txBody>
      </p:sp>
    </p:spTree>
    <p:extLst>
      <p:ext uri="{BB962C8B-B14F-4D97-AF65-F5344CB8AC3E}">
        <p14:creationId xmlns:p14="http://schemas.microsoft.com/office/powerpoint/2010/main" val="1014290907"/>
      </p:ext>
    </p:extLst>
  </p:cSld>
  <p:clrMapOvr>
    <a:masterClrMapping/>
  </p:clrMapOvr>
  <p:transition>
    <p:pull dir="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27" name="Picture Placeholder 26"/>
          <p:cNvSpPr>
            <a:spLocks noGrp="1"/>
          </p:cNvSpPr>
          <p:nvPr>
            <p:ph type="pic" sz="quarter" idx="10"/>
          </p:nvPr>
        </p:nvSpPr>
        <p:spPr>
          <a:xfrm>
            <a:off x="0" y="779926"/>
            <a:ext cx="9144000" cy="3768262"/>
          </a:xfrm>
          <a:solidFill>
            <a:schemeClr val="bg1">
              <a:lumMod val="75000"/>
            </a:schemeClr>
          </a:solidFill>
        </p:spPr>
        <p:txBody>
          <a:bodyPr anchor="ctr" anchorCtr="0"/>
          <a:lstStyle>
            <a:lvl1pPr algn="ctr">
              <a:buNone/>
              <a:defRPr/>
            </a:lvl1pPr>
          </a:lstStyle>
          <a:p>
            <a:r>
              <a:rPr lang="en-US"/>
              <a:t>Click icon to add picture</a:t>
            </a:r>
            <a:endParaRPr lang="en-AU" dirty="0"/>
          </a:p>
        </p:txBody>
      </p:sp>
      <p:sp>
        <p:nvSpPr>
          <p:cNvPr id="2" name="Title 1"/>
          <p:cNvSpPr>
            <a:spLocks noGrp="1"/>
          </p:cNvSpPr>
          <p:nvPr>
            <p:ph type="ctrTitle"/>
          </p:nvPr>
        </p:nvSpPr>
        <p:spPr>
          <a:xfrm>
            <a:off x="-320" y="1007100"/>
            <a:ext cx="9144319" cy="1242000"/>
          </a:xfrm>
          <a:solidFill>
            <a:srgbClr val="0095D3">
              <a:alpha val="89804"/>
            </a:srgbClr>
          </a:solidFill>
          <a:ln>
            <a:noFill/>
          </a:ln>
        </p:spPr>
        <p:txBody>
          <a:bodyPr tIns="0" bIns="252000">
            <a:normAutofit/>
          </a:bodyPr>
          <a:lstStyle>
            <a:lvl1pPr marL="333375" indent="0" algn="l">
              <a:defRPr sz="2700" b="0">
                <a:solidFill>
                  <a:schemeClr val="bg1"/>
                </a:solidFill>
                <a:latin typeface="Garamond" pitchFamily="18" charset="0"/>
              </a:defRPr>
            </a:lvl1pPr>
          </a:lstStyle>
          <a:p>
            <a:r>
              <a:rPr lang="en-US"/>
              <a:t>Click to edit Master title style</a:t>
            </a:r>
            <a:endParaRPr lang="en-AU" dirty="0"/>
          </a:p>
        </p:txBody>
      </p:sp>
      <p:sp>
        <p:nvSpPr>
          <p:cNvPr id="3" name="Subtitle 2"/>
          <p:cNvSpPr>
            <a:spLocks noGrp="1"/>
          </p:cNvSpPr>
          <p:nvPr>
            <p:ph type="subTitle" idx="1"/>
          </p:nvPr>
        </p:nvSpPr>
        <p:spPr>
          <a:xfrm>
            <a:off x="504637" y="2409732"/>
            <a:ext cx="8639364" cy="1998222"/>
          </a:xfrm>
          <a:solidFill>
            <a:schemeClr val="tx1">
              <a:lumMod val="75000"/>
              <a:lumOff val="25000"/>
            </a:schemeClr>
          </a:solidFill>
          <a:ln>
            <a:noFill/>
          </a:ln>
        </p:spPr>
        <p:txBody>
          <a:bodyPr tIns="0" bIns="0" anchor="ctr" anchorCtr="0">
            <a:normAutofit/>
          </a:bodyPr>
          <a:lstStyle>
            <a:lvl1pPr marL="335756" indent="-257175" algn="l">
              <a:buClr>
                <a:schemeClr val="bg1"/>
              </a:buClr>
              <a:buFont typeface="Arial" panose="020B0604020202020204" pitchFamily="34" charset="0"/>
              <a:buChar char="•"/>
              <a:defRPr sz="1500" b="1" cap="none" baseline="0">
                <a:solidFill>
                  <a:schemeClr val="bg1"/>
                </a:solidFill>
                <a:latin typeface="+mn-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endParaRPr lang="en-AU" dirty="0"/>
          </a:p>
        </p:txBody>
      </p:sp>
      <p:sp>
        <p:nvSpPr>
          <p:cNvPr id="9" name="Text Placeholder 13"/>
          <p:cNvSpPr>
            <a:spLocks noGrp="1"/>
          </p:cNvSpPr>
          <p:nvPr>
            <p:ph type="body" sz="quarter" idx="14"/>
          </p:nvPr>
        </p:nvSpPr>
        <p:spPr>
          <a:xfrm>
            <a:off x="0" y="777728"/>
            <a:ext cx="9144000" cy="229500"/>
          </a:xfrm>
          <a:solidFill>
            <a:srgbClr val="0095D3">
              <a:alpha val="89804"/>
            </a:srgbClr>
          </a:solidFill>
        </p:spPr>
        <p:txBody>
          <a:bodyPr vert="horz" lIns="91440" tIns="45720" rIns="91440" bIns="45720" rtlCol="0" anchor="ctr" anchorCtr="0">
            <a:noAutofit/>
          </a:bodyPr>
          <a:lstStyle>
            <a:lvl1pPr marL="357188" marR="0" indent="0" algn="l" defTabSz="685800" rtl="0" eaLnBrk="1" fontAlgn="auto" latinLnBrk="0" hangingPunct="1">
              <a:lnSpc>
                <a:spcPct val="100000"/>
              </a:lnSpc>
              <a:spcBef>
                <a:spcPts val="0"/>
              </a:spcBef>
              <a:spcAft>
                <a:spcPts val="0"/>
              </a:spcAft>
              <a:buClr>
                <a:srgbClr val="1A1A1A"/>
              </a:buClr>
              <a:buSzTx/>
              <a:buFont typeface="Arial" pitchFamily="34" charset="0"/>
              <a:buNone/>
              <a:tabLst/>
              <a:defRPr lang="en-US" sz="638" b="1" kern="1200" cap="all" baseline="0" dirty="0" smtClean="0">
                <a:solidFill>
                  <a:schemeClr val="bg1"/>
                </a:solidFill>
                <a:latin typeface="+mj-lt"/>
                <a:ea typeface="+mj-ea"/>
                <a:cs typeface="Arial" pitchFamily="34" charset="0"/>
              </a:defRPr>
            </a:lvl1pPr>
            <a:lvl2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2pPr>
            <a:lvl3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3pPr>
            <a:lvl4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4pPr>
            <a:lvl5pPr marL="357188" indent="0" algn="l" defTabSz="685800" rtl="0" eaLnBrk="1" latinLnBrk="0" hangingPunct="1">
              <a:spcBef>
                <a:spcPts val="0"/>
              </a:spcBef>
              <a:buClr>
                <a:srgbClr val="1A1A1A"/>
              </a:buClr>
              <a:buFont typeface="Arial" pitchFamily="34" charset="0"/>
              <a:buNone/>
              <a:defRPr lang="en-AU" sz="750" b="0" kern="1200" cap="all" baseline="0" dirty="0">
                <a:solidFill>
                  <a:schemeClr val="bg1"/>
                </a:solidFill>
                <a:latin typeface="+mj-lt"/>
                <a:ea typeface="+mj-ea"/>
                <a:cs typeface="Arial" pitchFamily="34" charset="0"/>
              </a:defRPr>
            </a:lvl5pPr>
          </a:lstStyle>
          <a:p>
            <a:pPr marL="357188" marR="0" lvl="0" indent="0" algn="l" defTabSz="685800" rtl="0" eaLnBrk="1" fontAlgn="auto" latinLnBrk="0" hangingPunct="1">
              <a:lnSpc>
                <a:spcPct val="100000"/>
              </a:lnSpc>
              <a:spcBef>
                <a:spcPts val="0"/>
              </a:spcBef>
              <a:spcAft>
                <a:spcPts val="0"/>
              </a:spcAft>
              <a:buClr>
                <a:srgbClr val="1A1A1A"/>
              </a:buClr>
              <a:buSzTx/>
              <a:buFont typeface="Arial" pitchFamily="34" charset="0"/>
              <a:buNone/>
              <a:tabLst/>
              <a:defRPr/>
            </a:pPr>
            <a:r>
              <a:rPr kumimoji="0" lang="en-US" sz="638" b="1" i="0" u="none" strike="noStrike" kern="1200" cap="all" spc="0" normalizeH="0" baseline="0" noProof="0">
                <a:ln>
                  <a:noFill/>
                </a:ln>
                <a:solidFill>
                  <a:prstClr val="white"/>
                </a:solidFill>
                <a:effectLst/>
                <a:uLnTx/>
                <a:uFillTx/>
                <a:latin typeface="+mj-lt"/>
                <a:ea typeface="+mj-ea"/>
                <a:cs typeface="Arial" pitchFamily="34" charset="0"/>
              </a:rPr>
              <a:t>Click to edit Master text styles</a:t>
            </a:r>
          </a:p>
        </p:txBody>
      </p:sp>
      <p:sp>
        <p:nvSpPr>
          <p:cNvPr id="14" name="Text Placeholder 13"/>
          <p:cNvSpPr>
            <a:spLocks noGrp="1"/>
          </p:cNvSpPr>
          <p:nvPr>
            <p:ph type="body" sz="quarter" idx="15" hasCustomPrompt="1"/>
          </p:nvPr>
        </p:nvSpPr>
        <p:spPr>
          <a:xfrm>
            <a:off x="5643177" y="4786444"/>
            <a:ext cx="3095947" cy="377596"/>
          </a:xfrm>
          <a:blipFill>
            <a:blip r:embed="rId2" cstate="print"/>
            <a:stretch>
              <a:fillRect/>
            </a:stretch>
          </a:blipFill>
        </p:spPr>
        <p:txBody>
          <a:bodyPr/>
          <a:lstStyle>
            <a:lvl1pPr>
              <a:defRPr/>
            </a:lvl1pPr>
          </a:lstStyle>
          <a:p>
            <a:pPr lvl="0"/>
            <a:r>
              <a:rPr lang="en-US" dirty="0"/>
              <a:t>                    </a:t>
            </a:r>
            <a:endParaRPr lang="en-AU" dirty="0"/>
          </a:p>
        </p:txBody>
      </p:sp>
      <p:pic>
        <p:nvPicPr>
          <p:cNvPr id="10" name="Picture 9" descr="Blackstripandlogo.emf"/>
          <p:cNvPicPr>
            <a:picLocks noChangeAspect="1"/>
          </p:cNvPicPr>
          <p:nvPr/>
        </p:nvPicPr>
        <p:blipFill>
          <a:blip r:embed="rId3" cstate="print"/>
          <a:srcRect r="-388"/>
          <a:stretch>
            <a:fillRect/>
          </a:stretch>
        </p:blipFill>
        <p:spPr>
          <a:xfrm>
            <a:off x="-40704" y="84329"/>
            <a:ext cx="9288000" cy="772956"/>
          </a:xfrm>
          <a:prstGeom prst="rect">
            <a:avLst/>
          </a:prstGeom>
        </p:spPr>
      </p:pic>
    </p:spTree>
    <p:extLst>
      <p:ext uri="{BB962C8B-B14F-4D97-AF65-F5344CB8AC3E}">
        <p14:creationId xmlns:p14="http://schemas.microsoft.com/office/powerpoint/2010/main" val="17338541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Black Banner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11510"/>
            <a:ext cx="8229600" cy="486054"/>
          </a:xfrm>
        </p:spPr>
        <p:txBody>
          <a:bodyPr>
            <a:noAutofit/>
          </a:bodyPr>
          <a:lstStyle>
            <a:lvl1pPr>
              <a:defRPr sz="1800"/>
            </a:lvl1pPr>
          </a:lstStyle>
          <a:p>
            <a:r>
              <a:rPr lang="en-US" dirty="0"/>
              <a:t>Click to edit Master title style</a:t>
            </a:r>
            <a:endParaRPr lang="en-AU" dirty="0"/>
          </a:p>
        </p:txBody>
      </p:sp>
      <p:sp>
        <p:nvSpPr>
          <p:cNvPr id="3" name="Content Placeholder 2"/>
          <p:cNvSpPr>
            <a:spLocks noGrp="1"/>
          </p:cNvSpPr>
          <p:nvPr>
            <p:ph idx="1"/>
          </p:nvPr>
        </p:nvSpPr>
        <p:spPr>
          <a:xfrm>
            <a:off x="447675" y="1059582"/>
            <a:ext cx="8229600" cy="3618402"/>
          </a:xfrm>
        </p:spPr>
        <p:txBody>
          <a:bodyPr>
            <a:normAutofit/>
          </a:bodyPr>
          <a:lstStyle>
            <a:lvl1pPr>
              <a:defRPr sz="1800" b="0">
                <a:latin typeface="Garamond" pitchFamily="18" charset="0"/>
              </a:defRPr>
            </a:lvl1pPr>
            <a:lvl2pPr>
              <a:defRPr sz="1800" b="0">
                <a:latin typeface="Garamond" pitchFamily="18" charset="0"/>
              </a:defRPr>
            </a:lvl2pPr>
            <a:lvl3pPr>
              <a:defRPr sz="1350" b="0">
                <a:latin typeface="Garamond" pitchFamily="18" charset="0"/>
              </a:defRPr>
            </a:lvl3pPr>
            <a:lvl5pPr>
              <a:defRPr sz="900"/>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p:txBody>
          <a:bodyPr/>
          <a:lstStyle/>
          <a:p>
            <a:pPr>
              <a:defRPr/>
            </a:pPr>
            <a:endParaRPr lang="en-US">
              <a:solidFill>
                <a:prstClr val="white"/>
              </a:solidFill>
            </a:endParaRPr>
          </a:p>
        </p:txBody>
      </p:sp>
      <p:sp>
        <p:nvSpPr>
          <p:cNvPr id="5" name="Footer Placeholder 4"/>
          <p:cNvSpPr>
            <a:spLocks noGrp="1"/>
          </p:cNvSpPr>
          <p:nvPr>
            <p:ph type="ftr" sz="quarter" idx="11"/>
          </p:nvPr>
        </p:nvSpPr>
        <p:spPr/>
        <p:txBody>
          <a:bodyPr/>
          <a:lstStyle/>
          <a:p>
            <a:pPr>
              <a:defRPr/>
            </a:pPr>
            <a:r>
              <a:rPr lang="en-US">
                <a:solidFill>
                  <a:prstClr val="white"/>
                </a:solidFill>
              </a:rPr>
              <a:t>0</a:t>
            </a:r>
          </a:p>
        </p:txBody>
      </p:sp>
      <p:sp>
        <p:nvSpPr>
          <p:cNvPr id="19"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3228019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lour Strip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lvl4pPr>
              <a:defRPr sz="900"/>
            </a:lvl4pPr>
            <a:lvl5pPr>
              <a:defRPr sz="900"/>
            </a:lvl5pPr>
          </a:lstStyle>
          <a:p>
            <a:pPr lvl="0"/>
            <a:r>
              <a:rPr lang="en-US"/>
              <a:t>Click to edit Master text styles</a:t>
            </a:r>
          </a:p>
          <a:p>
            <a:pPr lvl="1"/>
            <a:r>
              <a:rPr lang="en-US"/>
              <a:t>Second level</a:t>
            </a:r>
          </a:p>
          <a:p>
            <a:pPr lvl="2"/>
            <a:r>
              <a:rPr lang="en-US"/>
              <a:t>Third level</a:t>
            </a:r>
          </a:p>
        </p:txBody>
      </p:sp>
      <p:sp>
        <p:nvSpPr>
          <p:cNvPr id="11" name="Date Placeholder 3"/>
          <p:cNvSpPr>
            <a:spLocks noGrp="1"/>
          </p:cNvSpPr>
          <p:nvPr>
            <p:ph type="dt" sz="half" idx="2"/>
          </p:nvPr>
        </p:nvSpPr>
        <p:spPr>
          <a:xfrm>
            <a:off x="467544" y="4855371"/>
            <a:ext cx="864096" cy="273844"/>
          </a:xfrm>
          <a:prstGeom prst="rect">
            <a:avLst/>
          </a:prstGeom>
        </p:spPr>
        <p:txBody>
          <a:bodyPr vert="horz" lIns="91440" tIns="45720" rIns="91440" bIns="45720" rtlCol="0" anchor="ctr"/>
          <a:lstStyle>
            <a:lvl1pPr algn="l">
              <a:defRPr sz="750">
                <a:solidFill>
                  <a:schemeClr val="bg1"/>
                </a:solidFill>
                <a:latin typeface="+mj-lt"/>
              </a:defRPr>
            </a:lvl1pPr>
          </a:lstStyle>
          <a:p>
            <a:pPr>
              <a:defRPr/>
            </a:pPr>
            <a:endParaRPr lang="en-US">
              <a:solidFill>
                <a:prstClr val="white"/>
              </a:solidFill>
            </a:endParaRPr>
          </a:p>
        </p:txBody>
      </p:sp>
      <p:sp>
        <p:nvSpPr>
          <p:cNvPr id="12" name="Footer Placeholder 4"/>
          <p:cNvSpPr>
            <a:spLocks noGrp="1"/>
          </p:cNvSpPr>
          <p:nvPr>
            <p:ph type="ftr" sz="quarter" idx="3"/>
          </p:nvPr>
        </p:nvSpPr>
        <p:spPr>
          <a:xfrm>
            <a:off x="1619672" y="4855371"/>
            <a:ext cx="1944216" cy="273844"/>
          </a:xfrm>
          <a:prstGeom prst="rect">
            <a:avLst/>
          </a:prstGeom>
        </p:spPr>
        <p:txBody>
          <a:bodyPr vert="horz" lIns="91440" tIns="45720" rIns="91440" bIns="45720" rtlCol="0" anchor="ctr"/>
          <a:lstStyle>
            <a:lvl1pPr algn="ctr">
              <a:defRPr sz="750">
                <a:solidFill>
                  <a:schemeClr val="bg1"/>
                </a:solidFill>
                <a:latin typeface="+mj-lt"/>
              </a:defRPr>
            </a:lvl1pPr>
          </a:lstStyle>
          <a:p>
            <a:pPr>
              <a:defRPr/>
            </a:pPr>
            <a:r>
              <a:rPr lang="en-US">
                <a:solidFill>
                  <a:prstClr val="white"/>
                </a:solidFill>
              </a:rPr>
              <a:t>0</a:t>
            </a:r>
          </a:p>
        </p:txBody>
      </p:sp>
      <p:sp>
        <p:nvSpPr>
          <p:cNvPr id="16"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2005377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1" y="1151335"/>
            <a:ext cx="4040188" cy="479822"/>
          </a:xfrm>
        </p:spPr>
        <p:txBody>
          <a:bodyPr anchor="b">
            <a:normAutofit/>
          </a:bodyPr>
          <a:lstStyle>
            <a:lvl1pPr marL="0" indent="0">
              <a:buNone/>
              <a:defRPr sz="1575"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1801506"/>
            <a:ext cx="4040188" cy="2793118"/>
          </a:xfrm>
        </p:spPr>
        <p:txBody>
          <a:bodyPr>
            <a:normAutofit/>
          </a:bodyPr>
          <a:lstStyle>
            <a:lvl1pPr>
              <a:defRPr sz="1800">
                <a:latin typeface="Garamond" panose="02020404030301010803" pitchFamily="18" charset="0"/>
              </a:defRPr>
            </a:lvl1pPr>
            <a:lvl2pPr>
              <a:defRPr sz="1800">
                <a:latin typeface="Garamond" panose="02020404030301010803" pitchFamily="18" charset="0"/>
              </a:defRPr>
            </a:lvl2pPr>
            <a:lvl3pPr>
              <a:defRPr sz="1200">
                <a:latin typeface="Garamond" panose="02020404030301010803" pitchFamily="18" charset="0"/>
              </a:defRPr>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4645027" y="1151335"/>
            <a:ext cx="4041775" cy="479822"/>
          </a:xfrm>
        </p:spPr>
        <p:txBody>
          <a:bodyPr anchor="b">
            <a:normAutofit/>
          </a:bodyPr>
          <a:lstStyle>
            <a:lvl1pPr marL="0" indent="0">
              <a:buNone/>
              <a:defRPr sz="1575"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1801506"/>
            <a:ext cx="4041775" cy="2793118"/>
          </a:xfrm>
        </p:spPr>
        <p:txBody>
          <a:bodyPr>
            <a:normAutofit/>
          </a:bodyPr>
          <a:lstStyle>
            <a:lvl1pPr>
              <a:defRPr sz="1800">
                <a:latin typeface="Garamond" panose="02020404030301010803" pitchFamily="18" charset="0"/>
              </a:defRPr>
            </a:lvl1pPr>
            <a:lvl2pPr>
              <a:defRPr sz="1800">
                <a:latin typeface="Garamond" panose="02020404030301010803" pitchFamily="18" charset="0"/>
              </a:defRPr>
            </a:lvl2pPr>
            <a:lvl3pPr>
              <a:defRPr sz="1200">
                <a:latin typeface="Garamond" panose="02020404030301010803" pitchFamily="18" charset="0"/>
              </a:defRPr>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p:txBody>
      </p:sp>
      <p:sp>
        <p:nvSpPr>
          <p:cNvPr id="7" name="Date Placeholder 6"/>
          <p:cNvSpPr>
            <a:spLocks noGrp="1"/>
          </p:cNvSpPr>
          <p:nvPr>
            <p:ph type="dt" sz="half" idx="10"/>
          </p:nvPr>
        </p:nvSpPr>
        <p:spPr/>
        <p:txBody>
          <a:bodyPr/>
          <a:lstStyle/>
          <a:p>
            <a:pPr>
              <a:defRPr/>
            </a:pPr>
            <a:endParaRPr lang="en-US">
              <a:solidFill>
                <a:prstClr val="white"/>
              </a:solidFill>
            </a:endParaRPr>
          </a:p>
        </p:txBody>
      </p:sp>
      <p:sp>
        <p:nvSpPr>
          <p:cNvPr id="8" name="Footer Placeholder 7"/>
          <p:cNvSpPr>
            <a:spLocks noGrp="1"/>
          </p:cNvSpPr>
          <p:nvPr>
            <p:ph type="ftr" sz="quarter" idx="11"/>
          </p:nvPr>
        </p:nvSpPr>
        <p:spPr/>
        <p:txBody>
          <a:bodyPr/>
          <a:lstStyle/>
          <a:p>
            <a:pPr>
              <a:defRPr/>
            </a:pPr>
            <a:r>
              <a:rPr lang="en-US">
                <a:solidFill>
                  <a:prstClr val="white"/>
                </a:solidFill>
              </a:rPr>
              <a:t>0</a:t>
            </a:r>
          </a:p>
        </p:txBody>
      </p:sp>
      <p:sp>
        <p:nvSpPr>
          <p:cNvPr id="10" name="Slide Number Placeholder 5"/>
          <p:cNvSpPr>
            <a:spLocks noGrp="1"/>
          </p:cNvSpPr>
          <p:nvPr>
            <p:ph type="sldNum" sz="quarter" idx="12"/>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
        <p:nvSpPr>
          <p:cNvPr id="9" name="Title 1"/>
          <p:cNvSpPr>
            <a:spLocks noGrp="1"/>
          </p:cNvSpPr>
          <p:nvPr>
            <p:ph type="title"/>
          </p:nvPr>
        </p:nvSpPr>
        <p:spPr>
          <a:xfrm>
            <a:off x="457200" y="411510"/>
            <a:ext cx="8229600" cy="486054"/>
          </a:xfrm>
        </p:spPr>
        <p:txBody>
          <a:bodyPr>
            <a:noAutofit/>
          </a:bodyPr>
          <a:lstStyle>
            <a:lvl1pPr>
              <a:defRPr sz="1800"/>
            </a:lvl1pPr>
          </a:lstStyle>
          <a:p>
            <a:r>
              <a:rPr lang="en-US" dirty="0"/>
              <a:t>Click to edit Master title style</a:t>
            </a:r>
            <a:endParaRPr lang="en-AU" dirty="0"/>
          </a:p>
        </p:txBody>
      </p:sp>
    </p:spTree>
    <p:extLst>
      <p:ext uri="{BB962C8B-B14F-4D97-AF65-F5344CB8AC3E}">
        <p14:creationId xmlns:p14="http://schemas.microsoft.com/office/powerpoint/2010/main" val="39387555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prstClr val="white"/>
              </a:solidFill>
            </a:endParaRPr>
          </a:p>
        </p:txBody>
      </p:sp>
      <p:sp>
        <p:nvSpPr>
          <p:cNvPr id="3" name="Footer Placeholder 2"/>
          <p:cNvSpPr>
            <a:spLocks noGrp="1"/>
          </p:cNvSpPr>
          <p:nvPr>
            <p:ph type="ftr" sz="quarter" idx="11"/>
          </p:nvPr>
        </p:nvSpPr>
        <p:spPr/>
        <p:txBody>
          <a:bodyPr/>
          <a:lstStyle/>
          <a:p>
            <a:pPr>
              <a:defRPr/>
            </a:pPr>
            <a:r>
              <a:rPr lang="en-US">
                <a:solidFill>
                  <a:prstClr val="white"/>
                </a:solidFill>
              </a:rPr>
              <a:t>0</a:t>
            </a:r>
          </a:p>
        </p:txBody>
      </p:sp>
      <p:sp>
        <p:nvSpPr>
          <p:cNvPr id="5"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40D8AFF2-F507-4F1C-883F-F63A23A8B847}"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1235511251"/>
      </p:ext>
    </p:extLst>
  </p:cSld>
  <p:clrMapOvr>
    <a:masterClrMapping/>
  </p:clrMapOvr>
  <p:transition>
    <p:wipe dir="d"/>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54983" name="Rectangle 7"/>
          <p:cNvSpPr>
            <a:spLocks noGrp="1" noChangeArrowheads="1"/>
          </p:cNvSpPr>
          <p:nvPr>
            <p:ph type="ctrTitle" sz="quarter"/>
          </p:nvPr>
        </p:nvSpPr>
        <p:spPr>
          <a:xfrm>
            <a:off x="455613" y="3121820"/>
            <a:ext cx="7772400" cy="415529"/>
          </a:xfrm>
        </p:spPr>
        <p:txBody>
          <a:bodyPr tIns="0" bIns="0"/>
          <a:lstStyle>
            <a:lvl1pPr>
              <a:defRPr sz="2700"/>
            </a:lvl1pPr>
          </a:lstStyle>
          <a:p>
            <a:pPr lvl="0"/>
            <a:r>
              <a:rPr lang="en-US" noProof="0"/>
              <a:t>Click to edit Master title style</a:t>
            </a:r>
          </a:p>
        </p:txBody>
      </p:sp>
      <p:sp>
        <p:nvSpPr>
          <p:cNvPr id="254984" name="Rectangle 8"/>
          <p:cNvSpPr>
            <a:spLocks noGrp="1" noChangeArrowheads="1"/>
          </p:cNvSpPr>
          <p:nvPr>
            <p:ph type="subTitle" sz="quarter" idx="1"/>
          </p:nvPr>
        </p:nvSpPr>
        <p:spPr>
          <a:xfrm>
            <a:off x="468313" y="3975497"/>
            <a:ext cx="7758112" cy="304800"/>
          </a:xfrm>
        </p:spPr>
        <p:txBody>
          <a:bodyPr/>
          <a:lstStyle>
            <a:lvl1pPr marL="0" indent="0">
              <a:buFontTx/>
              <a:buNone/>
              <a:defRPr/>
            </a:lvl1pPr>
          </a:lstStyle>
          <a:p>
            <a:pPr lvl="0"/>
            <a:r>
              <a:rPr lang="en-US" noProof="0"/>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solidFill>
                <a:prstClr val="white"/>
              </a:solidFill>
            </a:endParaRPr>
          </a:p>
        </p:txBody>
      </p:sp>
      <p:sp>
        <p:nvSpPr>
          <p:cNvPr id="7" name="Rectangle 5"/>
          <p:cNvSpPr>
            <a:spLocks noGrp="1" noChangeArrowheads="1"/>
          </p:cNvSpPr>
          <p:nvPr>
            <p:ph type="ftr" sz="quarter" idx="11"/>
          </p:nvPr>
        </p:nvSpPr>
        <p:spPr/>
        <p:txBody>
          <a:bodyPr/>
          <a:lstStyle>
            <a:lvl1pPr>
              <a:defRPr/>
            </a:lvl1pPr>
          </a:lstStyle>
          <a:p>
            <a:pPr>
              <a:defRPr/>
            </a:pPr>
            <a:r>
              <a:rPr lang="en-US">
                <a:solidFill>
                  <a:prstClr val="white"/>
                </a:solidFill>
              </a:rPr>
              <a:t>0</a:t>
            </a:r>
          </a:p>
        </p:txBody>
      </p:sp>
      <p:sp>
        <p:nvSpPr>
          <p:cNvPr id="8" name="Rectangle 6"/>
          <p:cNvSpPr>
            <a:spLocks noGrp="1" noChangeArrowheads="1"/>
          </p:cNvSpPr>
          <p:nvPr>
            <p:ph type="sldNum" sz="quarter" idx="12"/>
          </p:nvPr>
        </p:nvSpPr>
        <p:spPr/>
        <p:txBody>
          <a:bodyPr/>
          <a:lstStyle>
            <a:lvl1pPr>
              <a:defRPr/>
            </a:lvl1pPr>
          </a:lstStyle>
          <a:p>
            <a:pPr>
              <a:defRPr/>
            </a:pPr>
            <a:fld id="{BE19BCD7-7B14-4523-A54C-96457F4113D2}"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992502101"/>
      </p:ext>
    </p:extLst>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68314" y="195264"/>
            <a:ext cx="6048375" cy="756047"/>
          </a:xfrm>
        </p:spPr>
        <p:txBody>
          <a:bodyPr/>
          <a:lstStyle/>
          <a:p>
            <a:r>
              <a:rPr lang="en-US"/>
              <a:t>Click to edit Master title style</a:t>
            </a:r>
            <a:endParaRPr lang="en-AU"/>
          </a:p>
        </p:txBody>
      </p:sp>
      <p:sp>
        <p:nvSpPr>
          <p:cNvPr id="3" name="SmartArt Placeholder 2"/>
          <p:cNvSpPr>
            <a:spLocks noGrp="1"/>
          </p:cNvSpPr>
          <p:nvPr>
            <p:ph type="dgm" idx="1"/>
          </p:nvPr>
        </p:nvSpPr>
        <p:spPr>
          <a:xfrm>
            <a:off x="457200" y="1168003"/>
            <a:ext cx="8218488" cy="3348038"/>
          </a:xfrm>
        </p:spPr>
        <p:txBody>
          <a:bodyPr/>
          <a:lstStyle/>
          <a:p>
            <a:pPr lvl="0"/>
            <a:endParaRPr lang="en-AU"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solidFill>
                <a:prstClr val="white"/>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prstClr val="white"/>
                </a:solidFill>
              </a:rPr>
              <a:t>0</a:t>
            </a:r>
          </a:p>
        </p:txBody>
      </p:sp>
      <p:sp>
        <p:nvSpPr>
          <p:cNvPr id="6" name="Rectangle 8"/>
          <p:cNvSpPr>
            <a:spLocks noGrp="1" noChangeArrowheads="1"/>
          </p:cNvSpPr>
          <p:nvPr>
            <p:ph type="sldNum" sz="quarter" idx="12"/>
          </p:nvPr>
        </p:nvSpPr>
        <p:spPr>
          <a:ln/>
        </p:spPr>
        <p:txBody>
          <a:bodyPr/>
          <a:lstStyle>
            <a:lvl1pPr>
              <a:defRPr/>
            </a:lvl1pPr>
          </a:lstStyle>
          <a:p>
            <a:pPr>
              <a:defRPr/>
            </a:pPr>
            <a:fld id="{8C1F10B2-EB72-47E4-99B7-163DECE84249}"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2483045681"/>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A1FF9C-B2E5-9645-ACCE-65406CDBAA74}"/>
              </a:ext>
            </a:extLst>
          </p:cNvPr>
          <p:cNvSpPr>
            <a:spLocks noGrp="1"/>
          </p:cNvSpPr>
          <p:nvPr>
            <p:ph type="title"/>
          </p:nvPr>
        </p:nvSpPr>
        <p:spPr>
          <a:xfrm>
            <a:off x="-2381" y="1087041"/>
            <a:ext cx="9146381" cy="701278"/>
          </a:xfrm>
          <a:prstGeom prst="rect">
            <a:avLst/>
          </a:prstGeom>
        </p:spPr>
        <p:txBody>
          <a:bodyPr vert="horz" lIns="251999" tIns="251999" rIns="251999" bIns="251999"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8167A68B-5F2B-034C-BFF3-3E05C670FF32}"/>
              </a:ext>
            </a:extLst>
          </p:cNvPr>
          <p:cNvSpPr>
            <a:spLocks noGrp="1"/>
          </p:cNvSpPr>
          <p:nvPr>
            <p:ph type="body" idx="1"/>
          </p:nvPr>
        </p:nvSpPr>
        <p:spPr>
          <a:xfrm>
            <a:off x="1200151" y="2275285"/>
            <a:ext cx="6756400" cy="1593056"/>
          </a:xfrm>
          <a:prstGeom prst="rect">
            <a:avLst/>
          </a:prstGeom>
        </p:spPr>
        <p:txBody>
          <a:bodyPr vert="horz" lIns="251999" tIns="251999" rIns="251999" bIns="251999"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2D7B3D5D-65C9-3348-A132-33C0D8D38B40}"/>
              </a:ext>
            </a:extLst>
          </p:cNvPr>
          <p:cNvSpPr>
            <a:spLocks noGrp="1"/>
          </p:cNvSpPr>
          <p:nvPr>
            <p:ph type="dt" sz="half" idx="2"/>
          </p:nvPr>
        </p:nvSpPr>
        <p:spPr>
          <a:xfrm>
            <a:off x="253207" y="4569619"/>
            <a:ext cx="2057400" cy="273844"/>
          </a:xfrm>
          <a:prstGeom prst="rect">
            <a:avLst/>
          </a:prstGeom>
        </p:spPr>
        <p:txBody>
          <a:bodyPr vert="horz" lIns="0" tIns="54000" rIns="0" bIns="0" rtlCol="0" anchor="ctr"/>
          <a:lstStyle>
            <a:lvl1pPr algn="l">
              <a:defRPr sz="900">
                <a:solidFill>
                  <a:schemeClr val="tx1"/>
                </a:solidFill>
                <a:latin typeface="Century Gothic" panose="020B0502020202020204" pitchFamily="34" charset="0"/>
              </a:defRPr>
            </a:lvl1pPr>
          </a:lstStyle>
          <a:p>
            <a:endParaRPr lang="en-US" dirty="0"/>
          </a:p>
        </p:txBody>
      </p:sp>
      <p:sp>
        <p:nvSpPr>
          <p:cNvPr id="5" name="Footer Placeholder 4">
            <a:extLst>
              <a:ext uri="{FF2B5EF4-FFF2-40B4-BE49-F238E27FC236}">
                <a16:creationId xmlns:a16="http://schemas.microsoft.com/office/drawing/2014/main" id="{61264DF0-FFDD-D344-8E4F-582A5B531C1D}"/>
              </a:ext>
            </a:extLst>
          </p:cNvPr>
          <p:cNvSpPr>
            <a:spLocks noGrp="1"/>
          </p:cNvSpPr>
          <p:nvPr>
            <p:ph type="ftr" sz="quarter" idx="3"/>
          </p:nvPr>
        </p:nvSpPr>
        <p:spPr>
          <a:xfrm>
            <a:off x="3043237" y="4569619"/>
            <a:ext cx="3059907" cy="273844"/>
          </a:xfrm>
          <a:prstGeom prst="rect">
            <a:avLst/>
          </a:prstGeom>
        </p:spPr>
        <p:txBody>
          <a:bodyPr vert="horz" lIns="0" tIns="54000" rIns="0" bIns="0" rtlCol="0" anchor="ctr"/>
          <a:lstStyle>
            <a:lvl1pPr algn="ctr">
              <a:defRPr sz="900">
                <a:solidFill>
                  <a:schemeClr val="tx1"/>
                </a:solidFill>
                <a:latin typeface="Century Gothic" panose="020B0502020202020204" pitchFamily="34" charset="0"/>
              </a:defRPr>
            </a:lvl1pPr>
          </a:lstStyle>
          <a:p>
            <a:r>
              <a:rPr lang="en-US"/>
              <a:t>0</a:t>
            </a:r>
            <a:endParaRPr lang="en-US" dirty="0"/>
          </a:p>
        </p:txBody>
      </p:sp>
      <p:sp>
        <p:nvSpPr>
          <p:cNvPr id="6" name="Slide Number Placeholder 5">
            <a:extLst>
              <a:ext uri="{FF2B5EF4-FFF2-40B4-BE49-F238E27FC236}">
                <a16:creationId xmlns:a16="http://schemas.microsoft.com/office/drawing/2014/main" id="{D2A52AFB-1D5C-FF4B-BBBE-F06F82667F48}"/>
              </a:ext>
            </a:extLst>
          </p:cNvPr>
          <p:cNvSpPr>
            <a:spLocks noGrp="1"/>
          </p:cNvSpPr>
          <p:nvPr>
            <p:ph type="sldNum" sz="quarter" idx="4"/>
          </p:nvPr>
        </p:nvSpPr>
        <p:spPr>
          <a:xfrm>
            <a:off x="6835775" y="4569619"/>
            <a:ext cx="2057400" cy="273844"/>
          </a:xfrm>
          <a:prstGeom prst="rect">
            <a:avLst/>
          </a:prstGeom>
        </p:spPr>
        <p:txBody>
          <a:bodyPr vert="horz" lIns="0" tIns="54000" rIns="0" bIns="0" rtlCol="0" anchor="ctr"/>
          <a:lstStyle>
            <a:lvl1pPr algn="r">
              <a:defRPr sz="900">
                <a:solidFill>
                  <a:schemeClr val="tx1"/>
                </a:solidFill>
                <a:latin typeface="Century Gothic" panose="020B0502020202020204" pitchFamily="34" charset="0"/>
              </a:defRPr>
            </a:lvl1p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2424541773"/>
      </p:ext>
    </p:extLst>
  </p:cSld>
  <p:clrMap bg1="lt1" tx1="dk1" bg2="lt2" tx2="dk2" accent1="accent1" accent2="accent2" accent3="accent3" accent4="accent4" accent5="accent5" accent6="accent6" hlink="hlink" folHlink="folHlink"/>
  <p:sldLayoutIdLst>
    <p:sldLayoutId id="2147483698" r:id="rId1"/>
    <p:sldLayoutId id="2147483730" r:id="rId2"/>
    <p:sldLayoutId id="2147483729"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Lst>
  <p:hf hdr="0" dt="0"/>
  <p:txStyles>
    <p:titleStyle>
      <a:lvl1pPr algn="l" defTabSz="514350" rtl="0" eaLnBrk="1" latinLnBrk="0" hangingPunct="1">
        <a:lnSpc>
          <a:spcPct val="90000"/>
        </a:lnSpc>
        <a:spcBef>
          <a:spcPct val="0"/>
        </a:spcBef>
        <a:buNone/>
        <a:defRPr sz="3000" b="1" i="0" kern="1200">
          <a:solidFill>
            <a:schemeClr val="tx1"/>
          </a:solidFill>
          <a:latin typeface="Century Gothic" panose="020B0502020202020204" pitchFamily="34" charset="0"/>
          <a:ea typeface="+mj-ea"/>
          <a:cs typeface="+mj-cs"/>
        </a:defRPr>
      </a:lvl1pPr>
    </p:titleStyle>
    <p:bodyStyle>
      <a:lvl1pPr marL="100013" indent="-100013" algn="l" defTabSz="514350" rtl="0" eaLnBrk="1" latinLnBrk="0" hangingPunct="1">
        <a:lnSpc>
          <a:spcPct val="90000"/>
        </a:lnSpc>
        <a:spcBef>
          <a:spcPts val="563"/>
        </a:spcBef>
        <a:buFont typeface="Arial" panose="020B0604020202020204" pitchFamily="34" charset="0"/>
        <a:buChar char="•"/>
        <a:tabLst/>
        <a:defRPr sz="1050" b="0" i="0" kern="1200">
          <a:solidFill>
            <a:schemeClr val="tx1"/>
          </a:solidFill>
          <a:latin typeface="Century Gothic" panose="020B0502020202020204" pitchFamily="34" charset="0"/>
          <a:ea typeface="+mn-ea"/>
          <a:cs typeface="+mn-cs"/>
        </a:defRPr>
      </a:lvl1pPr>
      <a:lvl2pPr marL="200025" indent="-100013" algn="l" defTabSz="514350" rtl="0" eaLnBrk="1" latinLnBrk="0" hangingPunct="1">
        <a:lnSpc>
          <a:spcPct val="90000"/>
        </a:lnSpc>
        <a:spcBef>
          <a:spcPts val="281"/>
        </a:spcBef>
        <a:buSzPct val="100000"/>
        <a:buFont typeface="System Font Regular"/>
        <a:buChar char="-"/>
        <a:tabLst/>
        <a:defRPr sz="1050" b="0" i="0" kern="1200">
          <a:solidFill>
            <a:schemeClr val="tx1"/>
          </a:solidFill>
          <a:latin typeface="Century Gothic" panose="020B0502020202020204" pitchFamily="34" charset="0"/>
          <a:ea typeface="+mn-ea"/>
          <a:cs typeface="+mn-cs"/>
        </a:defRPr>
      </a:lvl2pPr>
      <a:lvl3pPr marL="300038" indent="-100013" algn="l" defTabSz="514350" rtl="0" eaLnBrk="1" latinLnBrk="0" hangingPunct="1">
        <a:lnSpc>
          <a:spcPct val="90000"/>
        </a:lnSpc>
        <a:spcBef>
          <a:spcPts val="281"/>
        </a:spcBef>
        <a:buFont typeface="System Font Regular"/>
        <a:buChar char="◦"/>
        <a:tabLst/>
        <a:defRPr sz="1050" b="0" i="0" kern="1200">
          <a:solidFill>
            <a:schemeClr val="tx1"/>
          </a:solidFill>
          <a:latin typeface="Century Gothic" panose="020B0502020202020204" pitchFamily="34" charset="0"/>
          <a:ea typeface="+mn-ea"/>
          <a:cs typeface="+mn-cs"/>
        </a:defRPr>
      </a:lvl3pPr>
      <a:lvl4pPr marL="400050" indent="-100013" algn="l" defTabSz="514350" rtl="0" eaLnBrk="1" latinLnBrk="0" hangingPunct="1">
        <a:lnSpc>
          <a:spcPct val="90000"/>
        </a:lnSpc>
        <a:spcBef>
          <a:spcPts val="281"/>
        </a:spcBef>
        <a:buSzPct val="70000"/>
        <a:buFont typeface="Wingdings" pitchFamily="2" charset="2"/>
        <a:buChar char="§"/>
        <a:tabLst/>
        <a:defRPr sz="1050" b="0" i="0" kern="1200">
          <a:solidFill>
            <a:schemeClr val="tx1"/>
          </a:solidFill>
          <a:latin typeface="Century Gothic" panose="020B0502020202020204" pitchFamily="34" charset="0"/>
          <a:ea typeface="+mn-ea"/>
          <a:cs typeface="+mn-cs"/>
        </a:defRPr>
      </a:lvl4pPr>
      <a:lvl5pPr marL="500063" indent="-100013" algn="l" defTabSz="514350" rtl="0" eaLnBrk="1" latinLnBrk="0" hangingPunct="1">
        <a:lnSpc>
          <a:spcPct val="90000"/>
        </a:lnSpc>
        <a:spcBef>
          <a:spcPts val="281"/>
        </a:spcBef>
        <a:buSzPct val="70000"/>
        <a:buFont typeface="Wingdings" pitchFamily="2" charset="2"/>
        <a:buChar char="Ø"/>
        <a:tabLst/>
        <a:defRPr sz="1050" b="0" i="0" kern="1200">
          <a:solidFill>
            <a:schemeClr val="tx1"/>
          </a:solidFill>
          <a:latin typeface="Century Gothic" panose="020B0502020202020204" pitchFamily="34" charset="0"/>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2" userDrawn="1">
          <p15:clr>
            <a:srgbClr val="F26B43"/>
          </p15:clr>
        </p15:guide>
        <p15:guide id="2" pos="3537" userDrawn="1">
          <p15:clr>
            <a:srgbClr val="F26B43"/>
          </p15:clr>
        </p15:guide>
        <p15:guide id="3" pos="3325" userDrawn="1">
          <p15:clr>
            <a:srgbClr val="F26B43"/>
          </p15:clr>
        </p15:guide>
        <p15:guide id="4" pos="2781" userDrawn="1">
          <p15:clr>
            <a:srgbClr val="F26B43"/>
          </p15:clr>
        </p15:guide>
        <p15:guide id="5" pos="2569" userDrawn="1">
          <p15:clr>
            <a:srgbClr val="F26B43"/>
          </p15:clr>
        </p15:guide>
        <p15:guide id="6" pos="1996" userDrawn="1">
          <p15:clr>
            <a:srgbClr val="F26B43"/>
          </p15:clr>
        </p15:guide>
        <p15:guide id="7" pos="1784" userDrawn="1">
          <p15:clr>
            <a:srgbClr val="F26B43"/>
          </p15:clr>
        </p15:guide>
        <p15:guide id="8" pos="1209" userDrawn="1">
          <p15:clr>
            <a:srgbClr val="F26B43"/>
          </p15:clr>
        </p15:guide>
        <p15:guide id="9" pos="997" userDrawn="1">
          <p15:clr>
            <a:srgbClr val="F26B43"/>
          </p15:clr>
        </p15:guide>
        <p15:guide id="10" pos="423" userDrawn="1">
          <p15:clr>
            <a:srgbClr val="F26B43"/>
          </p15:clr>
        </p15:guide>
        <p15:guide id="11" pos="4112" userDrawn="1">
          <p15:clr>
            <a:srgbClr val="F26B43"/>
          </p15:clr>
        </p15:guide>
        <p15:guide id="12" pos="4324" userDrawn="1">
          <p15:clr>
            <a:srgbClr val="F26B43"/>
          </p15:clr>
        </p15:guide>
        <p15:guide id="13" pos="4899" userDrawn="1">
          <p15:clr>
            <a:srgbClr val="F26B43"/>
          </p15:clr>
        </p15:guide>
        <p15:guide id="14" pos="5111" userDrawn="1">
          <p15:clr>
            <a:srgbClr val="F26B43"/>
          </p15:clr>
        </p15:guide>
        <p15:guide id="15" pos="5684" userDrawn="1">
          <p15:clr>
            <a:srgbClr val="F26B43"/>
          </p15:clr>
        </p15:guide>
        <p15:guide id="16" pos="5896" userDrawn="1">
          <p15:clr>
            <a:srgbClr val="F26B43"/>
          </p15:clr>
        </p15:guide>
        <p15:guide id="17" pos="6471" userDrawn="1">
          <p15:clr>
            <a:srgbClr val="F26B43"/>
          </p15:clr>
        </p15:guide>
        <p15:guide id="18" pos="6683" userDrawn="1">
          <p15:clr>
            <a:srgbClr val="F26B43"/>
          </p15:clr>
        </p15:guide>
        <p15:guide id="19" pos="7257" userDrawn="1">
          <p15:clr>
            <a:srgbClr val="F26B43"/>
          </p15:clr>
        </p15:guide>
        <p15:guide id="20" orient="horz" pos="1321" userDrawn="1">
          <p15:clr>
            <a:srgbClr val="F26B43"/>
          </p15:clr>
        </p15:guide>
        <p15:guide id="21" orient="horz" pos="913" userDrawn="1">
          <p15:clr>
            <a:srgbClr val="F26B43"/>
          </p15:clr>
        </p15:guide>
        <p15:guide id="22" orient="horz" pos="754" userDrawn="1">
          <p15:clr>
            <a:srgbClr val="F26B43"/>
          </p15:clr>
        </p15:guide>
        <p15:guide id="23" orient="horz" pos="323" userDrawn="1">
          <p15:clr>
            <a:srgbClr val="F26B43"/>
          </p15:clr>
        </p15:guide>
        <p15:guide id="24" orient="horz" pos="1911" userDrawn="1">
          <p15:clr>
            <a:srgbClr val="F26B43"/>
          </p15:clr>
        </p15:guide>
        <p15:guide id="25" orient="horz" pos="2069" userDrawn="1">
          <p15:clr>
            <a:srgbClr val="F26B43"/>
          </p15:clr>
        </p15:guide>
        <p15:guide id="26" orient="horz" pos="2500" userDrawn="1">
          <p15:clr>
            <a:srgbClr val="F26B43"/>
          </p15:clr>
        </p15:guide>
        <p15:guide id="27" orient="horz" pos="2659" userDrawn="1">
          <p15:clr>
            <a:srgbClr val="F26B43"/>
          </p15:clr>
        </p15:guide>
        <p15:guide id="28" orient="horz" pos="3090" userDrawn="1">
          <p15:clr>
            <a:srgbClr val="F26B43"/>
          </p15:clr>
        </p15:guide>
        <p15:guide id="29" orient="horz" pos="3249" userDrawn="1">
          <p15:clr>
            <a:srgbClr val="F26B43"/>
          </p15:clr>
        </p15:guide>
        <p15:guide id="30" orient="horz" pos="3680" userDrawn="1">
          <p15:clr>
            <a:srgbClr val="F26B43"/>
          </p15:clr>
        </p15:guide>
        <p15:guide id="31" orient="horz" pos="3838" userDrawn="1">
          <p15:clr>
            <a:srgbClr val="F26B43"/>
          </p15:clr>
        </p15:guide>
        <p15:guide id="32" orient="horz" pos="3997" userDrawn="1">
          <p15:clr>
            <a:srgbClr val="F26B43"/>
          </p15:clr>
        </p15:guide>
        <p15:guide id="33" pos="211" userDrawn="1">
          <p15:clr>
            <a:srgbClr val="F26B43"/>
          </p15:clr>
        </p15:guide>
        <p15:guide id="34" pos="7469" userDrawn="1">
          <p15:clr>
            <a:srgbClr val="F26B43"/>
          </p15:clr>
        </p15:guide>
        <p15:guide id="35" orient="horz" pos="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969" y="4908296"/>
            <a:ext cx="9162000" cy="243000"/>
          </a:xfrm>
          <a:prstGeom prst="rect">
            <a:avLst/>
          </a:prstGeom>
          <a:gradFill>
            <a:gsLst>
              <a:gs pos="0">
                <a:schemeClr val="accent5">
                  <a:lumMod val="50000"/>
                </a:schemeClr>
              </a:gs>
              <a:gs pos="10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40500" rtlCol="0" anchor="t" anchorCtr="0"/>
          <a:lstStyle/>
          <a:p>
            <a:pPr marL="5060156"/>
            <a:r>
              <a:rPr lang="en-US" sz="638" dirty="0">
                <a:solidFill>
                  <a:prstClr val="white"/>
                </a:solidFill>
                <a:latin typeface="Georgia"/>
              </a:rPr>
              <a:t>The University of Western Australia</a:t>
            </a:r>
            <a:endParaRPr lang="en-AU" sz="638" dirty="0">
              <a:solidFill>
                <a:prstClr val="white"/>
              </a:solidFill>
              <a:latin typeface="Georgia"/>
            </a:endParaRPr>
          </a:p>
        </p:txBody>
      </p:sp>
      <p:sp>
        <p:nvSpPr>
          <p:cNvPr id="2" name="Title Placeholder 1"/>
          <p:cNvSpPr>
            <a:spLocks noGrp="1"/>
          </p:cNvSpPr>
          <p:nvPr>
            <p:ph type="title"/>
          </p:nvPr>
        </p:nvSpPr>
        <p:spPr>
          <a:xfrm>
            <a:off x="447675" y="1329612"/>
            <a:ext cx="8229600" cy="324036"/>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3" name="Text Placeholder 2"/>
          <p:cNvSpPr>
            <a:spLocks noGrp="1"/>
          </p:cNvSpPr>
          <p:nvPr>
            <p:ph type="body" idx="1"/>
          </p:nvPr>
        </p:nvSpPr>
        <p:spPr>
          <a:xfrm>
            <a:off x="447675" y="1826810"/>
            <a:ext cx="8229600" cy="28511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467544" y="4855371"/>
            <a:ext cx="864096" cy="273844"/>
          </a:xfrm>
          <a:prstGeom prst="rect">
            <a:avLst/>
          </a:prstGeom>
        </p:spPr>
        <p:txBody>
          <a:bodyPr vert="horz" lIns="91440" tIns="45720" rIns="91440" bIns="45720" rtlCol="0" anchor="ctr"/>
          <a:lstStyle>
            <a:lvl1pPr algn="l">
              <a:defRPr sz="750">
                <a:solidFill>
                  <a:schemeClr val="bg1"/>
                </a:solidFill>
                <a:latin typeface="+mj-lt"/>
              </a:defRPr>
            </a:lvl1pPr>
          </a:lstStyle>
          <a:p>
            <a:pPr>
              <a:defRPr/>
            </a:pPr>
            <a:endParaRPr lang="en-AU">
              <a:solidFill>
                <a:prstClr val="white"/>
              </a:solidFill>
            </a:endParaRPr>
          </a:p>
        </p:txBody>
      </p:sp>
      <p:sp>
        <p:nvSpPr>
          <p:cNvPr id="5" name="Footer Placeholder 4"/>
          <p:cNvSpPr>
            <a:spLocks noGrp="1"/>
          </p:cNvSpPr>
          <p:nvPr>
            <p:ph type="ftr" sz="quarter" idx="3"/>
          </p:nvPr>
        </p:nvSpPr>
        <p:spPr>
          <a:xfrm>
            <a:off x="1475656" y="4855371"/>
            <a:ext cx="1944216" cy="273844"/>
          </a:xfrm>
          <a:prstGeom prst="rect">
            <a:avLst/>
          </a:prstGeom>
        </p:spPr>
        <p:txBody>
          <a:bodyPr vert="horz" lIns="91440" tIns="45720" rIns="91440" bIns="45720" rtlCol="0" anchor="ctr"/>
          <a:lstStyle>
            <a:lvl1pPr algn="ctr">
              <a:defRPr sz="750">
                <a:solidFill>
                  <a:schemeClr val="bg1"/>
                </a:solidFill>
                <a:latin typeface="+mj-lt"/>
              </a:defRPr>
            </a:lvl1pPr>
          </a:lstStyle>
          <a:p>
            <a:pPr>
              <a:defRPr/>
            </a:pPr>
            <a:r>
              <a:rPr lang="en-AU">
                <a:solidFill>
                  <a:prstClr val="white"/>
                </a:solidFill>
              </a:rPr>
              <a:t>0</a:t>
            </a:r>
          </a:p>
        </p:txBody>
      </p:sp>
      <p:sp>
        <p:nvSpPr>
          <p:cNvPr id="10" name="Rectangle 9"/>
          <p:cNvSpPr/>
          <p:nvPr/>
        </p:nvSpPr>
        <p:spPr>
          <a:xfrm>
            <a:off x="0" y="0"/>
            <a:ext cx="9162000" cy="81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tIns="40500" rtlCol="0" anchor="t" anchorCtr="0"/>
          <a:lstStyle/>
          <a:p>
            <a:pPr marL="5072063"/>
            <a:endParaRPr lang="en-AU" sz="638" dirty="0">
              <a:solidFill>
                <a:prstClr val="white"/>
              </a:solidFill>
              <a:latin typeface="Georgia"/>
            </a:endParaRPr>
          </a:p>
        </p:txBody>
      </p:sp>
      <p:sp>
        <p:nvSpPr>
          <p:cNvPr id="9"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E2A744A2-09D5-4D0B-A42D-5F24610BDAD9}" type="slidenum">
              <a:rPr>
                <a:solidFill>
                  <a:prstClr val="white"/>
                </a:solidFill>
              </a:rPr>
              <a:pPr>
                <a:defRPr/>
              </a:pPr>
              <a:t>‹#›</a:t>
            </a:fld>
            <a:endParaRPr>
              <a:solidFill>
                <a:prstClr val="white"/>
              </a:solidFill>
            </a:endParaRPr>
          </a:p>
        </p:txBody>
      </p:sp>
    </p:spTree>
    <p:extLst>
      <p:ext uri="{BB962C8B-B14F-4D97-AF65-F5344CB8AC3E}">
        <p14:creationId xmlns:p14="http://schemas.microsoft.com/office/powerpoint/2010/main" val="173301093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Lst>
  <p:transition>
    <p:wipe dir="d"/>
  </p:transition>
  <p:hf hdr="0" dt="0"/>
  <p:txStyles>
    <p:titleStyle>
      <a:lvl1pPr algn="l" defTabSz="685800" rtl="0" eaLnBrk="1" latinLnBrk="0" hangingPunct="1">
        <a:spcBef>
          <a:spcPct val="0"/>
        </a:spcBef>
        <a:buNone/>
        <a:defRPr sz="1575" b="1" kern="1200">
          <a:solidFill>
            <a:srgbClr val="1A1A1A"/>
          </a:solidFill>
          <a:latin typeface="Arial" pitchFamily="34" charset="0"/>
          <a:ea typeface="+mj-ea"/>
          <a:cs typeface="Arial" pitchFamily="34" charset="0"/>
        </a:defRPr>
      </a:lvl1pPr>
    </p:titleStyle>
    <p:bodyStyle>
      <a:lvl1pPr marL="257175" indent="-257175" algn="l" defTabSz="685800" rtl="0" eaLnBrk="1" latinLnBrk="0" hangingPunct="1">
        <a:spcBef>
          <a:spcPct val="20000"/>
        </a:spcBef>
        <a:buClr>
          <a:srgbClr val="1A1A1A"/>
        </a:buClr>
        <a:buFont typeface="Wingdings" pitchFamily="2" charset="2"/>
        <a:buChar char=""/>
        <a:defRPr sz="1350" kern="1200">
          <a:solidFill>
            <a:srgbClr val="1A1A1A"/>
          </a:solidFill>
          <a:latin typeface="Arial" pitchFamily="34" charset="0"/>
          <a:ea typeface="+mn-ea"/>
          <a:cs typeface="Arial" pitchFamily="34" charset="0"/>
        </a:defRPr>
      </a:lvl1pPr>
      <a:lvl2pPr marL="557213" indent="-214313" algn="l" defTabSz="685800" rtl="0" eaLnBrk="1" latinLnBrk="0" hangingPunct="1">
        <a:spcBef>
          <a:spcPct val="20000"/>
        </a:spcBef>
        <a:buClr>
          <a:srgbClr val="1A1A1A"/>
        </a:buClr>
        <a:buFont typeface="Arial" pitchFamily="34" charset="0"/>
        <a:buChar char="•"/>
        <a:defRPr sz="1350" kern="1200">
          <a:solidFill>
            <a:srgbClr val="1A1A1A"/>
          </a:solidFill>
          <a:latin typeface="Arial" pitchFamily="34" charset="0"/>
          <a:ea typeface="+mn-ea"/>
          <a:cs typeface="Arial" pitchFamily="34" charset="0"/>
        </a:defRPr>
      </a:lvl2pPr>
      <a:lvl3pPr marL="857250" indent="-171450" algn="l" defTabSz="685800" rtl="0" eaLnBrk="1" latinLnBrk="0" hangingPunct="1">
        <a:spcBef>
          <a:spcPct val="20000"/>
        </a:spcBef>
        <a:buClr>
          <a:srgbClr val="1A1A1A"/>
        </a:buClr>
        <a:buFont typeface="Arial" pitchFamily="34" charset="0"/>
        <a:buChar char="–"/>
        <a:defRPr sz="900" kern="1200">
          <a:solidFill>
            <a:srgbClr val="1A1A1A"/>
          </a:solidFill>
          <a:latin typeface="Arial" pitchFamily="34" charset="0"/>
          <a:ea typeface="+mn-ea"/>
          <a:cs typeface="Arial" pitchFamily="34" charset="0"/>
        </a:defRPr>
      </a:lvl3pPr>
      <a:lvl4pPr marL="1200150" indent="-171450" algn="l" defTabSz="685800" rtl="0" eaLnBrk="1" latinLnBrk="0" hangingPunct="1">
        <a:spcBef>
          <a:spcPct val="20000"/>
        </a:spcBef>
        <a:buClr>
          <a:srgbClr val="1A1A1A"/>
        </a:buClr>
        <a:buFont typeface="Arial" pitchFamily="34" charset="0"/>
        <a:buChar char="–"/>
        <a:defRPr sz="900" kern="1200">
          <a:solidFill>
            <a:srgbClr val="1A1A1A"/>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35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emf"/></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5C9B6C6-0C90-5727-A37F-0F6FCB5483C4}"/>
              </a:ext>
            </a:extLst>
          </p:cNvPr>
          <p:cNvSpPr txBox="1">
            <a:spLocks/>
          </p:cNvSpPr>
          <p:nvPr/>
        </p:nvSpPr>
        <p:spPr>
          <a:xfrm>
            <a:off x="604912" y="2334832"/>
            <a:ext cx="7347598" cy="638024"/>
          </a:xfrm>
          <a:prstGeom prst="rect">
            <a:avLst/>
          </a:prstGeom>
        </p:spPr>
        <p:txBody>
          <a:bodyPr vert="horz" lIns="91440" tIns="45720" rIns="91440" bIns="45720" rtlCol="0" anchor="ctr">
            <a:noAutofit/>
          </a:bodyPr>
          <a:lstStyle>
            <a:lvl1pPr algn="l" defTabSz="685800" rtl="0" eaLnBrk="1" latinLnBrk="0" hangingPunct="1">
              <a:lnSpc>
                <a:spcPct val="100000"/>
              </a:lnSpc>
              <a:spcBef>
                <a:spcPct val="0"/>
              </a:spcBef>
              <a:spcAft>
                <a:spcPts val="338"/>
              </a:spcAft>
              <a:buNone/>
              <a:defRPr sz="1575" b="1" kern="1200" baseline="0">
                <a:solidFill>
                  <a:schemeClr val="tx1"/>
                </a:solidFill>
                <a:latin typeface="Arial" charset="0"/>
                <a:ea typeface="Arial" charset="0"/>
                <a:cs typeface="Arial" charset="0"/>
              </a:defRPr>
            </a:lvl1pPr>
          </a:lstStyle>
          <a:p>
            <a:r>
              <a:rPr lang="en-AU" sz="2400" b="0" dirty="0">
                <a:latin typeface="Garamond" panose="02020404030301010803" pitchFamily="18" charset="0"/>
              </a:rPr>
              <a:t>Week 4 Tutorial</a:t>
            </a:r>
          </a:p>
          <a:p>
            <a:r>
              <a:rPr lang="en-US" altLang="zh-CN" sz="2400" dirty="0">
                <a:latin typeface="Garamond" panose="02020404030301010803" pitchFamily="18" charset="0"/>
              </a:rPr>
              <a:t>Forecasting and valuing cash flows</a:t>
            </a:r>
            <a:br>
              <a:rPr lang="en-AU" sz="2800" b="0" dirty="0">
                <a:latin typeface="Garamond" panose="02020404030301010803" pitchFamily="18" charset="0"/>
              </a:rPr>
            </a:br>
            <a:endParaRPr lang="en-AU" sz="2800" b="0" dirty="0">
              <a:latin typeface="Garamond" panose="02020404030301010803" pitchFamily="18" charset="0"/>
            </a:endParaRPr>
          </a:p>
          <a:p>
            <a:r>
              <a:rPr lang="en-AU" sz="1800" b="0" dirty="0">
                <a:latin typeface="Garamond" panose="02020404030301010803" pitchFamily="18" charset="0"/>
              </a:rPr>
              <a:t>Zirui Song</a:t>
            </a:r>
          </a:p>
          <a:p>
            <a:r>
              <a:rPr lang="en-US" sz="1800" b="0" baseline="30000" dirty="0">
                <a:latin typeface="Garamond" panose="02020404030301010803" pitchFamily="18" charset="0"/>
              </a:rPr>
              <a:t>March 2025</a:t>
            </a:r>
          </a:p>
        </p:txBody>
      </p:sp>
      <p:sp>
        <p:nvSpPr>
          <p:cNvPr id="10" name="Picture Placeholder 9">
            <a:extLst>
              <a:ext uri="{FF2B5EF4-FFF2-40B4-BE49-F238E27FC236}">
                <a16:creationId xmlns:a16="http://schemas.microsoft.com/office/drawing/2014/main" id="{7631E6CE-7B6A-415B-B4B4-92F9BEF22895}"/>
              </a:ext>
            </a:extLst>
          </p:cNvPr>
          <p:cNvSpPr>
            <a:spLocks noGrp="1"/>
          </p:cNvSpPr>
          <p:nvPr>
            <p:ph type="pic" sz="quarter" idx="14"/>
          </p:nvPr>
        </p:nvSpPr>
        <p:spPr>
          <a:xfrm>
            <a:off x="5372190" y="2717225"/>
            <a:ext cx="2295524" cy="188999"/>
          </a:xfrm>
        </p:spPr>
      </p:sp>
      <p:sp>
        <p:nvSpPr>
          <p:cNvPr id="11" name="Picture Placeholder 10">
            <a:extLst>
              <a:ext uri="{FF2B5EF4-FFF2-40B4-BE49-F238E27FC236}">
                <a16:creationId xmlns:a16="http://schemas.microsoft.com/office/drawing/2014/main" id="{FEFEB8F1-67B0-44E5-B94B-0C503D779BBF}"/>
              </a:ext>
            </a:extLst>
          </p:cNvPr>
          <p:cNvSpPr>
            <a:spLocks noGrp="1"/>
          </p:cNvSpPr>
          <p:nvPr>
            <p:ph type="pic" sz="quarter" idx="15"/>
          </p:nvPr>
        </p:nvSpPr>
        <p:spPr>
          <a:xfrm>
            <a:off x="7667715" y="1944199"/>
            <a:ext cx="188999" cy="962025"/>
          </a:xfrm>
        </p:spPr>
      </p:sp>
    </p:spTree>
    <p:extLst>
      <p:ext uri="{BB962C8B-B14F-4D97-AF65-F5344CB8AC3E}">
        <p14:creationId xmlns:p14="http://schemas.microsoft.com/office/powerpoint/2010/main" val="116176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CBA0-3CFE-3E41-A5C0-7D4C018E4C36}"/>
              </a:ext>
            </a:extLst>
          </p:cNvPr>
          <p:cNvSpPr>
            <a:spLocks noGrp="1"/>
          </p:cNvSpPr>
          <p:nvPr>
            <p:ph type="ctrTitle"/>
          </p:nvPr>
        </p:nvSpPr>
        <p:spPr/>
        <p:txBody>
          <a:bodyPr/>
          <a:lstStyle/>
          <a:p>
            <a:r>
              <a:rPr lang="en-US" dirty="0"/>
              <a:t>Agenda</a:t>
            </a:r>
          </a:p>
        </p:txBody>
      </p:sp>
      <p:sp>
        <p:nvSpPr>
          <p:cNvPr id="3" name="Content Placeholder 2">
            <a:extLst>
              <a:ext uri="{FF2B5EF4-FFF2-40B4-BE49-F238E27FC236}">
                <a16:creationId xmlns:a16="http://schemas.microsoft.com/office/drawing/2014/main" id="{893E2947-54FD-EE35-4317-2889EF063F2E}"/>
              </a:ext>
            </a:extLst>
          </p:cNvPr>
          <p:cNvSpPr>
            <a:spLocks noGrp="1"/>
          </p:cNvSpPr>
          <p:nvPr>
            <p:ph sz="quarter" idx="20"/>
          </p:nvPr>
        </p:nvSpPr>
        <p:spPr/>
        <p:txBody>
          <a:bodyPr/>
          <a:lstStyle/>
          <a:p>
            <a:r>
              <a:rPr lang="en-US" dirty="0"/>
              <a:t>2-3</a:t>
            </a:r>
          </a:p>
          <a:p>
            <a:r>
              <a:rPr lang="en-US" dirty="0"/>
              <a:t>2-6</a:t>
            </a:r>
          </a:p>
          <a:p>
            <a:r>
              <a:rPr lang="en-US" dirty="0"/>
              <a:t>2-7 (Exercises done in Week 2)</a:t>
            </a:r>
          </a:p>
          <a:p>
            <a:r>
              <a:rPr lang="en-US" dirty="0"/>
              <a:t>2-8</a:t>
            </a:r>
          </a:p>
          <a:p>
            <a:r>
              <a:rPr lang="en-US" dirty="0"/>
              <a:t>2-10*</a:t>
            </a:r>
          </a:p>
          <a:p>
            <a:r>
              <a:rPr lang="en-US" dirty="0"/>
              <a:t>2-12</a:t>
            </a:r>
          </a:p>
          <a:p>
            <a:endParaRPr lang="en-US" dirty="0"/>
          </a:p>
        </p:txBody>
      </p:sp>
    </p:spTree>
    <p:extLst>
      <p:ext uri="{BB962C8B-B14F-4D97-AF65-F5344CB8AC3E}">
        <p14:creationId xmlns:p14="http://schemas.microsoft.com/office/powerpoint/2010/main" val="107856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1B43-FA96-72E2-0CDB-036B9BB4D982}"/>
              </a:ext>
            </a:extLst>
          </p:cNvPr>
          <p:cNvSpPr>
            <a:spLocks noGrp="1"/>
          </p:cNvSpPr>
          <p:nvPr>
            <p:ph type="ctrTitle"/>
          </p:nvPr>
        </p:nvSpPr>
        <p:spPr/>
        <p:txBody>
          <a:bodyPr/>
          <a:lstStyle/>
          <a:p>
            <a:r>
              <a:rPr lang="en-US" dirty="0"/>
              <a:t>Knowledge review 1: FCF, CAPEX</a:t>
            </a:r>
          </a:p>
        </p:txBody>
      </p:sp>
      <p:sp>
        <p:nvSpPr>
          <p:cNvPr id="3" name="Content Placeholder 2">
            <a:extLst>
              <a:ext uri="{FF2B5EF4-FFF2-40B4-BE49-F238E27FC236}">
                <a16:creationId xmlns:a16="http://schemas.microsoft.com/office/drawing/2014/main" id="{2BEADFAF-10EE-A292-6CAD-67467ED90E10}"/>
              </a:ext>
            </a:extLst>
          </p:cNvPr>
          <p:cNvSpPr>
            <a:spLocks noGrp="1"/>
          </p:cNvSpPr>
          <p:nvPr>
            <p:ph sz="quarter" idx="20"/>
          </p:nvPr>
        </p:nvSpPr>
        <p:spPr/>
        <p:txBody>
          <a:bodyPr/>
          <a:lstStyle/>
          <a:p>
            <a:endParaRPr lang="en-US" dirty="0"/>
          </a:p>
        </p:txBody>
      </p:sp>
      <p:pic>
        <p:nvPicPr>
          <p:cNvPr id="4" name="Picture 3">
            <a:extLst>
              <a:ext uri="{FF2B5EF4-FFF2-40B4-BE49-F238E27FC236}">
                <a16:creationId xmlns:a16="http://schemas.microsoft.com/office/drawing/2014/main" id="{0C8BAC24-0B1D-FCCB-BF5C-1A2800C232F3}"/>
              </a:ext>
            </a:extLst>
          </p:cNvPr>
          <p:cNvPicPr>
            <a:picLocks noChangeAspect="1"/>
          </p:cNvPicPr>
          <p:nvPr/>
        </p:nvPicPr>
        <p:blipFill>
          <a:blip r:embed="rId3"/>
          <a:stretch>
            <a:fillRect/>
          </a:stretch>
        </p:blipFill>
        <p:spPr>
          <a:xfrm>
            <a:off x="1185949" y="652463"/>
            <a:ext cx="6772102" cy="4461906"/>
          </a:xfrm>
          <a:prstGeom prst="rect">
            <a:avLst/>
          </a:prstGeom>
        </p:spPr>
      </p:pic>
      <p:sp>
        <p:nvSpPr>
          <p:cNvPr id="5" name="TextBox 4">
            <a:extLst>
              <a:ext uri="{FF2B5EF4-FFF2-40B4-BE49-F238E27FC236}">
                <a16:creationId xmlns:a16="http://schemas.microsoft.com/office/drawing/2014/main" id="{BAB81ADF-2D55-DD34-4414-6E50B5C5FE53}"/>
              </a:ext>
            </a:extLst>
          </p:cNvPr>
          <p:cNvSpPr txBox="1"/>
          <p:nvPr/>
        </p:nvSpPr>
        <p:spPr>
          <a:xfrm>
            <a:off x="3808520" y="2562872"/>
            <a:ext cx="2428870" cy="300082"/>
          </a:xfrm>
          <a:prstGeom prst="rect">
            <a:avLst/>
          </a:prstGeom>
          <a:noFill/>
        </p:spPr>
        <p:txBody>
          <a:bodyPr wrap="none" rtlCol="0">
            <a:spAutoFit/>
          </a:bodyPr>
          <a:lstStyle/>
          <a:p>
            <a:r>
              <a:rPr lang="en-US" b="1" dirty="0">
                <a:solidFill>
                  <a:srgbClr val="FF0000"/>
                </a:solidFill>
              </a:rPr>
              <a:t>aka </a:t>
            </a:r>
            <a:r>
              <a:rPr lang="en-US" b="1" i="1" dirty="0">
                <a:solidFill>
                  <a:srgbClr val="FF0000"/>
                </a:solidFill>
              </a:rPr>
              <a:t>net operating income</a:t>
            </a:r>
          </a:p>
        </p:txBody>
      </p:sp>
      <p:sp>
        <p:nvSpPr>
          <p:cNvPr id="6" name="TextBox 5">
            <a:extLst>
              <a:ext uri="{FF2B5EF4-FFF2-40B4-BE49-F238E27FC236}">
                <a16:creationId xmlns:a16="http://schemas.microsoft.com/office/drawing/2014/main" id="{4A3BC394-E1BD-CA2B-2971-B641B339B99B}"/>
              </a:ext>
            </a:extLst>
          </p:cNvPr>
          <p:cNvSpPr txBox="1"/>
          <p:nvPr/>
        </p:nvSpPr>
        <p:spPr>
          <a:xfrm>
            <a:off x="4312205" y="1054648"/>
            <a:ext cx="3182281" cy="300082"/>
          </a:xfrm>
          <a:prstGeom prst="rect">
            <a:avLst/>
          </a:prstGeom>
          <a:noFill/>
        </p:spPr>
        <p:txBody>
          <a:bodyPr wrap="none" rtlCol="0">
            <a:spAutoFit/>
          </a:bodyPr>
          <a:lstStyle/>
          <a:p>
            <a:r>
              <a:rPr lang="en-US" b="1" i="1" dirty="0">
                <a:solidFill>
                  <a:srgbClr val="00B050"/>
                </a:solidFill>
              </a:rPr>
              <a:t>Firm FCF (FFCF) vs. Equity FCF (EFCF)</a:t>
            </a:r>
          </a:p>
        </p:txBody>
      </p:sp>
    </p:spTree>
    <p:extLst>
      <p:ext uri="{BB962C8B-B14F-4D97-AF65-F5344CB8AC3E}">
        <p14:creationId xmlns:p14="http://schemas.microsoft.com/office/powerpoint/2010/main" val="4125694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92673-596F-9DED-8D32-64CE96187779}"/>
              </a:ext>
            </a:extLst>
          </p:cNvPr>
          <p:cNvSpPr>
            <a:spLocks noGrp="1"/>
          </p:cNvSpPr>
          <p:nvPr>
            <p:ph type="ctrTitle"/>
          </p:nvPr>
        </p:nvSpPr>
        <p:spPr/>
        <p:txBody>
          <a:bodyPr/>
          <a:lstStyle/>
          <a:p>
            <a:r>
              <a:rPr lang="en-US" dirty="0"/>
              <a:t>Knowledge review 1: FCF, CAPEX</a:t>
            </a:r>
          </a:p>
        </p:txBody>
      </p:sp>
      <p:sp>
        <p:nvSpPr>
          <p:cNvPr id="3" name="Content Placeholder 2">
            <a:extLst>
              <a:ext uri="{FF2B5EF4-FFF2-40B4-BE49-F238E27FC236}">
                <a16:creationId xmlns:a16="http://schemas.microsoft.com/office/drawing/2014/main" id="{EE52963E-1E3B-C60B-30CE-B2B66C3E6896}"/>
              </a:ext>
            </a:extLst>
          </p:cNvPr>
          <p:cNvSpPr>
            <a:spLocks noGrp="1"/>
          </p:cNvSpPr>
          <p:nvPr>
            <p:ph sz="quarter" idx="20"/>
          </p:nvPr>
        </p:nvSpPr>
        <p:spPr/>
        <p:txBody>
          <a:bodyPr/>
          <a:lstStyle/>
          <a:p>
            <a:pPr marL="0" indent="0">
              <a:buNone/>
            </a:pPr>
            <a:endParaRPr lang="en-US" dirty="0"/>
          </a:p>
        </p:txBody>
      </p:sp>
      <p:pic>
        <p:nvPicPr>
          <p:cNvPr id="5" name="Picture 4">
            <a:extLst>
              <a:ext uri="{FF2B5EF4-FFF2-40B4-BE49-F238E27FC236}">
                <a16:creationId xmlns:a16="http://schemas.microsoft.com/office/drawing/2014/main" id="{F11DB367-4512-5577-3030-BBD85C83320C}"/>
              </a:ext>
            </a:extLst>
          </p:cNvPr>
          <p:cNvPicPr>
            <a:picLocks noChangeAspect="1"/>
          </p:cNvPicPr>
          <p:nvPr/>
        </p:nvPicPr>
        <p:blipFill>
          <a:blip r:embed="rId3"/>
          <a:stretch>
            <a:fillRect/>
          </a:stretch>
        </p:blipFill>
        <p:spPr>
          <a:xfrm>
            <a:off x="1738350" y="652463"/>
            <a:ext cx="5667299" cy="4333146"/>
          </a:xfrm>
          <a:prstGeom prst="rect">
            <a:avLst/>
          </a:prstGeom>
        </p:spPr>
      </p:pic>
      <p:sp>
        <p:nvSpPr>
          <p:cNvPr id="7" name="TextBox 6">
            <a:extLst>
              <a:ext uri="{FF2B5EF4-FFF2-40B4-BE49-F238E27FC236}">
                <a16:creationId xmlns:a16="http://schemas.microsoft.com/office/drawing/2014/main" id="{0BCA398E-867A-F4FA-AEF2-CD8190BD022A}"/>
              </a:ext>
            </a:extLst>
          </p:cNvPr>
          <p:cNvSpPr txBox="1"/>
          <p:nvPr/>
        </p:nvSpPr>
        <p:spPr>
          <a:xfrm>
            <a:off x="1601971" y="4845901"/>
            <a:ext cx="2632452" cy="300082"/>
          </a:xfrm>
          <a:prstGeom prst="rect">
            <a:avLst/>
          </a:prstGeom>
          <a:noFill/>
        </p:spPr>
        <p:txBody>
          <a:bodyPr wrap="none" rtlCol="0">
            <a:spAutoFit/>
          </a:bodyPr>
          <a:lstStyle/>
          <a:p>
            <a:r>
              <a:rPr lang="en-US" b="1" dirty="0"/>
              <a:t>Source</a:t>
            </a:r>
            <a:r>
              <a:rPr lang="en-US" dirty="0"/>
              <a:t>: textbook, page 105 </a:t>
            </a:r>
          </a:p>
        </p:txBody>
      </p:sp>
    </p:spTree>
    <p:extLst>
      <p:ext uri="{BB962C8B-B14F-4D97-AF65-F5344CB8AC3E}">
        <p14:creationId xmlns:p14="http://schemas.microsoft.com/office/powerpoint/2010/main" val="173669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E6C5-3232-4784-3D45-B701D7FFC2E9}"/>
              </a:ext>
            </a:extLst>
          </p:cNvPr>
          <p:cNvSpPr>
            <a:spLocks noGrp="1"/>
          </p:cNvSpPr>
          <p:nvPr>
            <p:ph type="ctrTitle"/>
          </p:nvPr>
        </p:nvSpPr>
        <p:spPr/>
        <p:txBody>
          <a:bodyPr/>
          <a:lstStyle/>
          <a:p>
            <a:r>
              <a:rPr lang="en-US" dirty="0"/>
              <a:t>Knowledge review 1: FCF, CAPEX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045746-241B-C7D4-0FAC-F0948B4D8B65}"/>
                  </a:ext>
                </a:extLst>
              </p:cNvPr>
              <p:cNvSpPr>
                <a:spLocks noGrp="1"/>
              </p:cNvSpPr>
              <p:nvPr>
                <p:ph sz="quarter" idx="20"/>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𝑷𝑷𝑬</m:t>
                          </m:r>
                        </m:e>
                        <m:sub>
                          <m:r>
                            <a:rPr lang="en-US" b="1" i="1">
                              <a:latin typeface="Cambria Math" panose="02040503050406030204" pitchFamily="18" charset="0"/>
                            </a:rPr>
                            <m:t>𝒆𝒏𝒅𝒊𝒏𝒈</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𝑷𝑷𝑬</m:t>
                          </m:r>
                        </m:e>
                        <m:sub>
                          <m:r>
                            <a:rPr lang="en-US" b="1" i="1">
                              <a:latin typeface="Cambria Math" panose="02040503050406030204" pitchFamily="18" charset="0"/>
                            </a:rPr>
                            <m:t>𝒃𝒆𝒈𝒊𝒏𝒏𝒊𝒏𝒈</m:t>
                          </m:r>
                        </m:sub>
                      </m:sSub>
                      <m:r>
                        <a:rPr lang="en-US" b="1" i="1" smtClean="0">
                          <a:latin typeface="Cambria Math" panose="02040503050406030204" pitchFamily="18" charset="0"/>
                        </a:rPr>
                        <m:t>+</m:t>
                      </m:r>
                      <m:r>
                        <a:rPr lang="en-US" b="1" i="1" smtClean="0">
                          <a:latin typeface="Cambria Math" panose="02040503050406030204" pitchFamily="18" charset="0"/>
                        </a:rPr>
                        <m:t>𝑪𝑨𝑷𝑬𝑿</m:t>
                      </m:r>
                      <m:r>
                        <a:rPr lang="en-US" b="1" i="1" smtClean="0">
                          <a:latin typeface="Cambria Math" panose="02040503050406030204" pitchFamily="18" charset="0"/>
                        </a:rPr>
                        <m:t>−</m:t>
                      </m:r>
                      <m:r>
                        <a:rPr lang="en-US" b="1" i="1">
                          <a:latin typeface="Cambria Math" panose="02040503050406030204" pitchFamily="18" charset="0"/>
                        </a:rPr>
                        <m:t>𝑫𝒆𝒑𝒓𝒆𝒄𝒊𝒂𝒕𝒊𝒐𝒏</m:t>
                      </m:r>
                      <m:r>
                        <a:rPr lang="en-US" b="1" i="1">
                          <a:latin typeface="Cambria Math" panose="02040503050406030204" pitchFamily="18" charset="0"/>
                        </a:rPr>
                        <m:t> </m:t>
                      </m:r>
                      <m:r>
                        <a:rPr lang="en-US" b="1" i="1">
                          <a:latin typeface="Cambria Math" panose="02040503050406030204" pitchFamily="18" charset="0"/>
                        </a:rPr>
                        <m:t>𝑬𝒙𝒑𝒆𝒏𝒔𝒆</m:t>
                      </m:r>
                    </m:oMath>
                  </m:oMathPara>
                </a14:m>
                <a:endParaRPr lang="en-US"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𝑪𝑨𝑷𝑬𝑿</m:t>
                      </m:r>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𝑷𝑷𝑬</m:t>
                          </m:r>
                        </m:e>
                        <m:sub>
                          <m:r>
                            <a:rPr lang="en-US" b="1" i="1" smtClean="0">
                              <a:latin typeface="Cambria Math" panose="02040503050406030204" pitchFamily="18" charset="0"/>
                            </a:rPr>
                            <m:t>𝒆𝒏𝒅𝒊𝒏𝒈</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𝑷𝑷𝑬</m:t>
                          </m:r>
                        </m:e>
                        <m:sub>
                          <m:r>
                            <a:rPr lang="en-US" b="1" i="1" smtClean="0">
                              <a:latin typeface="Cambria Math" panose="02040503050406030204" pitchFamily="18" charset="0"/>
                            </a:rPr>
                            <m:t>𝒃𝒆𝒈𝒊𝒏𝒏𝒊𝒏𝒈</m:t>
                          </m:r>
                        </m:sub>
                      </m:sSub>
                      <m:r>
                        <a:rPr lang="en-US" b="1" i="1" smtClean="0">
                          <a:latin typeface="Cambria Math" panose="02040503050406030204" pitchFamily="18" charset="0"/>
                        </a:rPr>
                        <m:t>+</m:t>
                      </m:r>
                      <m:r>
                        <a:rPr lang="en-US" b="1" i="1" smtClean="0">
                          <a:latin typeface="Cambria Math" panose="02040503050406030204" pitchFamily="18" charset="0"/>
                        </a:rPr>
                        <m:t>𝑫𝒆𝒑𝒓𝒆𝒄𝒊𝒂𝒕𝒊𝒐𝒏</m:t>
                      </m:r>
                      <m:r>
                        <a:rPr lang="en-US" b="1" i="1" smtClean="0">
                          <a:latin typeface="Cambria Math" panose="02040503050406030204" pitchFamily="18" charset="0"/>
                        </a:rPr>
                        <m:t> </m:t>
                      </m:r>
                      <m:r>
                        <a:rPr lang="en-US" b="1" i="1" smtClean="0">
                          <a:latin typeface="Cambria Math" panose="02040503050406030204" pitchFamily="18" charset="0"/>
                        </a:rPr>
                        <m:t>𝑬𝒙𝒑𝒆𝒏𝒔𝒆</m:t>
                      </m:r>
                    </m:oMath>
                  </m:oMathPara>
                </a14:m>
                <a:endParaRPr lang="en-US" b="1" dirty="0"/>
              </a:p>
            </p:txBody>
          </p:sp>
        </mc:Choice>
        <mc:Fallback xmlns="">
          <p:sp>
            <p:nvSpPr>
              <p:cNvPr id="3" name="Content Placeholder 2">
                <a:extLst>
                  <a:ext uri="{FF2B5EF4-FFF2-40B4-BE49-F238E27FC236}">
                    <a16:creationId xmlns:a16="http://schemas.microsoft.com/office/drawing/2014/main" id="{DD045746-241B-C7D4-0FAC-F0948B4D8B65}"/>
                  </a:ext>
                </a:extLst>
              </p:cNvPr>
              <p:cNvSpPr>
                <a:spLocks noGrp="1" noRot="1" noChangeAspect="1" noMove="1" noResize="1" noEditPoints="1" noAdjustHandles="1" noChangeArrowheads="1" noChangeShapeType="1" noTextEdit="1"/>
              </p:cNvSpPr>
              <p:nvPr>
                <p:ph sz="quarter" idx="20"/>
              </p:nvPr>
            </p:nvSpPr>
            <p:spPr>
              <a:blipFill>
                <a:blip r:embed="rId3"/>
                <a:stretch>
                  <a:fillRect t="-51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6B8F285-9D80-8CB7-8C98-D3D13BF6FA90}"/>
              </a:ext>
            </a:extLst>
          </p:cNvPr>
          <p:cNvPicPr>
            <a:picLocks noChangeAspect="1"/>
          </p:cNvPicPr>
          <p:nvPr/>
        </p:nvPicPr>
        <p:blipFill>
          <a:blip r:embed="rId4"/>
          <a:stretch>
            <a:fillRect/>
          </a:stretch>
        </p:blipFill>
        <p:spPr>
          <a:xfrm>
            <a:off x="1313895" y="1727076"/>
            <a:ext cx="6516209" cy="3310068"/>
          </a:xfrm>
          <a:prstGeom prst="rect">
            <a:avLst/>
          </a:prstGeom>
        </p:spPr>
      </p:pic>
    </p:spTree>
    <p:extLst>
      <p:ext uri="{BB962C8B-B14F-4D97-AF65-F5344CB8AC3E}">
        <p14:creationId xmlns:p14="http://schemas.microsoft.com/office/powerpoint/2010/main" val="3119038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D5FC6-1711-7194-F2E4-3A259413831C}"/>
              </a:ext>
            </a:extLst>
          </p:cNvPr>
          <p:cNvSpPr>
            <a:spLocks noGrp="1"/>
          </p:cNvSpPr>
          <p:nvPr>
            <p:ph type="ctrTitle"/>
          </p:nvPr>
        </p:nvSpPr>
        <p:spPr/>
        <p:txBody>
          <a:bodyPr/>
          <a:lstStyle/>
          <a:p>
            <a:r>
              <a:rPr lang="en-US" dirty="0"/>
              <a:t>Question 1</a:t>
            </a:r>
          </a:p>
        </p:txBody>
      </p:sp>
      <p:sp>
        <p:nvSpPr>
          <p:cNvPr id="3" name="Content Placeholder 2">
            <a:extLst>
              <a:ext uri="{FF2B5EF4-FFF2-40B4-BE49-F238E27FC236}">
                <a16:creationId xmlns:a16="http://schemas.microsoft.com/office/drawing/2014/main" id="{6029F57F-3AEA-8BBF-8BB0-444251BCF84B}"/>
              </a:ext>
            </a:extLst>
          </p:cNvPr>
          <p:cNvSpPr>
            <a:spLocks noGrp="1"/>
          </p:cNvSpPr>
          <p:nvPr>
            <p:ph sz="quarter" idx="20"/>
          </p:nvPr>
        </p:nvSpPr>
        <p:spPr/>
        <p:txBody>
          <a:bodyPr/>
          <a:lstStyle/>
          <a:p>
            <a:endParaRPr lang="en-US"/>
          </a:p>
        </p:txBody>
      </p:sp>
      <p:pic>
        <p:nvPicPr>
          <p:cNvPr id="4" name="Picture 3">
            <a:extLst>
              <a:ext uri="{FF2B5EF4-FFF2-40B4-BE49-F238E27FC236}">
                <a16:creationId xmlns:a16="http://schemas.microsoft.com/office/drawing/2014/main" id="{7DB623D8-017C-AA11-BBA3-F42A8DD17D83}"/>
              </a:ext>
            </a:extLst>
          </p:cNvPr>
          <p:cNvPicPr>
            <a:picLocks noChangeAspect="1"/>
          </p:cNvPicPr>
          <p:nvPr/>
        </p:nvPicPr>
        <p:blipFill>
          <a:blip r:embed="rId3"/>
          <a:stretch>
            <a:fillRect/>
          </a:stretch>
        </p:blipFill>
        <p:spPr>
          <a:xfrm>
            <a:off x="0" y="899947"/>
            <a:ext cx="9144000" cy="3460742"/>
          </a:xfrm>
          <a:prstGeom prst="rect">
            <a:avLst/>
          </a:prstGeom>
        </p:spPr>
      </p:pic>
      <p:cxnSp>
        <p:nvCxnSpPr>
          <p:cNvPr id="6" name="Straight Connector 5">
            <a:extLst>
              <a:ext uri="{FF2B5EF4-FFF2-40B4-BE49-F238E27FC236}">
                <a16:creationId xmlns:a16="http://schemas.microsoft.com/office/drawing/2014/main" id="{47BA7E4F-7926-F036-772C-E71411E8466A}"/>
              </a:ext>
            </a:extLst>
          </p:cNvPr>
          <p:cNvCxnSpPr/>
          <p:nvPr/>
        </p:nvCxnSpPr>
        <p:spPr>
          <a:xfrm>
            <a:off x="2735249" y="3164619"/>
            <a:ext cx="609865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3EC0BB6-5B1E-EEFB-311C-D89A3A57EDFE}"/>
              </a:ext>
            </a:extLst>
          </p:cNvPr>
          <p:cNvCxnSpPr/>
          <p:nvPr/>
        </p:nvCxnSpPr>
        <p:spPr>
          <a:xfrm>
            <a:off x="485030" y="3387256"/>
            <a:ext cx="174133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0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06AD1-DC40-CC42-9761-660BE637C7DF}"/>
              </a:ext>
            </a:extLst>
          </p:cNvPr>
          <p:cNvSpPr>
            <a:spLocks noGrp="1"/>
          </p:cNvSpPr>
          <p:nvPr>
            <p:ph type="ctrTitle"/>
          </p:nvPr>
        </p:nvSpPr>
        <p:spPr/>
        <p:txBody>
          <a:bodyPr/>
          <a:lstStyle/>
          <a:p>
            <a:r>
              <a:rPr lang="en-US" dirty="0"/>
              <a:t>Question 1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FCCDC1-19FC-2B2A-9075-95A83C6831C3}"/>
                  </a:ext>
                </a:extLst>
              </p:cNvPr>
              <p:cNvSpPr>
                <a:spLocks noGrp="1"/>
              </p:cNvSpPr>
              <p:nvPr>
                <p:ph sz="quarter" idx="20"/>
              </p:nvPr>
            </p:nvSpPr>
            <p:spPr/>
            <p:txBody>
              <a:bodyPr>
                <a:normAutofit fontScale="92500"/>
              </a:bodyPr>
              <a:lstStyle/>
              <a:p>
                <a:pPr marL="0" indent="0">
                  <a:buNone/>
                </a:pPr>
                <a:r>
                  <a:rPr lang="en-US" b="1" dirty="0"/>
                  <a:t>Given value</a:t>
                </a:r>
              </a:p>
              <a:p>
                <a:r>
                  <a:rPr lang="en-US" dirty="0"/>
                  <a:t>Initial investment: </a:t>
                </a:r>
                <a14:m>
                  <m:oMath xmlns:m="http://schemas.openxmlformats.org/officeDocument/2006/math">
                    <m:r>
                      <a:rPr lang="en-US" i="1" dirty="0" smtClean="0">
                        <a:latin typeface="Cambria Math" panose="02040503050406030204" pitchFamily="18" charset="0"/>
                      </a:rPr>
                      <m:t>$400,000</m:t>
                    </m:r>
                  </m:oMath>
                </a14:m>
                <a:endParaRPr lang="en-US" dirty="0"/>
              </a:p>
              <a:p>
                <a:r>
                  <a:rPr lang="en-US" dirty="0"/>
                  <a:t>Earning before interest and taxes (EBIT): </a:t>
                </a:r>
                <a14:m>
                  <m:oMath xmlns:m="http://schemas.openxmlformats.org/officeDocument/2006/math">
                    <m:r>
                      <a:rPr lang="en-US" b="0" i="1" smtClean="0">
                        <a:latin typeface="Cambria Math" panose="02040503050406030204" pitchFamily="18" charset="0"/>
                      </a:rPr>
                      <m:t>$100,000</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p>
                    </m:sSup>
                  </m:oMath>
                </a14:m>
                <a:r>
                  <a:rPr lang="en-US" dirty="0"/>
                  <a:t> </a:t>
                </a:r>
              </a:p>
              <a:p>
                <a:r>
                  <a:rPr lang="en-US" dirty="0"/>
                  <a:t>Net working capital: </a:t>
                </a:r>
                <a14:m>
                  <m:oMath xmlns:m="http://schemas.openxmlformats.org/officeDocument/2006/math">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0.2</m:t>
                    </m:r>
                  </m:oMath>
                </a14:m>
                <a:endParaRPr lang="en-US" b="0" dirty="0">
                  <a:ea typeface="Cambria Math" panose="02040503050406030204" pitchFamily="18" charset="0"/>
                </a:endParaRPr>
              </a:p>
              <a:p>
                <a:r>
                  <a:rPr lang="en-US" dirty="0"/>
                  <a:t>Changes in net working capital: </a:t>
                </a:r>
                <a14:m>
                  <m:oMath xmlns:m="http://schemas.openxmlformats.org/officeDocument/2006/math">
                    <m:r>
                      <a:rPr lang="en-US" i="1" smtClean="0">
                        <a:latin typeface="Cambria Math" panose="02040503050406030204" pitchFamily="18" charset="0"/>
                      </a:rPr>
                      <m:t>$100,000</m:t>
                    </m:r>
                    <m:r>
                      <a:rPr lang="en-US" i="1">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𝑡</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1+0.05</m:t>
                                </m:r>
                              </m:e>
                            </m:d>
                          </m:e>
                          <m:sup>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p>
                        </m:sSup>
                      </m:e>
                    </m: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0.2</m:t>
                    </m:r>
                  </m:oMath>
                </a14:m>
                <a:endParaRPr lang="en-US" b="0" dirty="0">
                  <a:ea typeface="Cambria Math" panose="02040503050406030204" pitchFamily="18" charset="0"/>
                </a:endParaRPr>
              </a:p>
              <a:p>
                <a:r>
                  <a:rPr lang="en-US" b="0" dirty="0">
                    <a:ea typeface="Cambria Math" panose="02040503050406030204" pitchFamily="18" charset="0"/>
                  </a:rPr>
                  <a:t>Depreciation expense: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$400,000</m:t>
                        </m:r>
                      </m:num>
                      <m:den>
                        <m:r>
                          <a:rPr lang="en-US" b="0" i="1" smtClean="0">
                            <a:latin typeface="Cambria Math" panose="02040503050406030204" pitchFamily="18" charset="0"/>
                            <a:ea typeface="Cambria Math" panose="02040503050406030204" pitchFamily="18" charset="0"/>
                          </a:rPr>
                          <m:t>5 </m:t>
                        </m:r>
                        <m:r>
                          <a:rPr lang="en-US" b="0" i="1" smtClean="0">
                            <a:latin typeface="Cambria Math" panose="02040503050406030204" pitchFamily="18" charset="0"/>
                            <a:ea typeface="Cambria Math" panose="02040503050406030204" pitchFamily="18" charset="0"/>
                          </a:rPr>
                          <m:t>𝑦𝑒𝑎𝑟𝑠</m:t>
                        </m:r>
                      </m:den>
                    </m:f>
                    <m:r>
                      <a:rPr lang="en-US" b="0" i="0" smtClean="0">
                        <a:latin typeface="Cambria Math" panose="02040503050406030204" pitchFamily="18" charset="0"/>
                        <a:ea typeface="Cambria Math" panose="02040503050406030204" pitchFamily="18" charset="0"/>
                      </a:rPr>
                      <m:t>=$80,000,    </m:t>
                    </m:r>
                    <m:r>
                      <m:rPr>
                        <m:sty m:val="p"/>
                      </m:rPr>
                      <a:rPr lang="en-US" b="0" i="0" smtClean="0">
                        <a:latin typeface="Cambria Math" panose="02040503050406030204" pitchFamily="18" charset="0"/>
                        <a:ea typeface="Cambria Math" panose="02040503050406030204" pitchFamily="18" charset="0"/>
                      </a:rPr>
                      <m:t>Straight</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line</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over</m:t>
                    </m:r>
                    <m:r>
                      <a:rPr lang="en-US" b="0" i="0" smtClean="0">
                        <a:latin typeface="Cambria Math" panose="02040503050406030204" pitchFamily="18" charset="0"/>
                        <a:ea typeface="Cambria Math" panose="02040503050406030204" pitchFamily="18" charset="0"/>
                      </a:rPr>
                      <m:t> 5 </m:t>
                    </m:r>
                    <m:r>
                      <m:rPr>
                        <m:sty m:val="p"/>
                      </m:rPr>
                      <a:rPr lang="en-US" b="0" i="0" smtClean="0">
                        <a:latin typeface="Cambria Math" panose="02040503050406030204" pitchFamily="18" charset="0"/>
                        <a:ea typeface="Cambria Math" panose="02040503050406030204" pitchFamily="18" charset="0"/>
                      </a:rPr>
                      <m:t>years</m:t>
                    </m:r>
                  </m:oMath>
                </a14:m>
                <a:endParaRPr lang="en-US" dirty="0"/>
              </a:p>
              <a:p>
                <a:r>
                  <a:rPr lang="en-US" dirty="0"/>
                  <a:t>Tax rate: 30%</a:t>
                </a:r>
              </a:p>
            </p:txBody>
          </p:sp>
        </mc:Choice>
        <mc:Fallback xmlns="">
          <p:sp>
            <p:nvSpPr>
              <p:cNvPr id="3" name="Content Placeholder 2">
                <a:extLst>
                  <a:ext uri="{FF2B5EF4-FFF2-40B4-BE49-F238E27FC236}">
                    <a16:creationId xmlns:a16="http://schemas.microsoft.com/office/drawing/2014/main" id="{42FCCDC1-19FC-2B2A-9075-95A83C6831C3}"/>
                  </a:ext>
                </a:extLst>
              </p:cNvPr>
              <p:cNvSpPr>
                <a:spLocks noGrp="1" noRot="1" noChangeAspect="1" noMove="1" noResize="1" noEditPoints="1" noAdjustHandles="1" noChangeArrowheads="1" noChangeShapeType="1" noTextEdit="1"/>
              </p:cNvSpPr>
              <p:nvPr>
                <p:ph sz="quarter" idx="20"/>
              </p:nvPr>
            </p:nvSpPr>
            <p:spPr>
              <a:blipFill>
                <a:blip r:embed="rId3"/>
                <a:stretch>
                  <a:fillRect l="-1693" t="-3077"/>
                </a:stretch>
              </a:blipFill>
            </p:spPr>
            <p:txBody>
              <a:bodyPr/>
              <a:lstStyle/>
              <a:p>
                <a:r>
                  <a:rPr lang="en-US">
                    <a:noFill/>
                  </a:rPr>
                  <a:t> </a:t>
                </a:r>
              </a:p>
            </p:txBody>
          </p:sp>
        </mc:Fallback>
      </mc:AlternateContent>
    </p:spTree>
    <p:extLst>
      <p:ext uri="{BB962C8B-B14F-4D97-AF65-F5344CB8AC3E}">
        <p14:creationId xmlns:p14="http://schemas.microsoft.com/office/powerpoint/2010/main" val="565038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5E8E6-B89B-5563-9280-3473AD5E1A64}"/>
              </a:ext>
            </a:extLst>
          </p:cNvPr>
          <p:cNvSpPr>
            <a:spLocks noGrp="1"/>
          </p:cNvSpPr>
          <p:nvPr>
            <p:ph type="ctrTitle"/>
          </p:nvPr>
        </p:nvSpPr>
        <p:spPr/>
        <p:txBody>
          <a:bodyPr/>
          <a:lstStyle/>
          <a:p>
            <a:r>
              <a:rPr lang="en-US" dirty="0"/>
              <a:t>Question 1 (cont.)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4202856-9F34-9098-AA39-5F7703F2A2DC}"/>
                  </a:ext>
                </a:extLst>
              </p:cNvPr>
              <p:cNvSpPr>
                <a:spLocks noGrp="1"/>
              </p:cNvSpPr>
              <p:nvPr>
                <p:ph sz="quarter" idx="20"/>
              </p:nvPr>
            </p:nvSpPr>
            <p:spPr/>
            <p:txBody>
              <a:bodyPr>
                <a:normAutofit/>
              </a:bodyPr>
              <a:lstStyle/>
              <a:p>
                <a:pPr marL="0" indent="0">
                  <a:buNone/>
                </a:pPr>
                <a:r>
                  <a:rPr lang="en-US" b="1" dirty="0"/>
                  <a:t>Answer</a:t>
                </a:r>
              </a:p>
              <a:p>
                <a:r>
                  <a:rPr lang="en-US" altLang="zh-CN" dirty="0"/>
                  <a:t>Step-by-step </a:t>
                </a:r>
                <a:r>
                  <a:rPr lang="en-US" i="1" dirty="0"/>
                  <a:t>FCFs </a:t>
                </a:r>
                <a:r>
                  <a:rPr lang="en-US" dirty="0"/>
                  <a:t>calculation</a:t>
                </a:r>
              </a:p>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𝑭𝑪𝑭</m:t>
                          </m:r>
                        </m:e>
                        <m:sub>
                          <m:r>
                            <a:rPr lang="en-US" b="1" i="1" smtClean="0">
                              <a:latin typeface="Cambria Math" panose="02040503050406030204" pitchFamily="18" charset="0"/>
                            </a:rPr>
                            <m:t>𝟎</m:t>
                          </m:r>
                        </m:sub>
                      </m:sSub>
                      <m:r>
                        <a:rPr lang="en-US" b="1" i="1" smtClean="0">
                          <a:latin typeface="Cambria Math" panose="02040503050406030204" pitchFamily="18" charset="0"/>
                        </a:rPr>
                        <m:t>=−(</m:t>
                      </m:r>
                      <m:r>
                        <a:rPr lang="en-US" b="1" i="1" smtClean="0">
                          <a:latin typeface="Cambria Math" panose="02040503050406030204" pitchFamily="18" charset="0"/>
                        </a:rPr>
                        <m:t>𝑪𝑨𝑷𝑬𝑿</m:t>
                      </m:r>
                      <m:r>
                        <a:rPr lang="en-US" b="1" i="1" smtClean="0">
                          <a:latin typeface="Cambria Math" panose="02040503050406030204" pitchFamily="18" charset="0"/>
                        </a:rPr>
                        <m:t>+∆</m:t>
                      </m:r>
                      <m:r>
                        <a:rPr lang="en-US" b="1" i="1" smtClean="0">
                          <a:solidFill>
                            <a:srgbClr val="FF0000"/>
                          </a:solidFill>
                          <a:latin typeface="Cambria Math" panose="02040503050406030204" pitchFamily="18" charset="0"/>
                        </a:rPr>
                        <m:t>𝑵𝑾𝑪</m:t>
                      </m:r>
                      <m:r>
                        <a:rPr lang="en-US" b="1" i="1" smtClean="0">
                          <a:latin typeface="Cambria Math" panose="02040503050406030204" pitchFamily="18" charset="0"/>
                        </a:rPr>
                        <m:t>)</m:t>
                      </m:r>
                    </m:oMath>
                  </m:oMathPara>
                </a14:m>
                <a:endParaRPr lang="en-US" b="1" dirty="0"/>
              </a:p>
              <a:p>
                <a:pPr marL="457200" indent="-457200">
                  <a:buFont typeface="+mj-lt"/>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400,000+100,000</m:t>
                        </m:r>
                        <m:r>
                          <a:rPr lang="en-US" b="0" i="1" smtClean="0">
                            <a:latin typeface="Cambria Math" panose="02040503050406030204" pitchFamily="18" charset="0"/>
                            <a:ea typeface="Cambria Math" panose="02040503050406030204" pitchFamily="18" charset="0"/>
                          </a:rPr>
                          <m:t>×0.2</m:t>
                        </m:r>
                      </m:e>
                    </m:d>
                    <m:r>
                      <a:rPr lang="en-US" b="0" i="1" smtClean="0">
                        <a:latin typeface="Cambria Math" panose="02040503050406030204" pitchFamily="18" charset="0"/>
                        <a:ea typeface="Cambria Math" panose="02040503050406030204" pitchFamily="18" charset="0"/>
                      </a:rPr>
                      <m:t>=−420,000</m:t>
                    </m:r>
                  </m:oMath>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𝑭𝑪𝑭</m:t>
                          </m:r>
                        </m:e>
                        <m:sub>
                          <m:r>
                            <a:rPr lang="en-US" b="1" i="1" smtClean="0">
                              <a:latin typeface="Cambria Math" panose="02040503050406030204" pitchFamily="18" charset="0"/>
                            </a:rPr>
                            <m:t>𝒕</m:t>
                          </m:r>
                        </m:sub>
                      </m:sSub>
                      <m:r>
                        <a:rPr lang="en-US" b="1" i="1" smtClean="0">
                          <a:latin typeface="Cambria Math" panose="02040503050406030204" pitchFamily="18" charset="0"/>
                        </a:rPr>
                        <m:t>=</m:t>
                      </m:r>
                      <m:r>
                        <a:rPr lang="en-US" b="1" i="1" smtClean="0">
                          <a:latin typeface="Cambria Math" panose="02040503050406030204" pitchFamily="18" charset="0"/>
                        </a:rPr>
                        <m:t>𝑬𝑩𝑰𝑻</m:t>
                      </m:r>
                      <m:r>
                        <a:rPr lang="en-US" b="1" i="1" smtClean="0">
                          <a:latin typeface="Cambria Math" panose="02040503050406030204" pitchFamily="18" charset="0"/>
                          <a:ea typeface="Cambria Math" panose="02040503050406030204" pitchFamily="18" charset="0"/>
                        </a:rPr>
                        <m:t>×</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𝑻</m:t>
                          </m:r>
                        </m:e>
                      </m:d>
                      <m:r>
                        <a:rPr lang="en-US" b="1" i="1" smtClean="0">
                          <a:latin typeface="Cambria Math" panose="02040503050406030204" pitchFamily="18" charset="0"/>
                        </a:rPr>
                        <m:t>+</m:t>
                      </m:r>
                      <m:r>
                        <a:rPr lang="en-US" b="1" i="1" smtClean="0">
                          <a:latin typeface="Cambria Math" panose="02040503050406030204" pitchFamily="18" charset="0"/>
                        </a:rPr>
                        <m:t>𝑫𝑬</m:t>
                      </m:r>
                      <m:r>
                        <a:rPr lang="en-US" b="1" i="1" smtClean="0">
                          <a:latin typeface="Cambria Math" panose="02040503050406030204" pitchFamily="18" charset="0"/>
                        </a:rPr>
                        <m:t>−</m:t>
                      </m:r>
                      <m:r>
                        <a:rPr lang="en-US" b="1" i="1" smtClean="0">
                          <a:latin typeface="Cambria Math" panose="02040503050406030204" pitchFamily="18" charset="0"/>
                        </a:rPr>
                        <m:t>𝑪𝑨𝑷𝑬𝑿</m:t>
                      </m:r>
                      <m:r>
                        <a:rPr lang="en-US" b="1" i="1" smtClean="0">
                          <a:latin typeface="Cambria Math" panose="02040503050406030204" pitchFamily="18" charset="0"/>
                        </a:rPr>
                        <m:t>−∆</m:t>
                      </m:r>
                      <m:r>
                        <a:rPr lang="en-US" b="1" i="1">
                          <a:latin typeface="Cambria Math" panose="02040503050406030204" pitchFamily="18" charset="0"/>
                        </a:rPr>
                        <m:t>𝑵𝑾𝑪</m:t>
                      </m:r>
                    </m:oMath>
                  </m:oMathPara>
                </a14:m>
                <a:endParaRPr lang="en-US" b="1" i="1" dirty="0">
                  <a:latin typeface="Cambria Math" panose="02040503050406030204" pitchFamily="18" charset="0"/>
                </a:endParaRPr>
              </a:p>
              <a:p>
                <a:pPr marL="457200" indent="-457200">
                  <a:buFont typeface="+mj-lt"/>
                  <a:buAutoNum type="arabicPeriod" startAt="2"/>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m:t>
                        </m:r>
                      </m:sub>
                    </m:sSub>
                    <m:r>
                      <a:rPr lang="en-US" b="0" i="1" smtClean="0">
                        <a:latin typeface="Cambria Math" panose="02040503050406030204" pitchFamily="18" charset="0"/>
                      </a:rPr>
                      <m:t>=100,000</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rPr>
                      <m:t>+80,000−0−</m:t>
                    </m:r>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i="1">
                                <a:latin typeface="Cambria Math" panose="02040503050406030204" pitchFamily="18" charset="0"/>
                                <a:ea typeface="Cambria Math" panose="02040503050406030204" pitchFamily="18" charset="0"/>
                              </a:rPr>
                              <m:t>1</m:t>
                            </m:r>
                          </m:sup>
                        </m:sSup>
                        <m:r>
                          <a:rPr lang="en-US" i="1">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0</m:t>
                            </m:r>
                          </m:sup>
                        </m:sSup>
                        <m:r>
                          <a:rPr lang="en-US"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×0.2=149,000</m:t>
                    </m:r>
                  </m:oMath>
                </a14:m>
                <a:endParaRPr lang="en-US" b="0" dirty="0">
                  <a:ea typeface="Cambria Math" panose="02040503050406030204" pitchFamily="18" charset="0"/>
                </a:endParaRPr>
              </a:p>
              <a:p>
                <a:pPr marL="457200" indent="-457200">
                  <a:buFont typeface="+mj-lt"/>
                  <a:buAutoNum type="arabicPeriod" startAt="2"/>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m:t>
                        </m:r>
                      </m:sub>
                    </m:sSub>
                    <m:r>
                      <a:rPr lang="en-US" b="0" i="1" smtClean="0">
                        <a:latin typeface="Cambria Math" panose="02040503050406030204" pitchFamily="18" charset="0"/>
                      </a:rPr>
                      <m:t>=100,000</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1+0.05</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rPr>
                      <m:t>+80,000−0</m:t>
                    </m:r>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e>
                    </m:d>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152,450</m:t>
                    </m:r>
                  </m:oMath>
                </a14:m>
                <a:endParaRPr lang="en-US" b="0" dirty="0">
                  <a:ea typeface="Cambria Math" panose="02040503050406030204" pitchFamily="18" charset="0"/>
                </a:endParaRPr>
              </a:p>
              <a:p>
                <a:pPr marL="457200" indent="-457200">
                  <a:buFont typeface="+mj-lt"/>
                  <a:buAutoNum type="arabicPeriod" startAt="2"/>
                </a:pPr>
                <a:endParaRPr lang="en-US" dirty="0"/>
              </a:p>
            </p:txBody>
          </p:sp>
        </mc:Choice>
        <mc:Fallback>
          <p:sp>
            <p:nvSpPr>
              <p:cNvPr id="3" name="Content Placeholder 2">
                <a:extLst>
                  <a:ext uri="{FF2B5EF4-FFF2-40B4-BE49-F238E27FC236}">
                    <a16:creationId xmlns:a16="http://schemas.microsoft.com/office/drawing/2014/main" id="{24202856-9F34-9098-AA39-5F7703F2A2DC}"/>
                  </a:ext>
                </a:extLst>
              </p:cNvPr>
              <p:cNvSpPr>
                <a:spLocks noGrp="1" noRot="1" noChangeAspect="1" noMove="1" noResize="1" noEditPoints="1" noAdjustHandles="1" noChangeArrowheads="1" noChangeShapeType="1" noTextEdit="1"/>
              </p:cNvSpPr>
              <p:nvPr>
                <p:ph sz="quarter" idx="20"/>
              </p:nvPr>
            </p:nvSpPr>
            <p:spPr>
              <a:blipFill>
                <a:blip r:embed="rId3"/>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372610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2C02E-41E9-6C5C-F4E9-C289FB83A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DCFA8-FA19-B7BB-FE89-63150681EA2B}"/>
              </a:ext>
            </a:extLst>
          </p:cNvPr>
          <p:cNvSpPr>
            <a:spLocks noGrp="1"/>
          </p:cNvSpPr>
          <p:nvPr>
            <p:ph type="ctrTitle"/>
          </p:nvPr>
        </p:nvSpPr>
        <p:spPr/>
        <p:txBody>
          <a:bodyPr/>
          <a:lstStyle/>
          <a:p>
            <a:r>
              <a:rPr lang="en-US" dirty="0"/>
              <a:t>Question 1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828919-20A0-4F38-558D-5205EA6AA47C}"/>
                  </a:ext>
                </a:extLst>
              </p:cNvPr>
              <p:cNvSpPr>
                <a:spLocks noGrp="1"/>
              </p:cNvSpPr>
              <p:nvPr>
                <p:ph sz="quarter" idx="20"/>
              </p:nvPr>
            </p:nvSpPr>
            <p:spPr/>
            <p:txBody>
              <a:bodyPr>
                <a:normAutofit lnSpcReduction="10000"/>
              </a:bodyPr>
              <a:lstStyle/>
              <a:p>
                <a:pPr marL="457200" indent="-457200">
                  <a:buFont typeface="+mj-lt"/>
                  <a:buAutoNum type="arabicPeriod" startAt="4"/>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3</m:t>
                        </m:r>
                      </m:sub>
                    </m:sSub>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(1+0.05</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1−0.3</m:t>
                        </m:r>
                      </m:e>
                    </m:d>
                    <m:r>
                      <a:rPr lang="en-US" i="1">
                        <a:latin typeface="Cambria Math" panose="02040503050406030204" pitchFamily="18" charset="0"/>
                      </a:rPr>
                      <m:t>+80,000−0−100,000</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e>
                    </m:d>
                    <m:r>
                      <a:rPr lang="en-US" i="1">
                        <a:latin typeface="Cambria Math" panose="02040503050406030204" pitchFamily="18" charset="0"/>
                        <a:ea typeface="Cambria Math" panose="02040503050406030204" pitchFamily="18" charset="0"/>
                      </a:rPr>
                      <m:t>×0.02=15</m:t>
                    </m:r>
                    <m:r>
                      <a:rPr lang="en-US" b="0" i="1" smtClean="0">
                        <a:latin typeface="Cambria Math" panose="02040503050406030204" pitchFamily="18" charset="0"/>
                        <a:ea typeface="Cambria Math" panose="02040503050406030204" pitchFamily="18" charset="0"/>
                      </a:rPr>
                      <m:t>6,073</m:t>
                    </m:r>
                  </m:oMath>
                </a14:m>
                <a:endParaRPr lang="en-US" dirty="0">
                  <a:ea typeface="Cambria Math" panose="02040503050406030204" pitchFamily="18" charset="0"/>
                </a:endParaRPr>
              </a:p>
              <a:p>
                <a:pPr marL="457200" indent="-457200">
                  <a:buFont typeface="+mj-lt"/>
                  <a:buAutoNum type="arabicPeriod" startAt="4"/>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4</m:t>
                        </m:r>
                      </m:sub>
                    </m:sSub>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×(1+0.05</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1−0.3</m:t>
                        </m:r>
                      </m:e>
                    </m:d>
                    <m:r>
                      <a:rPr lang="en-US" i="1">
                        <a:latin typeface="Cambria Math" panose="02040503050406030204" pitchFamily="18" charset="0"/>
                      </a:rPr>
                      <m:t>+80,000−0−100,000</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4</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(1+0.05)</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m:t>
                        </m:r>
                      </m:e>
                    </m:d>
                    <m:r>
                      <a:rPr lang="en-US" i="1">
                        <a:latin typeface="Cambria Math" panose="02040503050406030204" pitchFamily="18" charset="0"/>
                        <a:ea typeface="Cambria Math" panose="02040503050406030204" pitchFamily="18" charset="0"/>
                      </a:rPr>
                      <m:t>×0.02=15</m:t>
                    </m:r>
                    <m:r>
                      <a:rPr lang="en-US" b="0" i="1" smtClean="0">
                        <a:latin typeface="Cambria Math" panose="02040503050406030204" pitchFamily="18" charset="0"/>
                        <a:ea typeface="Cambria Math" panose="02040503050406030204" pitchFamily="18" charset="0"/>
                      </a:rPr>
                      <m:t>9,876</m:t>
                    </m:r>
                  </m:oMath>
                </a14:m>
                <a:endParaRPr lang="en-US"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𝑭𝑪𝑭</m:t>
                          </m:r>
                        </m:e>
                        <m:sub>
                          <m:r>
                            <a:rPr lang="en-US" b="1" i="1" smtClean="0">
                              <a:latin typeface="Cambria Math" panose="02040503050406030204" pitchFamily="18" charset="0"/>
                            </a:rPr>
                            <m:t>𝟓</m:t>
                          </m:r>
                        </m:sub>
                      </m:sSub>
                      <m:r>
                        <a:rPr lang="en-US" b="1" i="1">
                          <a:latin typeface="Cambria Math" panose="02040503050406030204" pitchFamily="18" charset="0"/>
                        </a:rPr>
                        <m:t>=</m:t>
                      </m:r>
                      <m:r>
                        <a:rPr lang="en-US" b="1" i="1">
                          <a:latin typeface="Cambria Math" panose="02040503050406030204" pitchFamily="18" charset="0"/>
                        </a:rPr>
                        <m:t>𝑬𝑩𝑰𝑻</m:t>
                      </m:r>
                      <m:r>
                        <a:rPr lang="en-US" b="1" i="1">
                          <a:latin typeface="Cambria Math" panose="02040503050406030204" pitchFamily="18" charset="0"/>
                          <a:ea typeface="Cambria Math" panose="02040503050406030204" pitchFamily="18" charset="0"/>
                        </a:rPr>
                        <m:t>×</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𝑻</m:t>
                          </m:r>
                        </m:e>
                      </m:d>
                      <m:r>
                        <a:rPr lang="en-US" b="1" i="1">
                          <a:latin typeface="Cambria Math" panose="02040503050406030204" pitchFamily="18" charset="0"/>
                        </a:rPr>
                        <m:t>+</m:t>
                      </m:r>
                      <m:r>
                        <a:rPr lang="en-US" b="1" i="1">
                          <a:latin typeface="Cambria Math" panose="02040503050406030204" pitchFamily="18" charset="0"/>
                        </a:rPr>
                        <m:t>𝑫𝑬</m:t>
                      </m:r>
                      <m:r>
                        <a:rPr lang="en-US" b="1" i="1">
                          <a:latin typeface="Cambria Math" panose="02040503050406030204" pitchFamily="18" charset="0"/>
                        </a:rPr>
                        <m:t>−</m:t>
                      </m:r>
                      <m:r>
                        <a:rPr lang="en-US" b="1" i="1">
                          <a:latin typeface="Cambria Math" panose="02040503050406030204" pitchFamily="18" charset="0"/>
                        </a:rPr>
                        <m:t>𝑪𝑨𝑷𝑬𝑿</m:t>
                      </m:r>
                      <m:r>
                        <a:rPr lang="en-US" b="1" i="1" smtClean="0">
                          <a:latin typeface="Cambria Math" panose="02040503050406030204" pitchFamily="18" charset="0"/>
                        </a:rPr>
                        <m:t>+</m:t>
                      </m:r>
                      <m:nary>
                        <m:naryPr>
                          <m:chr m:val="∑"/>
                          <m:subHide m:val="on"/>
                          <m:supHide m:val="on"/>
                          <m:ctrlPr>
                            <a:rPr lang="en-US" b="1" i="1" smtClean="0">
                              <a:solidFill>
                                <a:srgbClr val="FF0000"/>
                              </a:solidFill>
                              <a:latin typeface="Cambria Math" panose="02040503050406030204" pitchFamily="18" charset="0"/>
                              <a:ea typeface="Cambria Math" panose="02040503050406030204" pitchFamily="18" charset="0"/>
                            </a:rPr>
                          </m:ctrlPr>
                        </m:naryPr>
                        <m:sub/>
                        <m:sup/>
                        <m:e>
                          <m:d>
                            <m:dPr>
                              <m:begChr m:val="|"/>
                              <m:endChr m:val="|"/>
                              <m:ctrlPr>
                                <a:rPr lang="en-US"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m:t>
                              </m:r>
                              <m:sSub>
                                <m:sSubPr>
                                  <m:ctrlPr>
                                    <a:rPr lang="en-US" b="1" i="1">
                                      <a:solidFill>
                                        <a:srgbClr val="FF0000"/>
                                      </a:solidFill>
                                      <a:latin typeface="Cambria Math" panose="02040503050406030204" pitchFamily="18" charset="0"/>
                                      <a:ea typeface="Cambria Math" panose="02040503050406030204" pitchFamily="18" charset="0"/>
                                    </a:rPr>
                                  </m:ctrlPr>
                                </m:sSubPr>
                                <m:e>
                                  <m:r>
                                    <a:rPr lang="en-US" b="1" i="1">
                                      <a:solidFill>
                                        <a:srgbClr val="FF0000"/>
                                      </a:solidFill>
                                      <a:latin typeface="Cambria Math" panose="02040503050406030204" pitchFamily="18" charset="0"/>
                                      <a:ea typeface="Cambria Math" panose="02040503050406030204" pitchFamily="18" charset="0"/>
                                    </a:rPr>
                                    <m:t>𝑵𝑾𝑪</m:t>
                                  </m:r>
                                </m:e>
                                <m:sub>
                                  <m:r>
                                    <a:rPr lang="en-US" b="1" i="1">
                                      <a:solidFill>
                                        <a:srgbClr val="FF0000"/>
                                      </a:solidFill>
                                      <a:latin typeface="Cambria Math" panose="02040503050406030204" pitchFamily="18" charset="0"/>
                                      <a:ea typeface="Cambria Math" panose="02040503050406030204" pitchFamily="18" charset="0"/>
                                    </a:rPr>
                                    <m:t>𝒕</m:t>
                                  </m:r>
                                </m:sub>
                              </m:sSub>
                            </m:e>
                          </m:d>
                        </m:e>
                      </m:nary>
                      <m:r>
                        <a:rPr lang="en-US" b="1" i="1" smtClean="0">
                          <a:solidFill>
                            <a:srgbClr val="FF0000"/>
                          </a:solidFill>
                          <a:latin typeface="Cambria Math" panose="02040503050406030204" pitchFamily="18" charset="0"/>
                          <a:ea typeface="Cambria Math" panose="02040503050406030204" pitchFamily="18" charset="0"/>
                        </a:rPr>
                        <m:t>, </m:t>
                      </m:r>
                      <m:r>
                        <a:rPr lang="en-US" b="1" i="1" smtClean="0">
                          <a:solidFill>
                            <a:srgbClr val="FF0000"/>
                          </a:solidFill>
                          <a:latin typeface="Cambria Math" panose="02040503050406030204" pitchFamily="18" charset="0"/>
                          <a:ea typeface="Cambria Math" panose="02040503050406030204" pitchFamily="18" charset="0"/>
                        </a:rPr>
                        <m:t>𝒕</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𝟎</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𝟏</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𝟐</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𝟑</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𝟒</m:t>
                      </m:r>
                    </m:oMath>
                  </m:oMathPara>
                </a14:m>
                <a:endParaRPr lang="en-US" b="1" dirty="0">
                  <a:solidFill>
                    <a:srgbClr val="FF0000"/>
                  </a:solidFill>
                  <a:ea typeface="Cambria Math" panose="02040503050406030204" pitchFamily="18" charset="0"/>
                </a:endParaRPr>
              </a:p>
              <a:p>
                <a:pPr marL="0" indent="0">
                  <a:buNone/>
                </a:pPr>
                <a:r>
                  <a:rPr lang="en-US" dirty="0">
                    <a:ea typeface="Cambria Math" panose="02040503050406030204" pitchFamily="18" charset="0"/>
                  </a:rPr>
                  <a:t>note: at the end of year 5, the firm liquidates all of it’s investment in NWC.</a:t>
                </a:r>
                <a:endParaRPr lang="en-US" b="1" dirty="0">
                  <a:ea typeface="Cambria Math" panose="02040503050406030204" pitchFamily="18" charset="0"/>
                </a:endParaRPr>
              </a:p>
              <a:p>
                <a:pPr marL="457200" indent="-457200">
                  <a:buFont typeface="+mj-lt"/>
                  <a:buAutoNum type="arabicPeriod" startAt="6"/>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5</m:t>
                        </m:r>
                      </m:sub>
                    </m:sSub>
                    <m:r>
                      <a:rPr lang="en-US" i="1">
                        <a:latin typeface="Cambria Math" panose="02040503050406030204" pitchFamily="18" charset="0"/>
                      </a:rPr>
                      <m:t>=100,000</m:t>
                    </m:r>
                    <m:r>
                      <a:rPr lang="en-US" i="1">
                        <a:latin typeface="Cambria Math" panose="02040503050406030204" pitchFamily="18" charset="0"/>
                        <a:ea typeface="Cambria Math" panose="02040503050406030204" pitchFamily="18" charset="0"/>
                      </a:rPr>
                      <m:t>×(1+0.05</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1−0.3</m:t>
                        </m:r>
                      </m:e>
                    </m:d>
                    <m:r>
                      <a:rPr lang="en-US" i="1">
                        <a:latin typeface="Cambria Math" panose="02040503050406030204" pitchFamily="18" charset="0"/>
                      </a:rPr>
                      <m:t>+80,000−0</m:t>
                    </m:r>
                    <m:r>
                      <a:rPr lang="en-US" b="0" i="1" smtClean="0">
                        <a:latin typeface="Cambria Math" panose="02040503050406030204" pitchFamily="18" charset="0"/>
                      </a:rPr>
                      <m:t>+</m:t>
                    </m:r>
                    <m:sSup>
                      <m:sSupPr>
                        <m:ctrlPr>
                          <a:rPr lang="en-US" b="1" i="1" smtClean="0">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𝟐𝟒</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𝟑𝟏𝟎</m:t>
                        </m:r>
                      </m:e>
                      <m:sup>
                        <m:r>
                          <a:rPr lang="en-US" b="1" i="1" smtClean="0">
                            <a:solidFill>
                              <a:srgbClr val="FF0000"/>
                            </a:solidFill>
                            <a:latin typeface="Cambria Math" panose="02040503050406030204" pitchFamily="18" charset="0"/>
                          </a:rPr>
                          <m:t>∗</m:t>
                        </m:r>
                      </m:sup>
                    </m:sSup>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89,396</m:t>
                    </m:r>
                  </m:oMath>
                </a14:m>
                <a:endParaRPr lang="en-US" dirty="0">
                  <a:ea typeface="Cambria Math" panose="02040503050406030204" pitchFamily="18" charset="0"/>
                </a:endParaRPr>
              </a:p>
              <a:p>
                <a:pPr marL="0" indent="0">
                  <a:buNone/>
                </a:pPr>
                <a:r>
                  <a:rPr lang="en-US" i="1" dirty="0">
                    <a:ea typeface="Cambria Math" panose="02040503050406030204" pitchFamily="18" charset="0"/>
                  </a:rPr>
                  <a:t>*   </a:t>
                </a:r>
                <a14:m>
                  <m:oMath xmlns:m="http://schemas.openxmlformats.org/officeDocument/2006/math">
                    <m:r>
                      <a:rPr lang="en-US" sz="1600" b="0" i="1" smtClean="0">
                        <a:latin typeface="Cambria Math" panose="02040503050406030204" pitchFamily="18" charset="0"/>
                        <a:ea typeface="Cambria Math" panose="02040503050406030204" pitchFamily="18" charset="0"/>
                      </a:rPr>
                      <m:t>24,310=100,000×</m:t>
                    </m:r>
                    <m:d>
                      <m:dPr>
                        <m:begChr m:val="["/>
                        <m:endChr m:val="]"/>
                        <m:ctrlPr>
                          <a:rPr lang="en-US" sz="1600" b="0" i="1" smtClean="0">
                            <a:latin typeface="Cambria Math" panose="02040503050406030204" pitchFamily="18" charset="0"/>
                            <a:ea typeface="Cambria Math" panose="02040503050406030204" pitchFamily="18" charset="0"/>
                          </a:rPr>
                        </m:ctrlPr>
                      </m:dPr>
                      <m:e>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(1+0.05)</m:t>
                            </m:r>
                          </m:e>
                          <m:sup>
                            <m:r>
                              <a:rPr lang="en-US" sz="1600" i="1">
                                <a:latin typeface="Cambria Math" panose="02040503050406030204" pitchFamily="18" charset="0"/>
                                <a:ea typeface="Cambria Math" panose="02040503050406030204" pitchFamily="18" charset="0"/>
                              </a:rPr>
                              <m:t>4</m:t>
                            </m:r>
                          </m:sup>
                        </m:sSup>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3</m:t>
                            </m:r>
                          </m:sup>
                        </m:sSup>
                        <m:r>
                          <a:rPr lang="en-US" sz="1600" b="0"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3</m:t>
                            </m:r>
                          </m:sup>
                        </m:sSup>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2</m:t>
                            </m:r>
                          </m:sup>
                        </m:sSup>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1</m:t>
                            </m:r>
                          </m:sup>
                        </m:sSup>
                        <m:r>
                          <a:rPr lang="en-US" sz="1600" b="0"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1</m:t>
                            </m:r>
                          </m:sup>
                        </m:sSup>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0</m:t>
                            </m:r>
                          </m:sup>
                        </m:sSup>
                        <m:r>
                          <a:rPr lang="en-US" sz="1600" b="0"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1+0.05</m:t>
                                </m:r>
                              </m:e>
                            </m:d>
                          </m:e>
                          <m:sup>
                            <m:r>
                              <a:rPr lang="en-US" sz="1600" i="1">
                                <a:latin typeface="Cambria Math" panose="02040503050406030204" pitchFamily="18" charset="0"/>
                                <a:ea typeface="Cambria Math" panose="02040503050406030204" pitchFamily="18" charset="0"/>
                              </a:rPr>
                              <m:t>0</m:t>
                            </m:r>
                          </m:sup>
                        </m:sSup>
                      </m:e>
                    </m:d>
                    <m:r>
                      <a:rPr lang="en-US" sz="1600" b="0" i="1" smtClean="0">
                        <a:latin typeface="Cambria Math" panose="02040503050406030204" pitchFamily="18" charset="0"/>
                        <a:ea typeface="Cambria Math" panose="02040503050406030204" pitchFamily="18" charset="0"/>
                      </a:rPr>
                      <m:t>×0.2=100,000×</m:t>
                    </m:r>
                    <m:sSup>
                      <m:sSupPr>
                        <m:ctrlPr>
                          <a:rPr lang="en-US" sz="1600" i="1">
                            <a:solidFill>
                              <a:srgbClr val="000000"/>
                            </a:solidFill>
                            <a:latin typeface="Cambria Math" panose="02040503050406030204" pitchFamily="18" charset="0"/>
                            <a:ea typeface="Cambria Math" panose="02040503050406030204" pitchFamily="18" charset="0"/>
                          </a:rPr>
                        </m:ctrlPr>
                      </m:sSupPr>
                      <m:e>
                        <m:r>
                          <a:rPr lang="en-US" sz="1600" i="1">
                            <a:solidFill>
                              <a:srgbClr val="000000"/>
                            </a:solidFill>
                            <a:latin typeface="Cambria Math" panose="02040503050406030204" pitchFamily="18" charset="0"/>
                            <a:ea typeface="Cambria Math" panose="02040503050406030204" pitchFamily="18" charset="0"/>
                          </a:rPr>
                          <m:t>(1+0.05)</m:t>
                        </m:r>
                      </m:e>
                      <m:sup>
                        <m:r>
                          <a:rPr lang="en-US" sz="1600" i="1">
                            <a:solidFill>
                              <a:srgbClr val="000000"/>
                            </a:solidFill>
                            <a:latin typeface="Cambria Math" panose="02040503050406030204" pitchFamily="18" charset="0"/>
                            <a:ea typeface="Cambria Math" panose="02040503050406030204" pitchFamily="18" charset="0"/>
                          </a:rPr>
                          <m:t>4</m:t>
                        </m:r>
                      </m:sup>
                    </m:sSup>
                    <m:r>
                      <a:rPr lang="en-US" sz="1600" i="1" smtClean="0">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0.2</m:t>
                    </m:r>
                  </m:oMath>
                </a14:m>
                <a:endParaRPr lang="en-US" i="1"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6F828919-20A0-4F38-558D-5205EA6AA47C}"/>
                  </a:ext>
                </a:extLst>
              </p:cNvPr>
              <p:cNvSpPr>
                <a:spLocks noGrp="1" noRot="1" noChangeAspect="1" noMove="1" noResize="1" noEditPoints="1" noAdjustHandles="1" noChangeArrowheads="1" noChangeShapeType="1" noTextEdit="1"/>
              </p:cNvSpPr>
              <p:nvPr>
                <p:ph sz="quarter" idx="20"/>
              </p:nvPr>
            </p:nvSpPr>
            <p:spPr>
              <a:blipFill>
                <a:blip r:embed="rId3"/>
                <a:stretch>
                  <a:fillRect l="-1763" t="-3761" b="-15556"/>
                </a:stretch>
              </a:blipFill>
            </p:spPr>
            <p:txBody>
              <a:bodyPr/>
              <a:lstStyle/>
              <a:p>
                <a:r>
                  <a:rPr lang="en-US">
                    <a:noFill/>
                  </a:rPr>
                  <a:t> </a:t>
                </a:r>
              </a:p>
            </p:txBody>
          </p:sp>
        </mc:Fallback>
      </mc:AlternateContent>
    </p:spTree>
    <p:extLst>
      <p:ext uri="{BB962C8B-B14F-4D97-AF65-F5344CB8AC3E}">
        <p14:creationId xmlns:p14="http://schemas.microsoft.com/office/powerpoint/2010/main" val="473160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B4C6-6517-8001-D0AE-665101352F96}"/>
              </a:ext>
            </a:extLst>
          </p:cNvPr>
          <p:cNvSpPr>
            <a:spLocks noGrp="1"/>
          </p:cNvSpPr>
          <p:nvPr>
            <p:ph type="ctrTitle"/>
          </p:nvPr>
        </p:nvSpPr>
        <p:spPr/>
        <p:txBody>
          <a:bodyPr/>
          <a:lstStyle/>
          <a:p>
            <a:r>
              <a:rPr lang="en-US" dirty="0"/>
              <a:t>Question 1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BB55DB-3B19-8B8A-5882-1EF22C08B3EE}"/>
                  </a:ext>
                </a:extLst>
              </p:cNvPr>
              <p:cNvSpPr>
                <a:spLocks noGrp="1"/>
              </p:cNvSpPr>
              <p:nvPr>
                <p:ph sz="quarter" idx="20"/>
              </p:nvPr>
            </p:nvSpPr>
            <p:spPr/>
            <p:txBody>
              <a:bodyPr>
                <a:normAutofit fontScale="92500" lnSpcReduction="10000"/>
              </a:bodyPr>
              <a:lstStyle/>
              <a:p>
                <a:r>
                  <a:rPr lang="en-US" dirty="0"/>
                  <a:t>Step-by-step </a:t>
                </a:r>
                <a:r>
                  <a:rPr lang="en-US" i="1" dirty="0"/>
                  <a:t>Net PPE </a:t>
                </a:r>
                <a:r>
                  <a:rPr lang="en-US" dirty="0"/>
                  <a:t>calculation</a:t>
                </a:r>
              </a:p>
              <a:p>
                <a:pPr marL="457200" indent="-457200">
                  <a:buFont typeface="+mj-lt"/>
                  <a:buAutoNum type="arabicPeriod"/>
                </a:pPr>
                <a14:m>
                  <m:oMath xmlns:m="http://schemas.openxmlformats.org/officeDocument/2006/math">
                    <m:r>
                      <a:rPr lang="en-US" b="0" i="1" smtClean="0">
                        <a:latin typeface="Cambria Math" panose="02040503050406030204" pitchFamily="18" charset="0"/>
                      </a:rPr>
                      <m:t>𝑁𝑒𝑡</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𝑃𝑃𝐸</m:t>
                        </m:r>
                      </m:e>
                      <m:sub>
                        <m:r>
                          <a:rPr lang="en-US" b="0" i="1" smtClean="0">
                            <a:latin typeface="Cambria Math" panose="02040503050406030204" pitchFamily="18" charset="0"/>
                          </a:rPr>
                          <m:t>0</m:t>
                        </m:r>
                      </m:sub>
                    </m:sSub>
                    <m:r>
                      <a:rPr lang="en-US" b="0" i="1" smtClean="0">
                        <a:latin typeface="Cambria Math" panose="02040503050406030204" pitchFamily="18" charset="0"/>
                      </a:rPr>
                      <m:t>=400,000</m:t>
                    </m:r>
                  </m:oMath>
                </a14:m>
                <a:endParaRPr lang="en-US" b="0"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𝑵𝒆𝒕</m:t>
                      </m:r>
                      <m:r>
                        <a:rPr lang="en-US" b="1"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𝑷𝑷𝑬</m:t>
                          </m:r>
                        </m:e>
                        <m:sub>
                          <m:r>
                            <a:rPr lang="en-US" b="1" i="1">
                              <a:latin typeface="Cambria Math" panose="02040503050406030204" pitchFamily="18" charset="0"/>
                            </a:rPr>
                            <m:t>𝒕</m:t>
                          </m:r>
                        </m:sub>
                      </m:sSub>
                      <m:r>
                        <a:rPr lang="en-US" b="1" i="1">
                          <a:latin typeface="Cambria Math" panose="02040503050406030204" pitchFamily="18" charset="0"/>
                        </a:rPr>
                        <m:t>=</m:t>
                      </m:r>
                      <m:r>
                        <a:rPr lang="en-US" b="1" i="1">
                          <a:latin typeface="Cambria Math" panose="02040503050406030204" pitchFamily="18" charset="0"/>
                        </a:rPr>
                        <m:t>𝑵𝒆𝒕</m:t>
                      </m:r>
                      <m:r>
                        <a:rPr lang="en-US" b="1"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𝑷𝑷𝑬</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b="1" i="1">
                          <a:latin typeface="Cambria Math" panose="02040503050406030204" pitchFamily="18" charset="0"/>
                        </a:rPr>
                        <m:t>+</m:t>
                      </m:r>
                      <m:r>
                        <a:rPr lang="en-US" b="1" i="1">
                          <a:latin typeface="Cambria Math" panose="02040503050406030204" pitchFamily="18" charset="0"/>
                        </a:rPr>
                        <m:t>𝑪𝑨𝑷𝑬𝑿</m:t>
                      </m:r>
                      <m:r>
                        <a:rPr lang="en-US" b="1" i="1">
                          <a:latin typeface="Cambria Math" panose="02040503050406030204" pitchFamily="18" charset="0"/>
                        </a:rPr>
                        <m:t>−</m:t>
                      </m:r>
                      <m:r>
                        <a:rPr lang="en-US" b="1" i="1">
                          <a:latin typeface="Cambria Math" panose="02040503050406030204" pitchFamily="18" charset="0"/>
                        </a:rPr>
                        <m:t>𝑫𝑬</m:t>
                      </m:r>
                      <m:r>
                        <a:rPr lang="en-US" b="1" i="0" smtClean="0">
                          <a:latin typeface="Cambria Math" panose="02040503050406030204" pitchFamily="18" charset="0"/>
                        </a:rPr>
                        <m:t>, </m:t>
                      </m:r>
                      <m:r>
                        <a:rPr lang="en-US" b="1" i="0" smtClean="0">
                          <a:latin typeface="Cambria Math" panose="02040503050406030204" pitchFamily="18" charset="0"/>
                        </a:rPr>
                        <m:t>𝐭</m:t>
                      </m:r>
                      <m:r>
                        <a:rPr lang="en-US" b="1" i="0" smtClean="0">
                          <a:latin typeface="Cambria Math" panose="02040503050406030204" pitchFamily="18" charset="0"/>
                        </a:rPr>
                        <m:t>=</m:t>
                      </m:r>
                      <m:r>
                        <a:rPr lang="en-US" b="1" i="0" smtClean="0">
                          <a:latin typeface="Cambria Math" panose="02040503050406030204" pitchFamily="18" charset="0"/>
                        </a:rPr>
                        <m:t>𝟏</m:t>
                      </m:r>
                      <m:r>
                        <a:rPr lang="en-US" b="1" i="0" smtClean="0">
                          <a:latin typeface="Cambria Math" panose="02040503050406030204" pitchFamily="18" charset="0"/>
                        </a:rPr>
                        <m:t>,</m:t>
                      </m:r>
                      <m:r>
                        <a:rPr lang="en-US" b="1" i="0" smtClean="0">
                          <a:latin typeface="Cambria Math" panose="02040503050406030204" pitchFamily="18" charset="0"/>
                        </a:rPr>
                        <m:t>𝟐</m:t>
                      </m:r>
                      <m:r>
                        <a:rPr lang="en-US" b="1" i="0" smtClean="0">
                          <a:latin typeface="Cambria Math" panose="02040503050406030204" pitchFamily="18" charset="0"/>
                        </a:rPr>
                        <m:t>,</m:t>
                      </m:r>
                      <m:r>
                        <a:rPr lang="en-US" b="1" i="0" smtClean="0">
                          <a:latin typeface="Cambria Math" panose="02040503050406030204" pitchFamily="18" charset="0"/>
                        </a:rPr>
                        <m:t>𝟑</m:t>
                      </m:r>
                      <m:r>
                        <a:rPr lang="en-US" b="1" i="0" smtClean="0">
                          <a:latin typeface="Cambria Math" panose="02040503050406030204" pitchFamily="18" charset="0"/>
                        </a:rPr>
                        <m:t>,</m:t>
                      </m:r>
                      <m:r>
                        <a:rPr lang="en-US" b="1" i="0" smtClean="0">
                          <a:latin typeface="Cambria Math" panose="02040503050406030204" pitchFamily="18" charset="0"/>
                        </a:rPr>
                        <m:t>𝟒</m:t>
                      </m:r>
                      <m:r>
                        <a:rPr lang="en-US" b="1" i="0" smtClean="0">
                          <a:latin typeface="Cambria Math" panose="02040503050406030204" pitchFamily="18" charset="0"/>
                        </a:rPr>
                        <m:t>,</m:t>
                      </m:r>
                      <m:r>
                        <a:rPr lang="en-US" b="1" i="0" smtClean="0">
                          <a:latin typeface="Cambria Math" panose="02040503050406030204" pitchFamily="18" charset="0"/>
                        </a:rPr>
                        <m:t>𝟓</m:t>
                      </m:r>
                    </m:oMath>
                  </m:oMathPara>
                </a14:m>
                <a:endParaRPr lang="en-US" b="1" dirty="0"/>
              </a:p>
              <a:p>
                <a:pPr marL="457200" indent="-457200">
                  <a:buFont typeface="+mj-lt"/>
                  <a:buAutoNum type="arabicPeriod" startAt="2"/>
                </a:pPr>
                <a14:m>
                  <m:oMath xmlns:m="http://schemas.openxmlformats.org/officeDocument/2006/math">
                    <m:r>
                      <a:rPr lang="en-US" i="1">
                        <a:latin typeface="Cambria Math" panose="02040503050406030204" pitchFamily="18" charset="0"/>
                      </a:rPr>
                      <m:t>𝑁𝑒𝑡</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𝑃𝑃𝐸</m:t>
                        </m:r>
                      </m:e>
                      <m:sub>
                        <m:r>
                          <a:rPr lang="en-US" b="0" i="1" smtClean="0">
                            <a:latin typeface="Cambria Math" panose="02040503050406030204" pitchFamily="18" charset="0"/>
                          </a:rPr>
                          <m:t>1</m:t>
                        </m:r>
                      </m:sub>
                    </m:sSub>
                    <m:r>
                      <a:rPr lang="en-US" b="0" i="1" smtClean="0">
                        <a:latin typeface="Cambria Math" panose="02040503050406030204" pitchFamily="18" charset="0"/>
                      </a:rPr>
                      <m:t>=400,000+0−400,000</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5</m:t>
                        </m:r>
                      </m:den>
                    </m:f>
                    <m:r>
                      <a:rPr lang="en-US" b="0" i="0" smtClean="0">
                        <a:latin typeface="Cambria Math" panose="02040503050406030204" pitchFamily="18" charset="0"/>
                        <a:ea typeface="Cambria Math" panose="02040503050406030204" pitchFamily="18" charset="0"/>
                      </a:rPr>
                      <m:t>=320,000</m:t>
                    </m:r>
                  </m:oMath>
                </a14:m>
                <a:endParaRPr lang="en-US" b="0" dirty="0">
                  <a:ea typeface="Cambria Math" panose="02040503050406030204" pitchFamily="18" charset="0"/>
                </a:endParaRPr>
              </a:p>
              <a:p>
                <a:pPr marL="457200" indent="-457200">
                  <a:buFont typeface="+mj-lt"/>
                  <a:buAutoNum type="arabicPeriod" startAt="2"/>
                </a:pPr>
                <a14:m>
                  <m:oMath xmlns:m="http://schemas.openxmlformats.org/officeDocument/2006/math">
                    <m:r>
                      <a:rPr lang="en-US" i="1">
                        <a:latin typeface="Cambria Math" panose="02040503050406030204" pitchFamily="18" charset="0"/>
                      </a:rPr>
                      <m:t>𝑁𝑒𝑡</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𝑃𝑃𝐸</m:t>
                        </m:r>
                      </m:e>
                      <m:sub>
                        <m:r>
                          <a:rPr lang="en-US" b="0" i="1" smtClean="0">
                            <a:latin typeface="Cambria Math" panose="02040503050406030204" pitchFamily="18" charset="0"/>
                          </a:rPr>
                          <m:t>2</m:t>
                        </m:r>
                      </m:sub>
                    </m:sSub>
                    <m:r>
                      <a:rPr lang="en-US" b="0" i="1" smtClean="0">
                        <a:latin typeface="Cambria Math" panose="02040503050406030204" pitchFamily="18" charset="0"/>
                      </a:rPr>
                      <m:t>=320,000+0−400,000</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5</m:t>
                        </m:r>
                      </m:den>
                    </m:f>
                    <m:r>
                      <a:rPr lang="en-US" b="0" i="0" smtClean="0">
                        <a:latin typeface="Cambria Math" panose="02040503050406030204" pitchFamily="18" charset="0"/>
                        <a:ea typeface="Cambria Math" panose="02040503050406030204" pitchFamily="18" charset="0"/>
                      </a:rPr>
                      <m:t>=240,000</m:t>
                    </m:r>
                  </m:oMath>
                </a14:m>
                <a:endParaRPr lang="en-US" dirty="0"/>
              </a:p>
              <a:p>
                <a:pPr marL="457200" indent="-457200">
                  <a:buFont typeface="+mj-lt"/>
                  <a:buAutoNum type="arabicPeriod" startAt="2"/>
                </a:pPr>
                <a14:m>
                  <m:oMath xmlns:m="http://schemas.openxmlformats.org/officeDocument/2006/math">
                    <m:r>
                      <a:rPr lang="en-US" i="1">
                        <a:latin typeface="Cambria Math" panose="02040503050406030204" pitchFamily="18" charset="0"/>
                      </a:rPr>
                      <m:t>𝑁𝑒𝑡</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𝑃𝑃𝐸</m:t>
                        </m:r>
                      </m:e>
                      <m:sub>
                        <m:r>
                          <a:rPr lang="en-US" b="0" i="1" smtClean="0">
                            <a:latin typeface="Cambria Math" panose="02040503050406030204" pitchFamily="18" charset="0"/>
                          </a:rPr>
                          <m:t>3</m:t>
                        </m:r>
                      </m:sub>
                    </m:sSub>
                    <m:r>
                      <a:rPr lang="en-US" b="0" i="1" smtClean="0">
                        <a:latin typeface="Cambria Math" panose="02040503050406030204" pitchFamily="18" charset="0"/>
                      </a:rPr>
                      <m:t>=240,000+0−400,000</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5</m:t>
                        </m:r>
                      </m:den>
                    </m:f>
                    <m:r>
                      <a:rPr lang="en-US" b="0" i="0" smtClean="0">
                        <a:latin typeface="Cambria Math" panose="02040503050406030204" pitchFamily="18" charset="0"/>
                        <a:ea typeface="Cambria Math" panose="02040503050406030204" pitchFamily="18" charset="0"/>
                      </a:rPr>
                      <m:t>=160,000</m:t>
                    </m:r>
                  </m:oMath>
                </a14:m>
                <a:endParaRPr lang="en-US" dirty="0"/>
              </a:p>
              <a:p>
                <a:pPr marL="457200" indent="-457200">
                  <a:buFont typeface="+mj-lt"/>
                  <a:buAutoNum type="arabicPeriod" startAt="2"/>
                </a:pPr>
                <a14:m>
                  <m:oMath xmlns:m="http://schemas.openxmlformats.org/officeDocument/2006/math">
                    <m:r>
                      <a:rPr lang="en-US" i="1">
                        <a:latin typeface="Cambria Math" panose="02040503050406030204" pitchFamily="18" charset="0"/>
                      </a:rPr>
                      <m:t>𝑁𝑒𝑡</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𝑃𝑃𝐸</m:t>
                        </m:r>
                      </m:e>
                      <m:sub>
                        <m:r>
                          <a:rPr lang="en-US" b="0" i="1" smtClean="0">
                            <a:latin typeface="Cambria Math" panose="02040503050406030204" pitchFamily="18" charset="0"/>
                          </a:rPr>
                          <m:t>4</m:t>
                        </m:r>
                      </m:sub>
                    </m:sSub>
                    <m:r>
                      <a:rPr lang="en-US" b="0" i="1" smtClean="0">
                        <a:latin typeface="Cambria Math" panose="02040503050406030204" pitchFamily="18" charset="0"/>
                      </a:rPr>
                      <m:t>=160,000+0−400,000</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5</m:t>
                        </m:r>
                      </m:den>
                    </m:f>
                    <m:r>
                      <a:rPr lang="en-US" b="0" i="0" smtClean="0">
                        <a:latin typeface="Cambria Math" panose="02040503050406030204" pitchFamily="18" charset="0"/>
                        <a:ea typeface="Cambria Math" panose="02040503050406030204" pitchFamily="18" charset="0"/>
                      </a:rPr>
                      <m:t>=80,000</m:t>
                    </m:r>
                  </m:oMath>
                </a14:m>
                <a:endParaRPr lang="en-US" dirty="0"/>
              </a:p>
              <a:p>
                <a:pPr marL="457200" indent="-457200">
                  <a:buFont typeface="+mj-lt"/>
                  <a:buAutoNum type="arabicPeriod" startAt="2"/>
                </a:pPr>
                <a14:m>
                  <m:oMath xmlns:m="http://schemas.openxmlformats.org/officeDocument/2006/math">
                    <m:r>
                      <a:rPr lang="en-US" i="1">
                        <a:latin typeface="Cambria Math" panose="02040503050406030204" pitchFamily="18" charset="0"/>
                      </a:rPr>
                      <m:t>𝑁𝑒𝑡</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𝑃𝑃𝐸</m:t>
                        </m:r>
                      </m:e>
                      <m:sub>
                        <m:r>
                          <a:rPr lang="en-US" b="0" i="1" smtClean="0">
                            <a:latin typeface="Cambria Math" panose="02040503050406030204" pitchFamily="18" charset="0"/>
                          </a:rPr>
                          <m:t>5</m:t>
                        </m:r>
                      </m:sub>
                    </m:sSub>
                    <m:r>
                      <a:rPr lang="en-US" b="0" i="1" smtClean="0">
                        <a:latin typeface="Cambria Math" panose="02040503050406030204" pitchFamily="18" charset="0"/>
                      </a:rPr>
                      <m:t>=80,000+0−400,000</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5</m:t>
                        </m:r>
                      </m:den>
                    </m:f>
                    <m:r>
                      <a:rPr lang="en-US" b="0" i="0"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3" name="Content Placeholder 2">
                <a:extLst>
                  <a:ext uri="{FF2B5EF4-FFF2-40B4-BE49-F238E27FC236}">
                    <a16:creationId xmlns:a16="http://schemas.microsoft.com/office/drawing/2014/main" id="{45BB55DB-3B19-8B8A-5882-1EF22C08B3EE}"/>
                  </a:ext>
                </a:extLst>
              </p:cNvPr>
              <p:cNvSpPr>
                <a:spLocks noGrp="1" noRot="1" noChangeAspect="1" noMove="1" noResize="1" noEditPoints="1" noAdjustHandles="1" noChangeArrowheads="1" noChangeShapeType="1" noTextEdit="1"/>
              </p:cNvSpPr>
              <p:nvPr>
                <p:ph sz="quarter" idx="20"/>
              </p:nvPr>
            </p:nvSpPr>
            <p:spPr>
              <a:blipFill>
                <a:blip r:embed="rId2"/>
                <a:stretch>
                  <a:fillRect l="-1693" t="-3761"/>
                </a:stretch>
              </a:blipFill>
            </p:spPr>
            <p:txBody>
              <a:bodyPr/>
              <a:lstStyle/>
              <a:p>
                <a:r>
                  <a:rPr lang="en-US">
                    <a:noFill/>
                  </a:rPr>
                  <a:t> </a:t>
                </a:r>
              </a:p>
            </p:txBody>
          </p:sp>
        </mc:Fallback>
      </mc:AlternateContent>
    </p:spTree>
    <p:extLst>
      <p:ext uri="{BB962C8B-B14F-4D97-AF65-F5344CB8AC3E}">
        <p14:creationId xmlns:p14="http://schemas.microsoft.com/office/powerpoint/2010/main" val="396312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9622B-5241-3002-0BF7-A0F602A1D71B}"/>
              </a:ext>
            </a:extLst>
          </p:cNvPr>
          <p:cNvSpPr>
            <a:spLocks noGrp="1"/>
          </p:cNvSpPr>
          <p:nvPr>
            <p:ph type="ctrTitle"/>
          </p:nvPr>
        </p:nvSpPr>
        <p:spPr/>
        <p:txBody>
          <a:bodyPr/>
          <a:lstStyle/>
          <a:p>
            <a:r>
              <a:rPr lang="en-US" dirty="0"/>
              <a:t>Question 2</a:t>
            </a:r>
          </a:p>
        </p:txBody>
      </p:sp>
      <p:sp>
        <p:nvSpPr>
          <p:cNvPr id="3" name="Content Placeholder 2">
            <a:extLst>
              <a:ext uri="{FF2B5EF4-FFF2-40B4-BE49-F238E27FC236}">
                <a16:creationId xmlns:a16="http://schemas.microsoft.com/office/drawing/2014/main" id="{29BC000B-5F23-149A-8F6F-2CFA00C7F48A}"/>
              </a:ext>
            </a:extLst>
          </p:cNvPr>
          <p:cNvSpPr>
            <a:spLocks noGrp="1"/>
          </p:cNvSpPr>
          <p:nvPr>
            <p:ph sz="quarter" idx="20"/>
          </p:nvPr>
        </p:nvSpPr>
        <p:spPr/>
        <p:txBody>
          <a:bodyPr/>
          <a:lstStyle/>
          <a:p>
            <a:endParaRPr lang="en-US" dirty="0"/>
          </a:p>
        </p:txBody>
      </p:sp>
      <p:pic>
        <p:nvPicPr>
          <p:cNvPr id="4" name="Picture 3">
            <a:extLst>
              <a:ext uri="{FF2B5EF4-FFF2-40B4-BE49-F238E27FC236}">
                <a16:creationId xmlns:a16="http://schemas.microsoft.com/office/drawing/2014/main" id="{8A237D14-21E6-48A2-2416-0EC98DB04A49}"/>
              </a:ext>
            </a:extLst>
          </p:cNvPr>
          <p:cNvPicPr>
            <a:picLocks noChangeAspect="1"/>
          </p:cNvPicPr>
          <p:nvPr/>
        </p:nvPicPr>
        <p:blipFill>
          <a:blip r:embed="rId3"/>
          <a:stretch>
            <a:fillRect/>
          </a:stretch>
        </p:blipFill>
        <p:spPr>
          <a:xfrm>
            <a:off x="2965141" y="100"/>
            <a:ext cx="4589756" cy="1509343"/>
          </a:xfrm>
          <a:prstGeom prst="rect">
            <a:avLst/>
          </a:prstGeom>
        </p:spPr>
      </p:pic>
      <p:pic>
        <p:nvPicPr>
          <p:cNvPr id="5" name="Picture 4">
            <a:extLst>
              <a:ext uri="{FF2B5EF4-FFF2-40B4-BE49-F238E27FC236}">
                <a16:creationId xmlns:a16="http://schemas.microsoft.com/office/drawing/2014/main" id="{3BCE9868-3C23-EC3A-0D34-BD5B40F4934F}"/>
              </a:ext>
            </a:extLst>
          </p:cNvPr>
          <p:cNvPicPr>
            <a:picLocks noChangeAspect="1"/>
          </p:cNvPicPr>
          <p:nvPr/>
        </p:nvPicPr>
        <p:blipFill>
          <a:blip r:embed="rId4"/>
          <a:stretch>
            <a:fillRect/>
          </a:stretch>
        </p:blipFill>
        <p:spPr>
          <a:xfrm>
            <a:off x="2936602" y="1469252"/>
            <a:ext cx="4756474" cy="3674147"/>
          </a:xfrm>
          <a:prstGeom prst="rect">
            <a:avLst/>
          </a:prstGeom>
        </p:spPr>
      </p:pic>
      <p:sp>
        <p:nvSpPr>
          <p:cNvPr id="7" name="Rectangle 6">
            <a:extLst>
              <a:ext uri="{FF2B5EF4-FFF2-40B4-BE49-F238E27FC236}">
                <a16:creationId xmlns:a16="http://schemas.microsoft.com/office/drawing/2014/main" id="{31DE71AF-FB22-2E53-EDE5-75EE051FA379}"/>
              </a:ext>
            </a:extLst>
          </p:cNvPr>
          <p:cNvSpPr/>
          <p:nvPr/>
        </p:nvSpPr>
        <p:spPr>
          <a:xfrm>
            <a:off x="3053301" y="2130950"/>
            <a:ext cx="4589756" cy="1749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614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2E1F4-8163-E29D-EA02-EEBBCDBEDD83}"/>
              </a:ext>
            </a:extLst>
          </p:cNvPr>
          <p:cNvSpPr>
            <a:spLocks noGrp="1"/>
          </p:cNvSpPr>
          <p:nvPr>
            <p:ph type="ctrTitle"/>
          </p:nvPr>
        </p:nvSpPr>
        <p:spPr/>
        <p:txBody>
          <a:bodyPr/>
          <a:lstStyle/>
          <a:p>
            <a:r>
              <a:rPr lang="en-US" dirty="0"/>
              <a:t>Question 2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BB0C67-5F28-A582-158B-5449BF903FDB}"/>
                  </a:ext>
                </a:extLst>
              </p:cNvPr>
              <p:cNvSpPr>
                <a:spLocks noGrp="1"/>
              </p:cNvSpPr>
              <p:nvPr>
                <p:ph sz="quarter" idx="20"/>
              </p:nvPr>
            </p:nvSpPr>
            <p:spPr/>
            <p:txBody>
              <a:bodyPr>
                <a:normAutofit fontScale="85000" lnSpcReduction="10000"/>
              </a:bodyPr>
              <a:lstStyle/>
              <a:p>
                <a:pPr marL="0" indent="0">
                  <a:buNone/>
                </a:pPr>
                <a:r>
                  <a:rPr lang="en-US" b="1" dirty="0"/>
                  <a:t>Answer</a:t>
                </a:r>
              </a:p>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𝑭𝑪𝑭</m:t>
                          </m:r>
                        </m:e>
                        <m:sub>
                          <m:r>
                            <a:rPr lang="en-US" b="1" i="1" smtClean="0">
                              <a:latin typeface="Cambria Math" panose="02040503050406030204" pitchFamily="18" charset="0"/>
                            </a:rPr>
                            <m:t>𝒕</m:t>
                          </m:r>
                        </m:sub>
                      </m:sSub>
                      <m:r>
                        <a:rPr lang="en-US" b="1" i="1" smtClean="0">
                          <a:latin typeface="Cambria Math" panose="02040503050406030204" pitchFamily="18" charset="0"/>
                        </a:rPr>
                        <m:t>=</m:t>
                      </m:r>
                      <m:r>
                        <a:rPr lang="en-US" b="1" i="1" smtClean="0">
                          <a:latin typeface="Cambria Math" panose="02040503050406030204" pitchFamily="18" charset="0"/>
                        </a:rPr>
                        <m:t>𝑬𝑩𝑰𝑻</m:t>
                      </m:r>
                      <m:r>
                        <a:rPr lang="en-US" b="1" i="1" smtClean="0">
                          <a:latin typeface="Cambria Math" panose="02040503050406030204" pitchFamily="18" charset="0"/>
                          <a:ea typeface="Cambria Math" panose="02040503050406030204" pitchFamily="18" charset="0"/>
                        </a:rPr>
                        <m:t>×</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𝑻</m:t>
                          </m:r>
                        </m:e>
                      </m:d>
                      <m:r>
                        <a:rPr lang="en-US" b="1" i="1" smtClean="0">
                          <a:latin typeface="Cambria Math" panose="02040503050406030204" pitchFamily="18" charset="0"/>
                        </a:rPr>
                        <m:t>+</m:t>
                      </m:r>
                      <m:r>
                        <a:rPr lang="en-US" b="1" i="1" smtClean="0">
                          <a:latin typeface="Cambria Math" panose="02040503050406030204" pitchFamily="18" charset="0"/>
                        </a:rPr>
                        <m:t>𝑫𝑬</m:t>
                      </m:r>
                      <m:r>
                        <a:rPr lang="en-US" b="1" i="1" smtClean="0">
                          <a:latin typeface="Cambria Math" panose="02040503050406030204" pitchFamily="18" charset="0"/>
                        </a:rPr>
                        <m:t>−</m:t>
                      </m:r>
                      <m:r>
                        <a:rPr lang="en-US" b="1" i="1" smtClean="0">
                          <a:latin typeface="Cambria Math" panose="02040503050406030204" pitchFamily="18" charset="0"/>
                        </a:rPr>
                        <m:t>𝑪𝑨𝑷𝑬𝑿</m:t>
                      </m:r>
                      <m:r>
                        <a:rPr lang="en-US" b="1" i="1" smtClean="0">
                          <a:latin typeface="Cambria Math" panose="02040503050406030204" pitchFamily="18" charset="0"/>
                        </a:rPr>
                        <m:t>−∆</m:t>
                      </m:r>
                      <m:r>
                        <a:rPr lang="en-US" b="1" i="1">
                          <a:latin typeface="Cambria Math" panose="02040503050406030204" pitchFamily="18" charset="0"/>
                        </a:rPr>
                        <m:t>𝑵𝑾𝑪</m:t>
                      </m:r>
                    </m:oMath>
                  </m:oMathPara>
                </a14:m>
                <a:endParaRPr lang="en-US" b="1" dirty="0"/>
              </a:p>
              <a:p>
                <a:pPr marL="0" indent="0">
                  <a:buNone/>
                </a:pPr>
                <a:r>
                  <a:rPr lang="en-US" dirty="0"/>
                  <a:t>a.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2014</m:t>
                          </m:r>
                        </m:sub>
                      </m:sSub>
                      <m:r>
                        <a:rPr lang="en-US" b="0" i="1" smtClean="0">
                          <a:latin typeface="Cambria Math" panose="02040503050406030204" pitchFamily="18" charset="0"/>
                        </a:rPr>
                        <m:t>=958</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+794−875−102=392</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2015</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+871−1,322+430=704</m:t>
                      </m:r>
                    </m:oMath>
                  </m:oMathPara>
                </a14:m>
                <a:endParaRPr lang="en-US" dirty="0"/>
              </a:p>
              <a:p>
                <a:pPr marL="0" indent="0">
                  <a:buNone/>
                </a:pPr>
                <a:r>
                  <a:rPr lang="en-US" dirty="0"/>
                  <a:t>b. </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2016</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871+1,322×0.1</m:t>
                          </m:r>
                        </m:e>
                      </m:d>
                      <m:r>
                        <a:rPr lang="en-US" b="0" i="1" smtClean="0">
                          <a:latin typeface="Cambria Math" panose="02040503050406030204" pitchFamily="18" charset="0"/>
                          <a:ea typeface="Cambria Math" panose="02040503050406030204" pitchFamily="18" charset="0"/>
                        </a:rPr>
                        <m:t>−1,000−100=700</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2017</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(1+0.1)</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1,003+1,000×0.1</m:t>
                          </m:r>
                        </m:e>
                      </m:d>
                      <m:r>
                        <a:rPr lang="en-US" b="0" i="1" smtClean="0">
                          <a:latin typeface="Cambria Math" panose="02040503050406030204" pitchFamily="18" charset="0"/>
                          <a:ea typeface="Cambria Math" panose="02040503050406030204" pitchFamily="18" charset="0"/>
                        </a:rPr>
                        <m:t>−1,000−100=880</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2018</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(1+0.1)</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1,103+1,000×0.1</m:t>
                          </m:r>
                        </m:e>
                      </m:d>
                      <m:r>
                        <a:rPr lang="en-US" b="0" i="1" smtClean="0">
                          <a:latin typeface="Cambria Math" panose="02040503050406030204" pitchFamily="18" charset="0"/>
                          <a:ea typeface="Cambria Math" panose="02040503050406030204" pitchFamily="18" charset="0"/>
                        </a:rPr>
                        <m:t>−1,000−100=1,068</m:t>
                      </m:r>
                    </m:oMath>
                  </m:oMathPara>
                </a14:m>
                <a:endParaRPr lang="en-US" b="0" dirty="0">
                  <a:ea typeface="Cambria Math" panose="02040503050406030204" pitchFamily="18" charset="0"/>
                </a:endParaRPr>
              </a:p>
              <a:p>
                <a:pPr marL="0" indent="0">
                  <a:buNone/>
                </a:pPr>
                <a:endParaRPr lang="en-US" b="0" dirty="0">
                  <a:ea typeface="Cambria Math" panose="02040503050406030204" pitchFamily="18" charset="0"/>
                </a:endParaRPr>
              </a:p>
              <a:p>
                <a:pPr marL="0" indent="0">
                  <a:buNone/>
                </a:pPr>
                <a:endParaRPr lang="en-US" b="0"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13BB0C67-5F28-A582-158B-5449BF903FDB}"/>
                  </a:ext>
                </a:extLst>
              </p:cNvPr>
              <p:cNvSpPr>
                <a:spLocks noGrp="1" noRot="1" noChangeAspect="1" noMove="1" noResize="1" noEditPoints="1" noAdjustHandles="1" noChangeArrowheads="1" noChangeShapeType="1" noTextEdit="1"/>
              </p:cNvSpPr>
              <p:nvPr>
                <p:ph sz="quarter" idx="20"/>
              </p:nvPr>
            </p:nvSpPr>
            <p:spPr>
              <a:blipFill>
                <a:blip r:embed="rId2"/>
                <a:stretch>
                  <a:fillRect l="-1481" t="-3077"/>
                </a:stretch>
              </a:blipFill>
            </p:spPr>
            <p:txBody>
              <a:bodyPr/>
              <a:lstStyle/>
              <a:p>
                <a:r>
                  <a:rPr lang="en-US">
                    <a:noFill/>
                  </a:rPr>
                  <a:t> </a:t>
                </a:r>
              </a:p>
            </p:txBody>
          </p:sp>
        </mc:Fallback>
      </mc:AlternateContent>
    </p:spTree>
    <p:extLst>
      <p:ext uri="{BB962C8B-B14F-4D97-AF65-F5344CB8AC3E}">
        <p14:creationId xmlns:p14="http://schemas.microsoft.com/office/powerpoint/2010/main" val="3987613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D3EAA-3E0F-B0AB-B667-B041D8B9D136}"/>
              </a:ext>
            </a:extLst>
          </p:cNvPr>
          <p:cNvSpPr>
            <a:spLocks noGrp="1"/>
          </p:cNvSpPr>
          <p:nvPr>
            <p:ph type="ctrTitle"/>
          </p:nvPr>
        </p:nvSpPr>
        <p:spPr/>
        <p:txBody>
          <a:bodyPr/>
          <a:lstStyle/>
          <a:p>
            <a:r>
              <a:rPr lang="en-US" dirty="0"/>
              <a:t>Question 2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2467D0-9B88-0003-D836-9F558C27B784}"/>
                  </a:ext>
                </a:extLst>
              </p:cNvPr>
              <p:cNvSpPr>
                <a:spLocks noGrp="1"/>
              </p:cNvSpPr>
              <p:nvPr>
                <p:ph sz="quarter" idx="20"/>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2019</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(1+0.1)</m:t>
                          </m:r>
                        </m:e>
                        <m:sup>
                          <m:r>
                            <a:rPr lang="en-US" b="0" i="1" smtClean="0">
                              <a:latin typeface="Cambria Math" panose="02040503050406030204" pitchFamily="18" charset="0"/>
                              <a:ea typeface="Cambria Math" panose="02040503050406030204" pitchFamily="18" charset="0"/>
                            </a:rPr>
                            <m:t>4</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1,203+1,000×0.1</m:t>
                          </m:r>
                        </m:e>
                      </m:d>
                      <m:r>
                        <a:rPr lang="en-US" b="0" i="1" smtClean="0">
                          <a:latin typeface="Cambria Math" panose="02040503050406030204" pitchFamily="18" charset="0"/>
                          <a:ea typeface="Cambria Math" panose="02040503050406030204" pitchFamily="18" charset="0"/>
                        </a:rPr>
                        <m:t>−1,000−100=1,264</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2020</m:t>
                          </m:r>
                        </m:sub>
                      </m:sSub>
                      <m:r>
                        <a:rPr lang="en-US" b="0" i="1" smtClean="0">
                          <a:latin typeface="Cambria Math" panose="02040503050406030204" pitchFamily="18" charset="0"/>
                        </a:rPr>
                        <m:t>=1,208</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(1+0.1)</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1,403+1,000×0.1</m:t>
                          </m:r>
                        </m:e>
                      </m:d>
                      <m:r>
                        <a:rPr lang="en-US" b="0" i="1" smtClean="0">
                          <a:latin typeface="Cambria Math" panose="02040503050406030204" pitchFamily="18" charset="0"/>
                          <a:ea typeface="Cambria Math" panose="02040503050406030204" pitchFamily="18" charset="0"/>
                        </a:rPr>
                        <m:t>−1,000−100=1,470</m:t>
                      </m:r>
                    </m:oMath>
                  </m:oMathPara>
                </a14:m>
                <a:endParaRPr lang="en-US" b="0"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B92467D0-9B88-0003-D836-9F558C27B784}"/>
                  </a:ext>
                </a:extLst>
              </p:cNvPr>
              <p:cNvSpPr>
                <a:spLocks noGrp="1" noRot="1" noChangeAspect="1" noMove="1" noResize="1" noEditPoints="1" noAdjustHandles="1" noChangeArrowheads="1" noChangeShapeType="1" noTextEdit="1"/>
              </p:cNvSpPr>
              <p:nvPr>
                <p:ph sz="quarter" idx="20"/>
              </p:nvPr>
            </p:nvSpPr>
            <p:spPr>
              <a:blipFill>
                <a:blip r:embed="rId2"/>
                <a:stretch>
                  <a:fillRect t="-171"/>
                </a:stretch>
              </a:blipFill>
            </p:spPr>
            <p:txBody>
              <a:bodyPr/>
              <a:lstStyle/>
              <a:p>
                <a:r>
                  <a:rPr lang="en-US">
                    <a:noFill/>
                  </a:rPr>
                  <a:t> </a:t>
                </a:r>
              </a:p>
            </p:txBody>
          </p:sp>
        </mc:Fallback>
      </mc:AlternateContent>
    </p:spTree>
    <p:extLst>
      <p:ext uri="{BB962C8B-B14F-4D97-AF65-F5344CB8AC3E}">
        <p14:creationId xmlns:p14="http://schemas.microsoft.com/office/powerpoint/2010/main" val="2916584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201AB-109D-6A42-77D6-2F4E1027B029}"/>
              </a:ext>
            </a:extLst>
          </p:cNvPr>
          <p:cNvSpPr>
            <a:spLocks noGrp="1"/>
          </p:cNvSpPr>
          <p:nvPr>
            <p:ph sz="quarter" idx="20"/>
          </p:nvPr>
        </p:nvSpPr>
        <p:spPr/>
        <p:txBody>
          <a:bodyPr/>
          <a:lstStyle/>
          <a:p>
            <a:endParaRPr lang="en-US"/>
          </a:p>
        </p:txBody>
      </p:sp>
      <p:pic>
        <p:nvPicPr>
          <p:cNvPr id="6" name="Picture 5">
            <a:extLst>
              <a:ext uri="{FF2B5EF4-FFF2-40B4-BE49-F238E27FC236}">
                <a16:creationId xmlns:a16="http://schemas.microsoft.com/office/drawing/2014/main" id="{83F144E5-203E-88A0-2144-E051BCA895F5}"/>
              </a:ext>
            </a:extLst>
          </p:cNvPr>
          <p:cNvPicPr>
            <a:picLocks noChangeAspect="1"/>
          </p:cNvPicPr>
          <p:nvPr/>
        </p:nvPicPr>
        <p:blipFill>
          <a:blip r:embed="rId3"/>
          <a:stretch>
            <a:fillRect/>
          </a:stretch>
        </p:blipFill>
        <p:spPr>
          <a:xfrm>
            <a:off x="1" y="884038"/>
            <a:ext cx="9143999" cy="4073718"/>
          </a:xfrm>
          <a:prstGeom prst="rect">
            <a:avLst/>
          </a:prstGeom>
        </p:spPr>
      </p:pic>
      <p:sp>
        <p:nvSpPr>
          <p:cNvPr id="7" name="TextBox 6">
            <a:extLst>
              <a:ext uri="{FF2B5EF4-FFF2-40B4-BE49-F238E27FC236}">
                <a16:creationId xmlns:a16="http://schemas.microsoft.com/office/drawing/2014/main" id="{4B947503-D9CB-77F6-4E67-32BFD20758A5}"/>
              </a:ext>
            </a:extLst>
          </p:cNvPr>
          <p:cNvSpPr txBox="1"/>
          <p:nvPr/>
        </p:nvSpPr>
        <p:spPr>
          <a:xfrm>
            <a:off x="1404923" y="233477"/>
            <a:ext cx="5581977" cy="338554"/>
          </a:xfrm>
          <a:prstGeom prst="rect">
            <a:avLst/>
          </a:prstGeom>
          <a:noFill/>
        </p:spPr>
        <p:txBody>
          <a:bodyPr wrap="none" rtlCol="0">
            <a:spAutoFit/>
          </a:bodyPr>
          <a:lstStyle/>
          <a:p>
            <a:r>
              <a:rPr lang="en-US" sz="1600" b="1" dirty="0">
                <a:solidFill>
                  <a:srgbClr val="FF0000"/>
                </a:solidFill>
              </a:rPr>
              <a:t>Same as Week 2, Question 4 (Pages 20-22). See slides.</a:t>
            </a:r>
            <a:endParaRPr lang="en-US" dirty="0"/>
          </a:p>
        </p:txBody>
      </p:sp>
      <p:sp>
        <p:nvSpPr>
          <p:cNvPr id="8" name="Arrow: Down 7">
            <a:extLst>
              <a:ext uri="{FF2B5EF4-FFF2-40B4-BE49-F238E27FC236}">
                <a16:creationId xmlns:a16="http://schemas.microsoft.com/office/drawing/2014/main" id="{8F42A70B-4B78-C5A1-BA81-A2026CAC7570}"/>
              </a:ext>
            </a:extLst>
          </p:cNvPr>
          <p:cNvSpPr/>
          <p:nvPr/>
        </p:nvSpPr>
        <p:spPr>
          <a:xfrm rot="10800000">
            <a:off x="4195911" y="572031"/>
            <a:ext cx="506027" cy="5077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34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664A8-CDA4-F4E2-D089-9119E61B68D5}"/>
              </a:ext>
            </a:extLst>
          </p:cNvPr>
          <p:cNvSpPr>
            <a:spLocks noGrp="1"/>
          </p:cNvSpPr>
          <p:nvPr>
            <p:ph type="ctrTitle"/>
          </p:nvPr>
        </p:nvSpPr>
        <p:spPr/>
        <p:txBody>
          <a:bodyPr/>
          <a:lstStyle/>
          <a:p>
            <a:r>
              <a:rPr lang="en-US" dirty="0"/>
              <a:t>Question 3 </a:t>
            </a:r>
          </a:p>
        </p:txBody>
      </p:sp>
      <p:sp>
        <p:nvSpPr>
          <p:cNvPr id="3" name="Content Placeholder 2">
            <a:extLst>
              <a:ext uri="{FF2B5EF4-FFF2-40B4-BE49-F238E27FC236}">
                <a16:creationId xmlns:a16="http://schemas.microsoft.com/office/drawing/2014/main" id="{03260E82-EF11-8D06-4DC0-CC611B709303}"/>
              </a:ext>
            </a:extLst>
          </p:cNvPr>
          <p:cNvSpPr>
            <a:spLocks noGrp="1"/>
          </p:cNvSpPr>
          <p:nvPr>
            <p:ph sz="quarter" idx="20"/>
          </p:nvPr>
        </p:nvSpPr>
        <p:spPr/>
        <p:txBody>
          <a:bodyPr/>
          <a:lstStyle/>
          <a:p>
            <a:pPr marL="0" indent="0">
              <a:buNone/>
            </a:pPr>
            <a:endParaRPr lang="en-US" dirty="0"/>
          </a:p>
        </p:txBody>
      </p:sp>
      <p:pic>
        <p:nvPicPr>
          <p:cNvPr id="4" name="Picture 3">
            <a:extLst>
              <a:ext uri="{FF2B5EF4-FFF2-40B4-BE49-F238E27FC236}">
                <a16:creationId xmlns:a16="http://schemas.microsoft.com/office/drawing/2014/main" id="{2DF1F1FD-EE5B-F4B8-8256-DC73611C938D}"/>
              </a:ext>
            </a:extLst>
          </p:cNvPr>
          <p:cNvPicPr>
            <a:picLocks noChangeAspect="1"/>
          </p:cNvPicPr>
          <p:nvPr/>
        </p:nvPicPr>
        <p:blipFill>
          <a:blip r:embed="rId3"/>
          <a:stretch>
            <a:fillRect/>
          </a:stretch>
        </p:blipFill>
        <p:spPr>
          <a:xfrm>
            <a:off x="1717839" y="621391"/>
            <a:ext cx="7426161" cy="2145487"/>
          </a:xfrm>
          <a:prstGeom prst="rect">
            <a:avLst/>
          </a:prstGeom>
        </p:spPr>
      </p:pic>
      <p:pic>
        <p:nvPicPr>
          <p:cNvPr id="5" name="Picture 4">
            <a:extLst>
              <a:ext uri="{FF2B5EF4-FFF2-40B4-BE49-F238E27FC236}">
                <a16:creationId xmlns:a16="http://schemas.microsoft.com/office/drawing/2014/main" id="{AD115FB7-437C-EC10-B494-6FBEC53D07E0}"/>
              </a:ext>
            </a:extLst>
          </p:cNvPr>
          <p:cNvPicPr>
            <a:picLocks noChangeAspect="1"/>
          </p:cNvPicPr>
          <p:nvPr/>
        </p:nvPicPr>
        <p:blipFill>
          <a:blip r:embed="rId4"/>
          <a:stretch>
            <a:fillRect/>
          </a:stretch>
        </p:blipFill>
        <p:spPr>
          <a:xfrm>
            <a:off x="1847207" y="2511517"/>
            <a:ext cx="7263969" cy="2300179"/>
          </a:xfrm>
          <a:prstGeom prst="rect">
            <a:avLst/>
          </a:prstGeom>
        </p:spPr>
      </p:pic>
      <p:cxnSp>
        <p:nvCxnSpPr>
          <p:cNvPr id="7" name="Straight Connector 6">
            <a:extLst>
              <a:ext uri="{FF2B5EF4-FFF2-40B4-BE49-F238E27FC236}">
                <a16:creationId xmlns:a16="http://schemas.microsoft.com/office/drawing/2014/main" id="{45998100-548A-C80E-A142-DDF8D5CF73C4}"/>
              </a:ext>
            </a:extLst>
          </p:cNvPr>
          <p:cNvCxnSpPr/>
          <p:nvPr/>
        </p:nvCxnSpPr>
        <p:spPr>
          <a:xfrm>
            <a:off x="7838983" y="3027285"/>
            <a:ext cx="10541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EF782C-0CA4-AC5F-9FBD-EB086A973F93}"/>
              </a:ext>
            </a:extLst>
          </p:cNvPr>
          <p:cNvCxnSpPr/>
          <p:nvPr/>
        </p:nvCxnSpPr>
        <p:spPr>
          <a:xfrm>
            <a:off x="2112885" y="3249227"/>
            <a:ext cx="678029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7E69DD7-8692-540A-6CDF-26D0EAC3A3AF}"/>
              </a:ext>
            </a:extLst>
          </p:cNvPr>
          <p:cNvCxnSpPr/>
          <p:nvPr/>
        </p:nvCxnSpPr>
        <p:spPr>
          <a:xfrm>
            <a:off x="2112885" y="3462291"/>
            <a:ext cx="541537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D93F320-C695-2CB2-C09A-56B9E7334313}"/>
              </a:ext>
            </a:extLst>
          </p:cNvPr>
          <p:cNvSpPr txBox="1"/>
          <p:nvPr/>
        </p:nvSpPr>
        <p:spPr>
          <a:xfrm>
            <a:off x="250823" y="2953348"/>
            <a:ext cx="1862062" cy="715581"/>
          </a:xfrm>
          <a:prstGeom prst="rect">
            <a:avLst/>
          </a:prstGeom>
          <a:noFill/>
        </p:spPr>
        <p:txBody>
          <a:bodyPr wrap="square" rtlCol="0">
            <a:spAutoFit/>
          </a:bodyPr>
          <a:lstStyle/>
          <a:p>
            <a:r>
              <a:rPr lang="en-US" b="1" dirty="0">
                <a:solidFill>
                  <a:srgbClr val="0070C0"/>
                </a:solidFill>
              </a:rPr>
              <a:t>Expense rather than capitalization: no depreciation</a:t>
            </a:r>
          </a:p>
        </p:txBody>
      </p:sp>
    </p:spTree>
    <p:extLst>
      <p:ext uri="{BB962C8B-B14F-4D97-AF65-F5344CB8AC3E}">
        <p14:creationId xmlns:p14="http://schemas.microsoft.com/office/powerpoint/2010/main" val="316046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1E94A-A990-7D06-87BF-758CAF983B8D}"/>
              </a:ext>
            </a:extLst>
          </p:cNvPr>
          <p:cNvSpPr>
            <a:spLocks noGrp="1"/>
          </p:cNvSpPr>
          <p:nvPr>
            <p:ph type="ctrTitle"/>
          </p:nvPr>
        </p:nvSpPr>
        <p:spPr/>
        <p:txBody>
          <a:bodyPr/>
          <a:lstStyle/>
          <a:p>
            <a:r>
              <a:rPr lang="en-US" dirty="0"/>
              <a:t>Question 3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ADD5BA-D7E5-B99D-94F1-9A4BC6D6C1F6}"/>
                  </a:ext>
                </a:extLst>
              </p:cNvPr>
              <p:cNvSpPr>
                <a:spLocks noGrp="1"/>
              </p:cNvSpPr>
              <p:nvPr>
                <p:ph sz="quarter" idx="20"/>
              </p:nvPr>
            </p:nvSpPr>
            <p:spPr/>
            <p:txBody>
              <a:bodyPr>
                <a:normAutofit lnSpcReduction="10000"/>
              </a:bodyPr>
              <a:lstStyle/>
              <a:p>
                <a:pPr marL="0" indent="0">
                  <a:buNone/>
                </a:pPr>
                <a:r>
                  <a:rPr lang="en-US" b="1" dirty="0"/>
                  <a:t>Given value</a:t>
                </a:r>
              </a:p>
              <a:p>
                <a:r>
                  <a:rPr lang="en-US" dirty="0"/>
                  <a:t>Initial investment: </a:t>
                </a:r>
                <a14:m>
                  <m:oMath xmlns:m="http://schemas.openxmlformats.org/officeDocument/2006/math">
                    <m:r>
                      <a:rPr lang="en-US" i="1" dirty="0" smtClean="0">
                        <a:latin typeface="Cambria Math" panose="02040503050406030204" pitchFamily="18" charset="0"/>
                      </a:rPr>
                      <m:t>$55,000 + $10,000 (</m:t>
                    </m:r>
                    <m:r>
                      <a:rPr lang="en-US" i="1" dirty="0" smtClean="0">
                        <a:latin typeface="Cambria Math" panose="02040503050406030204" pitchFamily="18" charset="0"/>
                      </a:rPr>
                      <m:t>𝑎𝑑𝑑𝑖𝑡𝑖𝑜𝑛𝑎𝑙</m:t>
                    </m:r>
                    <m:r>
                      <a:rPr lang="en-US" i="1" dirty="0" smtClean="0">
                        <a:latin typeface="Cambria Math" panose="02040503050406030204" pitchFamily="18" charset="0"/>
                      </a:rPr>
                      <m:t>) = $65,000</m:t>
                    </m:r>
                  </m:oMath>
                </a14:m>
                <a:endParaRPr lang="en-US" dirty="0"/>
              </a:p>
              <a:p>
                <a:r>
                  <a:rPr lang="en-US" dirty="0"/>
                  <a:t>Installation cost savings: </a:t>
                </a:r>
                <a14:m>
                  <m:oMath xmlns:m="http://schemas.openxmlformats.org/officeDocument/2006/math">
                    <m:r>
                      <a:rPr lang="en-US" b="0" i="1" smtClean="0">
                        <a:latin typeface="Cambria Math" panose="02040503050406030204" pitchFamily="18" charset="0"/>
                      </a:rPr>
                      <m:t>6,000 </m:t>
                    </m:r>
                    <m:r>
                      <a:rPr lang="en-US" b="0" i="1" smtClean="0">
                        <a:latin typeface="Cambria Math" panose="02040503050406030204" pitchFamily="18" charset="0"/>
                      </a:rPr>
                      <m:t>h𝑜𝑢𝑟𝑠</m:t>
                    </m:r>
                    <m:r>
                      <a:rPr lang="en-US" b="0" i="1" smtClean="0">
                        <a:latin typeface="Cambria Math" panose="02040503050406030204" pitchFamily="18" charset="0"/>
                      </a:rPr>
                      <m:t> ×$25 </m:t>
                    </m:r>
                    <m:r>
                      <a:rPr lang="en-US" b="0" i="1" smtClean="0">
                        <a:latin typeface="Cambria Math" panose="02040503050406030204" pitchFamily="18" charset="0"/>
                        <a:ea typeface="Cambria Math" panose="02040503050406030204" pitchFamily="18" charset="0"/>
                      </a:rPr>
                      <m:t>𝑝𝑒𝑟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h𝑜𝑢𝑟</m:t>
                    </m:r>
                    <m:r>
                      <a:rPr lang="en-US" b="0" i="1" smtClean="0">
                        <a:latin typeface="Cambria Math" panose="02040503050406030204" pitchFamily="18" charset="0"/>
                        <a:ea typeface="Cambria Math" panose="02040503050406030204" pitchFamily="18" charset="0"/>
                      </a:rPr>
                      <m:t>×25%=$37,500</m:t>
                    </m:r>
                  </m:oMath>
                </a14:m>
                <a:endParaRPr lang="en-US" b="0" dirty="0">
                  <a:ea typeface="Cambria Math" panose="02040503050406030204" pitchFamily="18" charset="0"/>
                </a:endParaRPr>
              </a:p>
              <a:p>
                <a:pPr marL="0" indent="0">
                  <a:buNone/>
                </a:pPr>
                <a:r>
                  <a:rPr lang="en-US" dirty="0">
                    <a:ea typeface="Cambria Math" panose="02040503050406030204" pitchFamily="18" charset="0"/>
                  </a:rPr>
                  <a:t>note:  it can be treated like revenue in NPV analysis, because it adds to cash flow, just like revenue would.</a:t>
                </a:r>
                <a:endParaRPr lang="en-US" b="0" dirty="0">
                  <a:ea typeface="Cambria Math" panose="02040503050406030204" pitchFamily="18" charset="0"/>
                </a:endParaRPr>
              </a:p>
              <a:p>
                <a:r>
                  <a:rPr lang="en-US" dirty="0">
                    <a:ea typeface="Cambria Math" panose="02040503050406030204" pitchFamily="18" charset="0"/>
                  </a:rPr>
                  <a:t>Annual upgrade cost: </a:t>
                </a:r>
                <a14:m>
                  <m:oMath xmlns:m="http://schemas.openxmlformats.org/officeDocument/2006/math">
                    <m:r>
                      <a:rPr lang="en-US" b="0" i="1" smtClean="0">
                        <a:latin typeface="Cambria Math" panose="02040503050406030204" pitchFamily="18" charset="0"/>
                        <a:ea typeface="Cambria Math" panose="02040503050406030204" pitchFamily="18" charset="0"/>
                      </a:rPr>
                      <m:t>$15,000</m:t>
                    </m:r>
                  </m:oMath>
                </a14:m>
                <a:endParaRPr lang="en-US" b="0" dirty="0">
                  <a:ea typeface="Cambria Math" panose="02040503050406030204" pitchFamily="18" charset="0"/>
                </a:endParaRPr>
              </a:p>
              <a:p>
                <a:r>
                  <a:rPr lang="en-US" dirty="0">
                    <a:ea typeface="Cambria Math" panose="02040503050406030204" pitchFamily="18" charset="0"/>
                  </a:rPr>
                  <a:t>Depreciation Expense: Not available</a:t>
                </a:r>
              </a:p>
              <a:p>
                <a:r>
                  <a:rPr lang="en-US" b="0" dirty="0">
                    <a:ea typeface="Cambria Math" panose="02040503050406030204" pitchFamily="18" charset="0"/>
                  </a:rPr>
                  <a:t>Tax r</a:t>
                </a:r>
                <a:r>
                  <a:rPr lang="en-US" dirty="0">
                    <a:ea typeface="Cambria Math" panose="02040503050406030204" pitchFamily="18" charset="0"/>
                  </a:rPr>
                  <a:t>ate: 30%</a:t>
                </a:r>
              </a:p>
              <a:p>
                <a:r>
                  <a:rPr lang="en-US" b="0" dirty="0">
                    <a:ea typeface="Cambria Math" panose="02040503050406030204" pitchFamily="18" charset="0"/>
                  </a:rPr>
                  <a:t>Cost of capital: 9%</a:t>
                </a:r>
              </a:p>
              <a:p>
                <a:endParaRPr lang="en-US" dirty="0"/>
              </a:p>
            </p:txBody>
          </p:sp>
        </mc:Choice>
        <mc:Fallback xmlns="">
          <p:sp>
            <p:nvSpPr>
              <p:cNvPr id="3" name="Content Placeholder 2">
                <a:extLst>
                  <a:ext uri="{FF2B5EF4-FFF2-40B4-BE49-F238E27FC236}">
                    <a16:creationId xmlns:a16="http://schemas.microsoft.com/office/drawing/2014/main" id="{79ADD5BA-D7E5-B99D-94F1-9A4BC6D6C1F6}"/>
                  </a:ext>
                </a:extLst>
              </p:cNvPr>
              <p:cNvSpPr>
                <a:spLocks noGrp="1" noRot="1" noChangeAspect="1" noMove="1" noResize="1" noEditPoints="1" noAdjustHandles="1" noChangeArrowheads="1" noChangeShapeType="1" noTextEdit="1"/>
              </p:cNvSpPr>
              <p:nvPr>
                <p:ph sz="quarter" idx="20"/>
              </p:nvPr>
            </p:nvSpPr>
            <p:spPr>
              <a:blipFill>
                <a:blip r:embed="rId3"/>
                <a:stretch>
                  <a:fillRect l="-1763" t="-3932"/>
                </a:stretch>
              </a:blipFill>
            </p:spPr>
            <p:txBody>
              <a:bodyPr/>
              <a:lstStyle/>
              <a:p>
                <a:r>
                  <a:rPr lang="en-US">
                    <a:noFill/>
                  </a:rPr>
                  <a:t> </a:t>
                </a:r>
              </a:p>
            </p:txBody>
          </p:sp>
        </mc:Fallback>
      </mc:AlternateContent>
    </p:spTree>
    <p:extLst>
      <p:ext uri="{BB962C8B-B14F-4D97-AF65-F5344CB8AC3E}">
        <p14:creationId xmlns:p14="http://schemas.microsoft.com/office/powerpoint/2010/main" val="3539858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12A7-D85F-0FD7-C79D-221EC20C92B1}"/>
              </a:ext>
            </a:extLst>
          </p:cNvPr>
          <p:cNvSpPr>
            <a:spLocks noGrp="1"/>
          </p:cNvSpPr>
          <p:nvPr>
            <p:ph type="ctrTitle"/>
          </p:nvPr>
        </p:nvSpPr>
        <p:spPr/>
        <p:txBody>
          <a:bodyPr/>
          <a:lstStyle/>
          <a:p>
            <a:r>
              <a:rPr lang="en-US" dirty="0"/>
              <a:t>Question 3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B53878-44E7-799F-9CC0-5AA961C981AE}"/>
                  </a:ext>
                </a:extLst>
              </p:cNvPr>
              <p:cNvSpPr>
                <a:spLocks noGrp="1"/>
              </p:cNvSpPr>
              <p:nvPr>
                <p:ph sz="quarter" idx="20"/>
              </p:nvPr>
            </p:nvSpPr>
            <p:spPr/>
            <p:txBody>
              <a:bodyPr>
                <a:normAutofit fontScale="85000" lnSpcReduction="10000"/>
              </a:bodyPr>
              <a:lstStyle/>
              <a:p>
                <a:pPr marL="0" indent="0">
                  <a:buNone/>
                </a:pPr>
                <a:r>
                  <a:rPr lang="en-US" b="1" dirty="0"/>
                  <a:t>Answer</a:t>
                </a:r>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=−55,000−10,000=−65,000</m:t>
                    </m:r>
                  </m:oMath>
                </a14:m>
                <a:endParaRPr lang="en-US" i="1" dirty="0"/>
              </a:p>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𝑭𝑪𝑭</m:t>
                          </m:r>
                        </m:e>
                        <m:sub>
                          <m:r>
                            <a:rPr lang="en-US" b="1" i="1" smtClean="0">
                              <a:latin typeface="Cambria Math" panose="02040503050406030204" pitchFamily="18" charset="0"/>
                            </a:rPr>
                            <m:t>𝒕</m:t>
                          </m:r>
                        </m:sub>
                      </m:sSub>
                      <m:r>
                        <a:rPr lang="en-US" b="1" i="1" smtClean="0">
                          <a:latin typeface="Cambria Math" panose="02040503050406030204" pitchFamily="18" charset="0"/>
                        </a:rPr>
                        <m:t>=</m:t>
                      </m:r>
                      <m:r>
                        <a:rPr lang="en-US" b="1" i="1" smtClean="0">
                          <a:latin typeface="Cambria Math" panose="02040503050406030204" pitchFamily="18" charset="0"/>
                        </a:rPr>
                        <m:t>𝑬𝑩𝑰𝑻</m:t>
                      </m:r>
                      <m:r>
                        <a:rPr lang="en-US" b="1" i="1" smtClean="0">
                          <a:latin typeface="Cambria Math" panose="02040503050406030204" pitchFamily="18" charset="0"/>
                          <a:ea typeface="Cambria Math" panose="02040503050406030204" pitchFamily="18" charset="0"/>
                        </a:rPr>
                        <m:t>×</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𝑻</m:t>
                          </m:r>
                        </m:e>
                      </m:d>
                      <m:r>
                        <a:rPr lang="en-US" b="1" i="1" smtClean="0">
                          <a:latin typeface="Cambria Math" panose="02040503050406030204" pitchFamily="18" charset="0"/>
                        </a:rPr>
                        <m:t>+</m:t>
                      </m:r>
                      <m:r>
                        <a:rPr lang="en-US" b="1" i="1" smtClean="0">
                          <a:latin typeface="Cambria Math" panose="02040503050406030204" pitchFamily="18" charset="0"/>
                        </a:rPr>
                        <m:t>𝑫𝑬</m:t>
                      </m:r>
                      <m:r>
                        <a:rPr lang="en-US" b="1" i="1" smtClean="0">
                          <a:latin typeface="Cambria Math" panose="02040503050406030204" pitchFamily="18" charset="0"/>
                        </a:rPr>
                        <m:t>−</m:t>
                      </m:r>
                      <m:r>
                        <a:rPr lang="en-US" b="1" i="1" smtClean="0">
                          <a:latin typeface="Cambria Math" panose="02040503050406030204" pitchFamily="18" charset="0"/>
                        </a:rPr>
                        <m:t>𝑪𝑨𝑷𝑬𝑿</m:t>
                      </m:r>
                      <m:r>
                        <a:rPr lang="en-US" b="1" i="1" smtClean="0">
                          <a:latin typeface="Cambria Math" panose="02040503050406030204" pitchFamily="18" charset="0"/>
                        </a:rPr>
                        <m:t>−∆</m:t>
                      </m:r>
                      <m:r>
                        <a:rPr lang="en-US" b="1" i="1">
                          <a:latin typeface="Cambria Math" panose="02040503050406030204" pitchFamily="18" charset="0"/>
                        </a:rPr>
                        <m:t>𝑵𝑾𝑪</m:t>
                      </m:r>
                    </m:oMath>
                  </m:oMathPara>
                </a14:m>
                <a:endParaRPr lang="en-US" i="1" dirty="0"/>
              </a:p>
              <a:p>
                <a:pPr marL="457200" indent="-457200">
                  <a:buFont typeface="+mj-lt"/>
                  <a:buAutoNum type="arabicPeriod" startAt="2"/>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6,000</m:t>
                            </m:r>
                            <m:r>
                              <a:rPr lang="en-US" b="0" i="1" smtClean="0">
                                <a:latin typeface="Cambria Math" panose="02040503050406030204" pitchFamily="18" charset="0"/>
                                <a:ea typeface="Cambria Math" panose="02040503050406030204" pitchFamily="18" charset="0"/>
                              </a:rPr>
                              <m:t>×25×25%</m:t>
                            </m:r>
                          </m:e>
                        </m:d>
                        <m:r>
                          <a:rPr lang="en-US" b="0" i="1" smtClean="0">
                            <a:latin typeface="Cambria Math" panose="02040503050406030204" pitchFamily="18" charset="0"/>
                            <a:ea typeface="Cambria Math" panose="02040503050406030204" pitchFamily="18" charset="0"/>
                          </a:rPr>
                          <m:t>−15,000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+0−0−0=15,750</m:t>
                    </m:r>
                  </m:oMath>
                </a14:m>
                <a:endParaRPr lang="en-US" b="0" i="1" dirty="0">
                  <a:ea typeface="Cambria Math" panose="02040503050406030204" pitchFamily="18" charset="0"/>
                </a:endParaRPr>
              </a:p>
              <a:p>
                <a:pPr marL="0" indent="0">
                  <a:buNone/>
                </a:pPr>
                <a:r>
                  <a:rPr lang="en-US" dirty="0"/>
                  <a:t>note: the free cash flow for Years 2 to 5 is the same as in Year 1.</a:t>
                </a: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𝑵𝑷𝑽</m:t>
                      </m:r>
                      <m:r>
                        <a:rPr lang="en-US" b="1" i="1" smtClean="0">
                          <a:latin typeface="Cambria Math" panose="02040503050406030204" pitchFamily="18" charset="0"/>
                        </a:rPr>
                        <m:t>=</m:t>
                      </m:r>
                      <m:nary>
                        <m:naryPr>
                          <m:chr m:val="∑"/>
                          <m:subHide m:val="on"/>
                          <m:supHide m:val="on"/>
                          <m:ctrlPr>
                            <a:rPr lang="en-US" b="1" i="1" smtClean="0">
                              <a:latin typeface="Cambria Math" panose="02040503050406030204" pitchFamily="18" charset="0"/>
                            </a:rPr>
                          </m:ctrlPr>
                        </m:naryPr>
                        <m:sub/>
                        <m:sup/>
                        <m:e>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𝒕</m:t>
                                  </m:r>
                                </m:sub>
                              </m:sSub>
                            </m:num>
                            <m:den>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e>
                                <m:sup>
                                  <m:r>
                                    <a:rPr lang="en-US" b="1" i="1" smtClean="0">
                                      <a:latin typeface="Cambria Math" panose="02040503050406030204" pitchFamily="18" charset="0"/>
                                    </a:rPr>
                                    <m:t>𝒕</m:t>
                                  </m:r>
                                </m:sup>
                              </m:sSup>
                            </m:den>
                          </m:f>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𝟎</m:t>
                              </m:r>
                            </m:sub>
                          </m:sSub>
                          <m:r>
                            <a:rPr lang="en-US" b="1" i="1" smtClean="0">
                              <a:latin typeface="Cambria Math" panose="02040503050406030204" pitchFamily="18" charset="0"/>
                            </a:rPr>
                            <m:t>,    </m:t>
                          </m:r>
                          <m:r>
                            <a:rPr lang="en-US" b="1" i="1">
                              <a:latin typeface="Cambria Math" panose="02040503050406030204" pitchFamily="18" charset="0"/>
                            </a:rPr>
                            <m:t>𝑵𝑷𝑽</m:t>
                          </m:r>
                          <m:r>
                            <a:rPr lang="en-US" b="1" i="1">
                              <a:latin typeface="Cambria Math" panose="02040503050406030204" pitchFamily="18" charset="0"/>
                            </a:rPr>
                            <m:t>=</m:t>
                          </m:r>
                          <m:nary>
                            <m:naryPr>
                              <m:chr m:val="∑"/>
                              <m:subHide m:val="on"/>
                              <m:supHide m:val="on"/>
                              <m:ctrlPr>
                                <a:rPr lang="en-US" b="1" i="1">
                                  <a:latin typeface="Cambria Math" panose="02040503050406030204" pitchFamily="18" charset="0"/>
                                </a:rPr>
                              </m:ctrlPr>
                            </m:naryPr>
                            <m:sub/>
                            <m:sup/>
                            <m:e>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b="1" i="1">
                                          <a:latin typeface="Cambria Math" panose="02040503050406030204" pitchFamily="18" charset="0"/>
                                        </a:rPr>
                                        <m:t>𝒕</m:t>
                                      </m:r>
                                    </m:sub>
                                  </m:sSub>
                                </m:num>
                                <m:den>
                                  <m:sSup>
                                    <m:sSupPr>
                                      <m:ctrlPr>
                                        <a:rPr lang="en-US" b="1" i="1">
                                          <a:latin typeface="Cambria Math" panose="02040503050406030204" pitchFamily="18" charset="0"/>
                                        </a:rPr>
                                      </m:ctrlPr>
                                    </m:sSupPr>
                                    <m:e>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𝑰𝑹𝑹</m:t>
                                      </m:r>
                                      <m:r>
                                        <a:rPr lang="en-US" b="1" i="1">
                                          <a:latin typeface="Cambria Math" panose="02040503050406030204" pitchFamily="18" charset="0"/>
                                        </a:rPr>
                                        <m:t>)</m:t>
                                      </m:r>
                                    </m:e>
                                    <m:sup>
                                      <m:r>
                                        <a:rPr lang="en-US" b="1" i="1">
                                          <a:latin typeface="Cambria Math" panose="02040503050406030204" pitchFamily="18" charset="0"/>
                                        </a:rPr>
                                        <m:t>𝒕</m:t>
                                      </m:r>
                                    </m:sup>
                                  </m:sSup>
                                </m:den>
                              </m:f>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b="1" i="1">
                                      <a:latin typeface="Cambria Math" panose="02040503050406030204" pitchFamily="18" charset="0"/>
                                    </a:rPr>
                                    <m:t>𝟎</m:t>
                                  </m:r>
                                </m:sub>
                              </m:sSub>
                              <m:r>
                                <a:rPr lang="en-US" b="1" i="1">
                                  <a:latin typeface="Cambria Math" panose="02040503050406030204" pitchFamily="18" charset="0"/>
                                </a:rPr>
                                <m:t>=</m:t>
                              </m:r>
                              <m:r>
                                <a:rPr lang="en-US" b="1" i="1">
                                  <a:latin typeface="Cambria Math" panose="02040503050406030204" pitchFamily="18" charset="0"/>
                                </a:rPr>
                                <m:t>𝟎</m:t>
                              </m:r>
                            </m:e>
                          </m:nary>
                        </m:e>
                      </m:nary>
                    </m:oMath>
                  </m:oMathPara>
                </a14:m>
                <a:endParaRPr lang="en-US" b="1" dirty="0"/>
              </a:p>
              <a:p>
                <a:pPr marL="457200" indent="-457200">
                  <a:buFont typeface="+mj-lt"/>
                  <a:buAutoNum type="arabi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=−65,000+</m:t>
                    </m:r>
                    <m:f>
                      <m:fPr>
                        <m:ctrlPr>
                          <a:rPr lang="en-US" b="0" i="1" smtClean="0">
                            <a:latin typeface="Cambria Math" panose="02040503050406030204" pitchFamily="18" charset="0"/>
                          </a:rPr>
                        </m:ctrlPr>
                      </m:fPr>
                      <m:num>
                        <m:r>
                          <a:rPr lang="en-US" b="0" i="1" smtClean="0">
                            <a:latin typeface="Cambria Math" panose="02040503050406030204" pitchFamily="18" charset="0"/>
                          </a:rPr>
                          <m:t>15,750</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1+0.09</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15,750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1+0.09</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15,750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1+0.09</m:t>
                                </m:r>
                              </m:e>
                            </m:d>
                          </m:e>
                          <m:sup>
                            <m:r>
                              <a:rPr lang="en-US" b="0" i="1" smtClean="0">
                                <a:latin typeface="Cambria Math" panose="02040503050406030204" pitchFamily="18" charset="0"/>
                              </a:rPr>
                              <m:t>5</m:t>
                            </m:r>
                          </m:sup>
                        </m:sSup>
                      </m:den>
                    </m:f>
                    <m:r>
                      <a:rPr lang="en-US" b="0" i="1" smtClean="0">
                        <a:latin typeface="Cambria Math" panose="02040503050406030204" pitchFamily="18" charset="0"/>
                      </a:rPr>
                      <m:t>=−3,738&lt;0</m:t>
                    </m:r>
                  </m:oMath>
                </a14:m>
                <a:endParaRPr lang="en-US" b="0" dirty="0"/>
              </a:p>
              <a:p>
                <a:pPr marL="457200" indent="-457200">
                  <a:buFont typeface="+mj-lt"/>
                  <a:buAutoNum type="arabicPeriod"/>
                </a:pPr>
                <a14:m>
                  <m:oMath xmlns:m="http://schemas.openxmlformats.org/officeDocument/2006/math">
                    <m:r>
                      <a:rPr lang="en-US" i="1">
                        <a:latin typeface="Cambria Math" panose="02040503050406030204" pitchFamily="18" charset="0"/>
                      </a:rPr>
                      <m:t>−65,000+</m:t>
                    </m:r>
                    <m:f>
                      <m:fPr>
                        <m:ctrlPr>
                          <a:rPr lang="en-US" i="1">
                            <a:latin typeface="Cambria Math" panose="02040503050406030204" pitchFamily="18" charset="0"/>
                          </a:rPr>
                        </m:ctrlPr>
                      </m:fPr>
                      <m:num>
                        <m:r>
                          <a:rPr lang="en-US" i="1">
                            <a:latin typeface="Cambria Math" panose="02040503050406030204" pitchFamily="18" charset="0"/>
                          </a:rPr>
                          <m:t>15,750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1</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15,750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2</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15,750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5</m:t>
                            </m:r>
                          </m:sup>
                        </m:sSup>
                      </m:den>
                    </m:f>
                    <m:r>
                      <a:rPr lang="en-US" b="0" i="1" smtClean="0">
                        <a:latin typeface="Cambria Math" panose="02040503050406030204" pitchFamily="18" charset="0"/>
                      </a:rPr>
                      <m:t>=0, </m:t>
                    </m:r>
                    <m:r>
                      <a:rPr lang="en-US" b="0" i="1" smtClean="0">
                        <a:latin typeface="Cambria Math" panose="02040503050406030204" pitchFamily="18" charset="0"/>
                      </a:rPr>
                      <m:t>𝐼𝑅𝑅</m:t>
                    </m:r>
                    <m:r>
                      <a:rPr lang="en-US" b="0" i="1" smtClean="0">
                        <a:latin typeface="Cambria Math" panose="02040503050406030204" pitchFamily="18" charset="0"/>
                      </a:rPr>
                      <m:t>=6.76%&lt;9%</m:t>
                    </m:r>
                  </m:oMath>
                </a14:m>
                <a:endParaRPr lang="en-US" dirty="0"/>
              </a:p>
              <a:p>
                <a:pPr marL="0" indent="0">
                  <a:buNone/>
                </a:pPr>
                <a:r>
                  <a:rPr lang="en-US" dirty="0"/>
                  <a:t>Decision: South Tel Communication should </a:t>
                </a:r>
                <a:r>
                  <a:rPr lang="en-US" b="1" dirty="0">
                    <a:solidFill>
                      <a:srgbClr val="FF0000"/>
                    </a:solidFill>
                  </a:rPr>
                  <a:t>reject</a:t>
                </a:r>
                <a:r>
                  <a:rPr lang="en-US" dirty="0"/>
                  <a:t> this project.</a:t>
                </a:r>
              </a:p>
            </p:txBody>
          </p:sp>
        </mc:Choice>
        <mc:Fallback xmlns="">
          <p:sp>
            <p:nvSpPr>
              <p:cNvPr id="3" name="Content Placeholder 2">
                <a:extLst>
                  <a:ext uri="{FF2B5EF4-FFF2-40B4-BE49-F238E27FC236}">
                    <a16:creationId xmlns:a16="http://schemas.microsoft.com/office/drawing/2014/main" id="{CAB53878-44E7-799F-9CC0-5AA961C981AE}"/>
                  </a:ext>
                </a:extLst>
              </p:cNvPr>
              <p:cNvSpPr>
                <a:spLocks noGrp="1" noRot="1" noChangeAspect="1" noMove="1" noResize="1" noEditPoints="1" noAdjustHandles="1" noChangeArrowheads="1" noChangeShapeType="1" noTextEdit="1"/>
              </p:cNvSpPr>
              <p:nvPr>
                <p:ph sz="quarter" idx="20"/>
              </p:nvPr>
            </p:nvSpPr>
            <p:spPr>
              <a:blipFill>
                <a:blip r:embed="rId3"/>
                <a:stretch>
                  <a:fillRect l="-1481" t="-3077" b="-2906"/>
                </a:stretch>
              </a:blipFill>
            </p:spPr>
            <p:txBody>
              <a:bodyPr/>
              <a:lstStyle/>
              <a:p>
                <a:r>
                  <a:rPr lang="en-US">
                    <a:noFill/>
                  </a:rPr>
                  <a:t> </a:t>
                </a:r>
              </a:p>
            </p:txBody>
          </p:sp>
        </mc:Fallback>
      </mc:AlternateContent>
    </p:spTree>
    <p:extLst>
      <p:ext uri="{BB962C8B-B14F-4D97-AF65-F5344CB8AC3E}">
        <p14:creationId xmlns:p14="http://schemas.microsoft.com/office/powerpoint/2010/main" val="857215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0BA8-04C7-2961-CC5D-5D1FD60F5FE7}"/>
              </a:ext>
            </a:extLst>
          </p:cNvPr>
          <p:cNvSpPr>
            <a:spLocks noGrp="1"/>
          </p:cNvSpPr>
          <p:nvPr>
            <p:ph type="ctrTitle"/>
          </p:nvPr>
        </p:nvSpPr>
        <p:spPr/>
        <p:txBody>
          <a:bodyPr/>
          <a:lstStyle/>
          <a:p>
            <a:r>
              <a:rPr lang="en-US" dirty="0"/>
              <a:t>Question 4</a:t>
            </a:r>
          </a:p>
        </p:txBody>
      </p:sp>
      <p:sp>
        <p:nvSpPr>
          <p:cNvPr id="3" name="Content Placeholder 2">
            <a:extLst>
              <a:ext uri="{FF2B5EF4-FFF2-40B4-BE49-F238E27FC236}">
                <a16:creationId xmlns:a16="http://schemas.microsoft.com/office/drawing/2014/main" id="{6C721116-AE48-A861-EB1C-FD7201994B82}"/>
              </a:ext>
            </a:extLst>
          </p:cNvPr>
          <p:cNvSpPr>
            <a:spLocks noGrp="1"/>
          </p:cNvSpPr>
          <p:nvPr>
            <p:ph sz="quarter" idx="20"/>
          </p:nvPr>
        </p:nvSpPr>
        <p:spPr/>
        <p:txBody>
          <a:bodyPr/>
          <a:lstStyle/>
          <a:p>
            <a:endParaRPr lang="en-US" dirty="0"/>
          </a:p>
        </p:txBody>
      </p:sp>
      <p:pic>
        <p:nvPicPr>
          <p:cNvPr id="6" name="Picture 5">
            <a:extLst>
              <a:ext uri="{FF2B5EF4-FFF2-40B4-BE49-F238E27FC236}">
                <a16:creationId xmlns:a16="http://schemas.microsoft.com/office/drawing/2014/main" id="{8CFAD879-C693-A908-5E88-1D18476D947A}"/>
              </a:ext>
            </a:extLst>
          </p:cNvPr>
          <p:cNvPicPr>
            <a:picLocks noChangeAspect="1"/>
          </p:cNvPicPr>
          <p:nvPr/>
        </p:nvPicPr>
        <p:blipFill>
          <a:blip r:embed="rId3"/>
          <a:stretch>
            <a:fillRect/>
          </a:stretch>
        </p:blipFill>
        <p:spPr>
          <a:xfrm>
            <a:off x="2256685" y="64159"/>
            <a:ext cx="6227952" cy="3227288"/>
          </a:xfrm>
          <a:prstGeom prst="rect">
            <a:avLst/>
          </a:prstGeom>
        </p:spPr>
      </p:pic>
      <p:pic>
        <p:nvPicPr>
          <p:cNvPr id="7" name="Picture 6">
            <a:extLst>
              <a:ext uri="{FF2B5EF4-FFF2-40B4-BE49-F238E27FC236}">
                <a16:creationId xmlns:a16="http://schemas.microsoft.com/office/drawing/2014/main" id="{AB866264-47D7-ACB3-FC67-80E7BD6A37E2}"/>
              </a:ext>
            </a:extLst>
          </p:cNvPr>
          <p:cNvPicPr>
            <a:picLocks noChangeAspect="1"/>
          </p:cNvPicPr>
          <p:nvPr/>
        </p:nvPicPr>
        <p:blipFill>
          <a:blip r:embed="rId4"/>
          <a:stretch>
            <a:fillRect/>
          </a:stretch>
        </p:blipFill>
        <p:spPr>
          <a:xfrm>
            <a:off x="2256685" y="3384110"/>
            <a:ext cx="6209540" cy="1695231"/>
          </a:xfrm>
          <a:prstGeom prst="rect">
            <a:avLst/>
          </a:prstGeom>
        </p:spPr>
      </p:pic>
      <p:cxnSp>
        <p:nvCxnSpPr>
          <p:cNvPr id="5" name="Straight Connector 4">
            <a:extLst>
              <a:ext uri="{FF2B5EF4-FFF2-40B4-BE49-F238E27FC236}">
                <a16:creationId xmlns:a16="http://schemas.microsoft.com/office/drawing/2014/main" id="{3D380A98-2205-8AB8-2F45-D0BBCC437775}"/>
              </a:ext>
            </a:extLst>
          </p:cNvPr>
          <p:cNvCxnSpPr/>
          <p:nvPr/>
        </p:nvCxnSpPr>
        <p:spPr>
          <a:xfrm>
            <a:off x="2560320" y="1971923"/>
            <a:ext cx="574879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058871D-D64A-B2E7-97BC-35FB25CD50DE}"/>
              </a:ext>
            </a:extLst>
          </p:cNvPr>
          <p:cNvCxnSpPr/>
          <p:nvPr/>
        </p:nvCxnSpPr>
        <p:spPr>
          <a:xfrm>
            <a:off x="2488758" y="2170706"/>
            <a:ext cx="4452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77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957D9-5BA8-D4B0-763F-BA8502B66BD3}"/>
              </a:ext>
            </a:extLst>
          </p:cNvPr>
          <p:cNvSpPr>
            <a:spLocks noGrp="1"/>
          </p:cNvSpPr>
          <p:nvPr>
            <p:ph type="ctrTitle"/>
          </p:nvPr>
        </p:nvSpPr>
        <p:spPr/>
        <p:txBody>
          <a:bodyPr/>
          <a:lstStyle/>
          <a:p>
            <a:r>
              <a:rPr lang="en-US" dirty="0"/>
              <a:t>Question 4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F8DF87-0093-4FBE-C920-4C60A7D56006}"/>
                  </a:ext>
                </a:extLst>
              </p:cNvPr>
              <p:cNvSpPr>
                <a:spLocks noGrp="1"/>
              </p:cNvSpPr>
              <p:nvPr>
                <p:ph sz="quarter" idx="20"/>
              </p:nvPr>
            </p:nvSpPr>
            <p:spPr/>
            <p:txBody>
              <a:bodyPr>
                <a:normAutofit fontScale="92500" lnSpcReduction="20000"/>
              </a:bodyPr>
              <a:lstStyle/>
              <a:p>
                <a:pPr marL="0" indent="0">
                  <a:buNone/>
                </a:pPr>
                <a:r>
                  <a:rPr lang="en-US" b="1" dirty="0"/>
                  <a:t>Given value</a:t>
                </a:r>
              </a:p>
              <a:p>
                <a:r>
                  <a:rPr lang="en-US" dirty="0"/>
                  <a:t>Initial investment: $250,000 (purchase) + $10,000 (installation) = $260,000</a:t>
                </a:r>
              </a:p>
              <a:p>
                <a:r>
                  <a:rPr lang="en-US" dirty="0"/>
                  <a:t>Operating cost savings: $70,000 per year for 10 years</a:t>
                </a:r>
              </a:p>
              <a:p>
                <a:r>
                  <a:rPr lang="en-US" dirty="0"/>
                  <a:t>Mid-life refurbishing cost: $100,000</a:t>
                </a:r>
              </a:p>
              <a:p>
                <a:r>
                  <a:rPr lang="en-US" dirty="0"/>
                  <a:t>Salvage value: $5,000</a:t>
                </a:r>
              </a:p>
              <a:p>
                <a:r>
                  <a:rPr lang="en-US" dirty="0"/>
                  <a:t>Depreciation Expense: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$260,000</m:t>
                        </m:r>
                      </m:num>
                      <m:den>
                        <m:r>
                          <a:rPr lang="en-US" b="0" i="1" smtClean="0">
                            <a:latin typeface="Cambria Math" panose="02040503050406030204" pitchFamily="18" charset="0"/>
                          </a:rPr>
                          <m:t>10 </m:t>
                        </m:r>
                        <m:r>
                          <a:rPr lang="en-US" b="0" i="1" smtClean="0">
                            <a:latin typeface="Cambria Math" panose="02040503050406030204" pitchFamily="18" charset="0"/>
                          </a:rPr>
                          <m:t>𝑦𝑒𝑎𝑟</m:t>
                        </m:r>
                      </m:den>
                    </m:f>
                    <m:r>
                      <a:rPr lang="en-US" b="0" i="1" smtClean="0">
                        <a:latin typeface="Cambria Math" panose="02040503050406030204" pitchFamily="18" charset="0"/>
                      </a:rPr>
                      <m:t>=$26,000,  </m:t>
                    </m:r>
                    <m:r>
                      <a:rPr lang="en-US" i="1" dirty="0">
                        <a:latin typeface="Cambria Math" panose="02040503050406030204" pitchFamily="18" charset="0"/>
                      </a:rPr>
                      <m:t>𝑆𝑡𝑟𝑎𝑖𝑔h𝑡</m:t>
                    </m:r>
                    <m:r>
                      <a:rPr lang="en-US" i="1" dirty="0">
                        <a:latin typeface="Cambria Math" panose="02040503050406030204" pitchFamily="18" charset="0"/>
                      </a:rPr>
                      <m:t>−</m:t>
                    </m:r>
                    <m:r>
                      <a:rPr lang="en-US" i="1" dirty="0">
                        <a:latin typeface="Cambria Math" panose="02040503050406030204" pitchFamily="18" charset="0"/>
                      </a:rPr>
                      <m:t>𝑙𝑖𝑛𝑒</m:t>
                    </m:r>
                    <m:r>
                      <a:rPr lang="en-US" i="1" dirty="0">
                        <a:latin typeface="Cambria Math" panose="02040503050406030204" pitchFamily="18" charset="0"/>
                      </a:rPr>
                      <m:t> </m:t>
                    </m:r>
                    <m:r>
                      <a:rPr lang="en-US" i="1" dirty="0">
                        <a:latin typeface="Cambria Math" panose="02040503050406030204" pitchFamily="18" charset="0"/>
                      </a:rPr>
                      <m:t>𝑜𝑣𝑒𝑟</m:t>
                    </m:r>
                    <m:r>
                      <a:rPr lang="en-US" i="1" dirty="0">
                        <a:latin typeface="Cambria Math" panose="02040503050406030204" pitchFamily="18" charset="0"/>
                      </a:rPr>
                      <m:t> 10 </m:t>
                    </m:r>
                    <m:r>
                      <a:rPr lang="en-US" i="1" dirty="0">
                        <a:latin typeface="Cambria Math" panose="02040503050406030204" pitchFamily="18" charset="0"/>
                      </a:rPr>
                      <m:t>𝑦𝑒𝑎𝑟𝑠</m:t>
                    </m:r>
                  </m:oMath>
                </a14:m>
                <a:endParaRPr lang="en-US" dirty="0"/>
              </a:p>
              <a:p>
                <a:r>
                  <a:rPr lang="en-US" dirty="0"/>
                  <a:t>Refurbishing cost depreciation: </a:t>
                </a: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$100,000</m:t>
                        </m:r>
                      </m:num>
                      <m:den>
                        <m:r>
                          <a:rPr lang="en-US" b="0" i="1" dirty="0" smtClean="0">
                            <a:latin typeface="Cambria Math" panose="02040503050406030204" pitchFamily="18" charset="0"/>
                          </a:rPr>
                          <m:t>5 </m:t>
                        </m:r>
                        <m:r>
                          <a:rPr lang="en-US" b="0" i="1" dirty="0" smtClean="0">
                            <a:latin typeface="Cambria Math" panose="02040503050406030204" pitchFamily="18" charset="0"/>
                          </a:rPr>
                          <m:t>𝑦𝑒𝑎𝑟</m:t>
                        </m:r>
                      </m:den>
                    </m:f>
                    <m:r>
                      <a:rPr lang="en-US" b="0" i="1" dirty="0" smtClean="0">
                        <a:latin typeface="Cambria Math" panose="02040503050406030204" pitchFamily="18" charset="0"/>
                      </a:rPr>
                      <m:t>=$20,000,  </m:t>
                    </m:r>
                    <m:r>
                      <a:rPr lang="en-US" i="1" dirty="0" smtClean="0">
                        <a:latin typeface="Cambria Math" panose="02040503050406030204" pitchFamily="18" charset="0"/>
                      </a:rPr>
                      <m:t>𝑆𝑡𝑟𝑎𝑖𝑔h𝑡</m:t>
                    </m:r>
                    <m:r>
                      <a:rPr lang="en-US" i="1" dirty="0" smtClean="0">
                        <a:latin typeface="Cambria Math" panose="02040503050406030204" pitchFamily="18" charset="0"/>
                      </a:rPr>
                      <m:t>−</m:t>
                    </m:r>
                    <m:r>
                      <a:rPr lang="en-US" i="1" dirty="0" smtClean="0">
                        <a:latin typeface="Cambria Math" panose="02040503050406030204" pitchFamily="18" charset="0"/>
                      </a:rPr>
                      <m:t>𝑙𝑖𝑛𝑒</m:t>
                    </m:r>
                    <m:r>
                      <a:rPr lang="en-US" i="1" dirty="0" smtClean="0">
                        <a:latin typeface="Cambria Math" panose="02040503050406030204" pitchFamily="18" charset="0"/>
                      </a:rPr>
                      <m:t> </m:t>
                    </m:r>
                    <m:r>
                      <a:rPr lang="en-US" i="1" dirty="0" smtClean="0">
                        <a:latin typeface="Cambria Math" panose="02040503050406030204" pitchFamily="18" charset="0"/>
                      </a:rPr>
                      <m:t>𝑜𝑣𝑒𝑟</m:t>
                    </m:r>
                    <m:r>
                      <a:rPr lang="en-US" i="1" dirty="0" smtClean="0">
                        <a:latin typeface="Cambria Math" panose="02040503050406030204" pitchFamily="18" charset="0"/>
                      </a:rPr>
                      <m:t> 5 </m:t>
                    </m:r>
                    <m:r>
                      <a:rPr lang="en-US" i="1" dirty="0" smtClean="0">
                        <a:latin typeface="Cambria Math" panose="02040503050406030204" pitchFamily="18" charset="0"/>
                      </a:rPr>
                      <m:t>𝑦𝑒𝑎𝑟𝑠</m:t>
                    </m:r>
                  </m:oMath>
                </a14:m>
                <a:endParaRPr lang="en-US" dirty="0"/>
              </a:p>
              <a:p>
                <a:r>
                  <a:rPr lang="en-US" dirty="0"/>
                  <a:t>Tax rate: 30%</a:t>
                </a:r>
              </a:p>
              <a:p>
                <a:r>
                  <a:rPr lang="en-US" dirty="0"/>
                  <a:t>Cost of capital: 12%</a:t>
                </a:r>
              </a:p>
            </p:txBody>
          </p:sp>
        </mc:Choice>
        <mc:Fallback xmlns="">
          <p:sp>
            <p:nvSpPr>
              <p:cNvPr id="3" name="Content Placeholder 2">
                <a:extLst>
                  <a:ext uri="{FF2B5EF4-FFF2-40B4-BE49-F238E27FC236}">
                    <a16:creationId xmlns:a16="http://schemas.microsoft.com/office/drawing/2014/main" id="{E4F8DF87-0093-4FBE-C920-4C60A7D56006}"/>
                  </a:ext>
                </a:extLst>
              </p:cNvPr>
              <p:cNvSpPr>
                <a:spLocks noGrp="1" noRot="1" noChangeAspect="1" noMove="1" noResize="1" noEditPoints="1" noAdjustHandles="1" noChangeArrowheads="1" noChangeShapeType="1" noTextEdit="1"/>
              </p:cNvSpPr>
              <p:nvPr>
                <p:ph sz="quarter" idx="20"/>
              </p:nvPr>
            </p:nvSpPr>
            <p:spPr>
              <a:blipFill>
                <a:blip r:embed="rId2"/>
                <a:stretch>
                  <a:fillRect l="-1693" t="-4444"/>
                </a:stretch>
              </a:blipFill>
            </p:spPr>
            <p:txBody>
              <a:bodyPr/>
              <a:lstStyle/>
              <a:p>
                <a:r>
                  <a:rPr lang="en-US">
                    <a:noFill/>
                  </a:rPr>
                  <a:t> </a:t>
                </a:r>
              </a:p>
            </p:txBody>
          </p:sp>
        </mc:Fallback>
      </mc:AlternateContent>
    </p:spTree>
    <p:extLst>
      <p:ext uri="{BB962C8B-B14F-4D97-AF65-F5344CB8AC3E}">
        <p14:creationId xmlns:p14="http://schemas.microsoft.com/office/powerpoint/2010/main" val="1132190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A8D8-D446-8447-BDE2-6BE21940E4E5}"/>
              </a:ext>
            </a:extLst>
          </p:cNvPr>
          <p:cNvSpPr>
            <a:spLocks noGrp="1"/>
          </p:cNvSpPr>
          <p:nvPr>
            <p:ph type="ctrTitle"/>
          </p:nvPr>
        </p:nvSpPr>
        <p:spPr/>
        <p:txBody>
          <a:bodyPr/>
          <a:lstStyle/>
          <a:p>
            <a:r>
              <a:rPr lang="en-US" dirty="0"/>
              <a:t>Question 4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A5FD53-2145-18BD-B340-77533DC0DBA8}"/>
                  </a:ext>
                </a:extLst>
              </p:cNvPr>
              <p:cNvSpPr>
                <a:spLocks noGrp="1"/>
              </p:cNvSpPr>
              <p:nvPr>
                <p:ph sz="quarter" idx="20"/>
              </p:nvPr>
            </p:nvSpPr>
            <p:spPr>
              <a:xfrm>
                <a:off x="250826" y="1004888"/>
                <a:ext cx="8642351" cy="3943348"/>
              </a:xfrm>
            </p:spPr>
            <p:txBody>
              <a:bodyPr>
                <a:normAutofit fontScale="77500" lnSpcReduction="20000"/>
              </a:bodyPr>
              <a:lstStyle/>
              <a:p>
                <a:pPr marL="0" indent="0">
                  <a:buNone/>
                </a:pPr>
                <a:r>
                  <a:rPr lang="en-US" b="1" dirty="0"/>
                  <a:t>Answer</a:t>
                </a:r>
              </a:p>
              <a:p>
                <a:pPr marL="457200" indent="-457200">
                  <a:buAutoNum type="alphaLcPeriod"/>
                </a:pPr>
                <a:r>
                  <a:rPr lang="en-US" dirty="0"/>
                  <a:t>To determine it, we computer the NPV and IRR of the project.</a:t>
                </a:r>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=−(250,000+10,000=−260,000</m:t>
                    </m:r>
                  </m:oMath>
                </a14:m>
                <a:endParaRPr lang="en-US" b="0"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1−4</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70,000−26,000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+26,000=56,800</m:t>
                    </m:r>
                  </m:oMath>
                </a14:m>
                <a:endParaRPr lang="en-US"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5</m:t>
                        </m:r>
                      </m:sub>
                    </m:sSub>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70,000−26,000−20,000</m:t>
                        </m:r>
                      </m:e>
                    </m:d>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1−0.3</m:t>
                        </m:r>
                      </m:e>
                    </m:d>
                    <m:r>
                      <a:rPr lang="en-US" b="0" i="0" smtClean="0">
                        <a:latin typeface="Cambria Math" panose="02040503050406030204" pitchFamily="18" charset="0"/>
                        <a:ea typeface="Cambria Math" panose="02040503050406030204" pitchFamily="18" charset="0"/>
                      </a:rPr>
                      <m:t>+26,000−100,000=−43,200</m:t>
                    </m:r>
                  </m:oMath>
                </a14:m>
                <a:endParaRPr lang="en-US"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6−9</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70,000−26,000−20,000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+46,000=62,800</m:t>
                    </m:r>
                  </m:oMath>
                </a14:m>
                <a:endParaRPr lang="en-US"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10</m:t>
                        </m:r>
                      </m:sub>
                    </m:sSub>
                    <m:r>
                      <a:rPr lang="en-US" b="0" i="1" smtClean="0">
                        <a:latin typeface="Cambria Math" panose="02040503050406030204" pitchFamily="18" charset="0"/>
                      </a:rPr>
                      <m:t>=</m:t>
                    </m:r>
                  </m:oMath>
                </a14:m>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70,000−26,000−20,000</m:t>
                        </m:r>
                      </m:e>
                    </m:d>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+46,000+5000×(1−0.3)=66,300</m:t>
                    </m:r>
                  </m:oMath>
                </a14:m>
                <a:endParaRPr lang="en-US" dirty="0"/>
              </a:p>
              <a:p>
                <a:pPr marL="457200" indent="-457200">
                  <a:buFont typeface="+mj-lt"/>
                  <a:buAutoNum type="arabi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m:t>
                    </m:r>
                    <m:r>
                      <a:rPr lang="en-US" b="0" i="0" smtClean="0">
                        <a:latin typeface="Cambria Math" panose="02040503050406030204" pitchFamily="18" charset="0"/>
                      </a:rPr>
                      <m:t>−260,000+</m:t>
                    </m:r>
                    <m:f>
                      <m:fPr>
                        <m:ctrlPr>
                          <a:rPr lang="en-US" b="0" i="1" smtClean="0">
                            <a:latin typeface="Cambria Math" panose="02040503050406030204" pitchFamily="18" charset="0"/>
                          </a:rPr>
                        </m:ctrlPr>
                      </m:fPr>
                      <m:num>
                        <m:r>
                          <a:rPr lang="en-US" b="0" i="1" smtClean="0">
                            <a:latin typeface="Cambria Math" panose="02040503050406030204" pitchFamily="18" charset="0"/>
                          </a:rPr>
                          <m:t>56,800</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1+0.12</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56,800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1+0.12</m:t>
                                </m:r>
                              </m:e>
                            </m:d>
                          </m:e>
                          <m:sup>
                            <m:r>
                              <a:rPr lang="en-US" b="0" i="1" smtClean="0">
                                <a:latin typeface="Cambria Math" panose="02040503050406030204" pitchFamily="18" charset="0"/>
                              </a:rPr>
                              <m:t>4</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−43,200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1+0.12</m:t>
                                </m:r>
                              </m:e>
                            </m:d>
                          </m:e>
                          <m:sup>
                            <m:r>
                              <a:rPr lang="en-US" b="0" i="1" smtClean="0">
                                <a:latin typeface="Cambria Math" panose="02040503050406030204" pitchFamily="18" charset="0"/>
                              </a:rPr>
                              <m:t>5</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62,800</m:t>
                        </m:r>
                      </m:num>
                      <m:den>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1+0.12</m:t>
                                </m:r>
                              </m:e>
                            </m:d>
                          </m:e>
                          <m:sup>
                            <m:r>
                              <a:rPr lang="en-US" b="0" i="1" smtClean="0">
                                <a:latin typeface="Cambria Math" panose="02040503050406030204" pitchFamily="18" charset="0"/>
                              </a:rPr>
                              <m:t>6</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62,800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1+0.12</m:t>
                                </m:r>
                              </m:e>
                            </m:d>
                          </m:e>
                          <m:sup>
                            <m:r>
                              <a:rPr lang="en-US" b="0" i="1" smtClean="0">
                                <a:latin typeface="Cambria Math" panose="02040503050406030204" pitchFamily="18" charset="0"/>
                              </a:rPr>
                              <m:t>9</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6</m:t>
                        </m:r>
                        <m:r>
                          <a:rPr lang="en-US" b="0" i="1" smtClean="0">
                            <a:latin typeface="Cambria Math" panose="02040503050406030204" pitchFamily="18" charset="0"/>
                          </a:rPr>
                          <m:t>6,300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1+0.12</m:t>
                                </m:r>
                              </m:e>
                            </m:d>
                          </m:e>
                          <m:sup>
                            <m:r>
                              <a:rPr lang="en-US" b="0" i="1" smtClean="0">
                                <a:latin typeface="Cambria Math" panose="02040503050406030204" pitchFamily="18" charset="0"/>
                              </a:rPr>
                              <m:t>10</m:t>
                            </m:r>
                          </m:sup>
                        </m:sSup>
                      </m:den>
                    </m:f>
                    <m:r>
                      <a:rPr lang="en-US" b="0" i="1" smtClean="0">
                        <a:latin typeface="Cambria Math" panose="02040503050406030204" pitchFamily="18" charset="0"/>
                      </a:rPr>
                      <m:t>=17,590</m:t>
                    </m:r>
                    <m:r>
                      <a:rPr lang="en-US" b="0" i="1" smtClean="0">
                        <a:latin typeface="Cambria Math" panose="02040503050406030204" pitchFamily="18" charset="0"/>
                        <a:ea typeface="Cambria Math" panose="02040503050406030204" pitchFamily="18" charset="0"/>
                      </a:rPr>
                      <m:t>&gt;0</m:t>
                    </m:r>
                  </m:oMath>
                </a14:m>
                <a:endParaRPr lang="en-US" dirty="0"/>
              </a:p>
              <a:p>
                <a:pPr marL="457200" indent="-457200">
                  <a:buFont typeface="+mj-lt"/>
                  <a:buAutoNum type="arabicPeriod"/>
                </a:pPr>
                <a14:m>
                  <m:oMath xmlns:m="http://schemas.openxmlformats.org/officeDocument/2006/math">
                    <m:r>
                      <a:rPr lang="en-US">
                        <a:latin typeface="Cambria Math" panose="02040503050406030204" pitchFamily="18" charset="0"/>
                      </a:rPr>
                      <m:t>−260,000+</m:t>
                    </m:r>
                    <m:f>
                      <m:fPr>
                        <m:ctrlPr>
                          <a:rPr lang="en-US" i="1">
                            <a:latin typeface="Cambria Math" panose="02040503050406030204" pitchFamily="18" charset="0"/>
                          </a:rPr>
                        </m:ctrlPr>
                      </m:fPr>
                      <m:num>
                        <m:r>
                          <a:rPr lang="en-US" i="1">
                            <a:latin typeface="Cambria Math" panose="02040503050406030204" pitchFamily="18" charset="0"/>
                          </a:rPr>
                          <m:t>56,800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1</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56,800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4</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−43,200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5</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62,800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6</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62,800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9</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66,300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10</m:t>
                            </m:r>
                          </m:sup>
                        </m:sSup>
                      </m:den>
                    </m:f>
                    <m:r>
                      <a:rPr lang="en-US" b="0" i="0" smtClean="0">
                        <a:latin typeface="Cambria Math" panose="02040503050406030204" pitchFamily="18" charset="0"/>
                      </a:rPr>
                      <m:t>=0, </m:t>
                    </m:r>
                    <m:r>
                      <m:rPr>
                        <m:sty m:val="p"/>
                      </m:rPr>
                      <a:rPr lang="en-US" b="0" i="0" smtClean="0">
                        <a:latin typeface="Cambria Math" panose="02040503050406030204" pitchFamily="18" charset="0"/>
                      </a:rPr>
                      <m:t>IRR</m:t>
                    </m:r>
                    <m:r>
                      <a:rPr lang="en-US" b="0" i="0" smtClean="0">
                        <a:latin typeface="Cambria Math" panose="02040503050406030204" pitchFamily="18" charset="0"/>
                      </a:rPr>
                      <m:t>=13.61%</m:t>
                    </m:r>
                    <m:r>
                      <a:rPr lang="en-US" b="0" i="1" smtClean="0">
                        <a:latin typeface="Cambria Math" panose="02040503050406030204" pitchFamily="18" charset="0"/>
                        <a:ea typeface="Cambria Math" panose="02040503050406030204" pitchFamily="18" charset="0"/>
                      </a:rPr>
                      <m:t>&gt;</m:t>
                    </m:r>
                    <m:r>
                      <a:rPr lang="en-US" b="0" i="0" smtClean="0">
                        <a:latin typeface="Cambria Math" panose="02040503050406030204" pitchFamily="18" charset="0"/>
                      </a:rPr>
                      <m:t>12%</m:t>
                    </m:r>
                  </m:oMath>
                </a14:m>
                <a:endParaRPr lang="en-US" dirty="0"/>
              </a:p>
              <a:p>
                <a:pPr marL="0" indent="0">
                  <a:buNone/>
                </a:pPr>
                <a:r>
                  <a:rPr lang="en-US" dirty="0"/>
                  <a:t>Decision: It is a </a:t>
                </a:r>
                <a:r>
                  <a:rPr lang="en-US" b="1" dirty="0">
                    <a:solidFill>
                      <a:srgbClr val="FF0000"/>
                    </a:solidFill>
                  </a:rPr>
                  <a:t>good</a:t>
                </a:r>
                <a:r>
                  <a:rPr lang="en-US" dirty="0"/>
                  <a:t> project for </a:t>
                </a:r>
                <a:r>
                  <a:rPr lang="en-US" dirty="0" err="1"/>
                  <a:t>Glentech</a:t>
                </a:r>
                <a:r>
                  <a:rPr lang="en-US" dirty="0"/>
                  <a:t>. </a:t>
                </a:r>
              </a:p>
            </p:txBody>
          </p:sp>
        </mc:Choice>
        <mc:Fallback xmlns="">
          <p:sp>
            <p:nvSpPr>
              <p:cNvPr id="3" name="Content Placeholder 2">
                <a:extLst>
                  <a:ext uri="{FF2B5EF4-FFF2-40B4-BE49-F238E27FC236}">
                    <a16:creationId xmlns:a16="http://schemas.microsoft.com/office/drawing/2014/main" id="{22A5FD53-2145-18BD-B340-77533DC0DBA8}"/>
                  </a:ext>
                </a:extLst>
              </p:cNvPr>
              <p:cNvSpPr>
                <a:spLocks noGrp="1" noRot="1" noChangeAspect="1" noMove="1" noResize="1" noEditPoints="1" noAdjustHandles="1" noChangeArrowheads="1" noChangeShapeType="1" noTextEdit="1"/>
              </p:cNvSpPr>
              <p:nvPr>
                <p:ph sz="quarter" idx="20"/>
              </p:nvPr>
            </p:nvSpPr>
            <p:spPr>
              <a:xfrm>
                <a:off x="250826" y="1004888"/>
                <a:ext cx="8642351" cy="3943348"/>
              </a:xfrm>
              <a:blipFill>
                <a:blip r:embed="rId2"/>
                <a:stretch>
                  <a:fillRect l="-1410" t="-3400"/>
                </a:stretch>
              </a:blipFill>
            </p:spPr>
            <p:txBody>
              <a:bodyPr/>
              <a:lstStyle/>
              <a:p>
                <a:r>
                  <a:rPr lang="en-US">
                    <a:noFill/>
                  </a:rPr>
                  <a:t> </a:t>
                </a:r>
              </a:p>
            </p:txBody>
          </p:sp>
        </mc:Fallback>
      </mc:AlternateContent>
    </p:spTree>
    <p:extLst>
      <p:ext uri="{BB962C8B-B14F-4D97-AF65-F5344CB8AC3E}">
        <p14:creationId xmlns:p14="http://schemas.microsoft.com/office/powerpoint/2010/main" val="220540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BF09-0372-979D-B342-47FC37CCE52A}"/>
              </a:ext>
            </a:extLst>
          </p:cNvPr>
          <p:cNvSpPr>
            <a:spLocks noGrp="1"/>
          </p:cNvSpPr>
          <p:nvPr>
            <p:ph type="ctrTitle"/>
          </p:nvPr>
        </p:nvSpPr>
        <p:spPr/>
        <p:txBody>
          <a:bodyPr/>
          <a:lstStyle/>
          <a:p>
            <a:r>
              <a:rPr lang="en-US" dirty="0"/>
              <a:t>Question 4 (cont.)</a:t>
            </a:r>
          </a:p>
        </p:txBody>
      </p:sp>
      <p:sp>
        <p:nvSpPr>
          <p:cNvPr id="3" name="Content Placeholder 2">
            <a:extLst>
              <a:ext uri="{FF2B5EF4-FFF2-40B4-BE49-F238E27FC236}">
                <a16:creationId xmlns:a16="http://schemas.microsoft.com/office/drawing/2014/main" id="{C3D8BACB-218E-B88E-6640-5B75AC43A6F5}"/>
              </a:ext>
            </a:extLst>
          </p:cNvPr>
          <p:cNvSpPr>
            <a:spLocks noGrp="1"/>
          </p:cNvSpPr>
          <p:nvPr>
            <p:ph sz="quarter" idx="20"/>
          </p:nvPr>
        </p:nvSpPr>
        <p:spPr>
          <a:xfrm>
            <a:off x="250828" y="1004888"/>
            <a:ext cx="2384480" cy="3943348"/>
          </a:xfrm>
        </p:spPr>
        <p:txBody>
          <a:bodyPr>
            <a:normAutofit lnSpcReduction="10000"/>
          </a:bodyPr>
          <a:lstStyle/>
          <a:p>
            <a:pPr marL="457200" indent="-457200">
              <a:buFont typeface="+mj-lt"/>
              <a:buAutoNum type="alphaLcPeriod" startAt="2"/>
            </a:pPr>
            <a:r>
              <a:rPr lang="en-US" sz="1800" dirty="0"/>
              <a:t>The answers are as follows:</a:t>
            </a:r>
          </a:p>
          <a:p>
            <a:r>
              <a:rPr lang="en-US" sz="1800" dirty="0"/>
              <a:t>Reverse relationship between NPV and discount rate;</a:t>
            </a:r>
          </a:p>
          <a:p>
            <a:r>
              <a:rPr lang="en-US" sz="1800" dirty="0"/>
              <a:t>The project’s positive NPV of $17,590 at 12% discount rate indicates it creates value; </a:t>
            </a:r>
          </a:p>
          <a:p>
            <a:r>
              <a:rPr lang="en-US" sz="1800" dirty="0"/>
              <a:t>But its IRR of 13.61% suggests a narrow margin, making it sensitive to changes in the cost of capital.</a:t>
            </a:r>
          </a:p>
          <a:p>
            <a:pPr marL="457200" indent="-457200">
              <a:buFont typeface="+mj-lt"/>
              <a:buAutoNum type="alphaLcPeriod" startAt="2"/>
            </a:pPr>
            <a:endParaRPr lang="en-US" dirty="0"/>
          </a:p>
        </p:txBody>
      </p:sp>
      <p:pic>
        <p:nvPicPr>
          <p:cNvPr id="4" name="Picture 3">
            <a:extLst>
              <a:ext uri="{FF2B5EF4-FFF2-40B4-BE49-F238E27FC236}">
                <a16:creationId xmlns:a16="http://schemas.microsoft.com/office/drawing/2014/main" id="{664414E0-30DB-9FEE-F4EF-053BB1CEA7FC}"/>
              </a:ext>
            </a:extLst>
          </p:cNvPr>
          <p:cNvPicPr>
            <a:picLocks noChangeAspect="1"/>
          </p:cNvPicPr>
          <p:nvPr/>
        </p:nvPicPr>
        <p:blipFill>
          <a:blip r:embed="rId3"/>
          <a:stretch>
            <a:fillRect/>
          </a:stretch>
        </p:blipFill>
        <p:spPr>
          <a:xfrm>
            <a:off x="2635307" y="292316"/>
            <a:ext cx="6508692" cy="4751756"/>
          </a:xfrm>
          <a:prstGeom prst="rect">
            <a:avLst/>
          </a:prstGeom>
        </p:spPr>
      </p:pic>
      <p:sp>
        <p:nvSpPr>
          <p:cNvPr id="12" name="Rectangle 11">
            <a:extLst>
              <a:ext uri="{FF2B5EF4-FFF2-40B4-BE49-F238E27FC236}">
                <a16:creationId xmlns:a16="http://schemas.microsoft.com/office/drawing/2014/main" id="{CAEF8886-7314-C5D4-0A97-240FFE60B09F}"/>
              </a:ext>
            </a:extLst>
          </p:cNvPr>
          <p:cNvSpPr/>
          <p:nvPr/>
        </p:nvSpPr>
        <p:spPr>
          <a:xfrm>
            <a:off x="4012707" y="3204839"/>
            <a:ext cx="4944862" cy="239697"/>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82EF89F-C68D-B0DD-4C08-AF677C17A20F}"/>
              </a:ext>
            </a:extLst>
          </p:cNvPr>
          <p:cNvPicPr>
            <a:picLocks noChangeAspect="1"/>
          </p:cNvPicPr>
          <p:nvPr/>
        </p:nvPicPr>
        <p:blipFill>
          <a:blip r:embed="rId4"/>
          <a:stretch>
            <a:fillRect/>
          </a:stretch>
        </p:blipFill>
        <p:spPr>
          <a:xfrm>
            <a:off x="5594429" y="1415283"/>
            <a:ext cx="2212423" cy="2743404"/>
          </a:xfrm>
          <a:prstGeom prst="rect">
            <a:avLst/>
          </a:prstGeom>
        </p:spPr>
      </p:pic>
      <p:sp>
        <p:nvSpPr>
          <p:cNvPr id="17" name="Arrow: Down 16">
            <a:extLst>
              <a:ext uri="{FF2B5EF4-FFF2-40B4-BE49-F238E27FC236}">
                <a16:creationId xmlns:a16="http://schemas.microsoft.com/office/drawing/2014/main" id="{9B3217A4-C096-67BE-2B3B-BE584D071148}"/>
              </a:ext>
            </a:extLst>
          </p:cNvPr>
          <p:cNvSpPr/>
          <p:nvPr/>
        </p:nvSpPr>
        <p:spPr>
          <a:xfrm rot="4086496">
            <a:off x="5090377" y="2760189"/>
            <a:ext cx="341119" cy="138788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A310710-589E-1468-5570-651C70D5A0CF}"/>
              </a:ext>
            </a:extLst>
          </p:cNvPr>
          <p:cNvPicPr>
            <a:picLocks noChangeAspect="1"/>
          </p:cNvPicPr>
          <p:nvPr/>
        </p:nvPicPr>
        <p:blipFill>
          <a:blip r:embed="rId5"/>
          <a:stretch>
            <a:fillRect/>
          </a:stretch>
        </p:blipFill>
        <p:spPr>
          <a:xfrm>
            <a:off x="3658485" y="1133895"/>
            <a:ext cx="5218628" cy="3194581"/>
          </a:xfrm>
          <a:prstGeom prst="rect">
            <a:avLst/>
          </a:prstGeom>
        </p:spPr>
      </p:pic>
      <p:cxnSp>
        <p:nvCxnSpPr>
          <p:cNvPr id="7" name="Straight Arrow Connector 6">
            <a:extLst>
              <a:ext uri="{FF2B5EF4-FFF2-40B4-BE49-F238E27FC236}">
                <a16:creationId xmlns:a16="http://schemas.microsoft.com/office/drawing/2014/main" id="{0CC72A44-9745-8AB6-C92C-2EA4580BA16B}"/>
              </a:ext>
            </a:extLst>
          </p:cNvPr>
          <p:cNvCxnSpPr/>
          <p:nvPr/>
        </p:nvCxnSpPr>
        <p:spPr>
          <a:xfrm flipV="1">
            <a:off x="6139755" y="1685085"/>
            <a:ext cx="1100831" cy="11185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E6EEB51-D5F2-C4C7-BAC6-98BA0E31EAC5}"/>
              </a:ext>
            </a:extLst>
          </p:cNvPr>
          <p:cNvSpPr txBox="1"/>
          <p:nvPr/>
        </p:nvSpPr>
        <p:spPr>
          <a:xfrm>
            <a:off x="6139755" y="1415283"/>
            <a:ext cx="2738250" cy="300082"/>
          </a:xfrm>
          <a:prstGeom prst="rect">
            <a:avLst/>
          </a:prstGeom>
          <a:noFill/>
        </p:spPr>
        <p:txBody>
          <a:bodyPr wrap="none" rtlCol="0">
            <a:spAutoFit/>
          </a:bodyPr>
          <a:lstStyle/>
          <a:p>
            <a:r>
              <a:rPr lang="en-US" b="1" dirty="0">
                <a:solidFill>
                  <a:srgbClr val="FF0000"/>
                </a:solidFill>
              </a:rPr>
              <a:t>Break-even point (IRR, 13.61%)</a:t>
            </a:r>
          </a:p>
        </p:txBody>
      </p:sp>
      <p:cxnSp>
        <p:nvCxnSpPr>
          <p:cNvPr id="10" name="Straight Connector 9">
            <a:extLst>
              <a:ext uri="{FF2B5EF4-FFF2-40B4-BE49-F238E27FC236}">
                <a16:creationId xmlns:a16="http://schemas.microsoft.com/office/drawing/2014/main" id="{AA498DE6-2CA9-FF82-C6E3-5C5023A1F721}"/>
              </a:ext>
            </a:extLst>
          </p:cNvPr>
          <p:cNvCxnSpPr/>
          <p:nvPr/>
        </p:nvCxnSpPr>
        <p:spPr>
          <a:xfrm>
            <a:off x="5997712" y="1648109"/>
            <a:ext cx="0" cy="2166151"/>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FB3C3C-5F0E-117C-EE48-EFDFD7084924}"/>
              </a:ext>
            </a:extLst>
          </p:cNvPr>
          <p:cNvSpPr txBox="1"/>
          <p:nvPr/>
        </p:nvSpPr>
        <p:spPr>
          <a:xfrm>
            <a:off x="5283414" y="3911312"/>
            <a:ext cx="1931939" cy="300082"/>
          </a:xfrm>
          <a:prstGeom prst="rect">
            <a:avLst/>
          </a:prstGeom>
          <a:noFill/>
        </p:spPr>
        <p:txBody>
          <a:bodyPr wrap="none" rtlCol="0">
            <a:spAutoFit/>
          </a:bodyPr>
          <a:lstStyle/>
          <a:p>
            <a:r>
              <a:rPr lang="en-US" b="1" dirty="0">
                <a:solidFill>
                  <a:srgbClr val="00B050"/>
                </a:solidFill>
              </a:rPr>
              <a:t>Cost of capital (12%)</a:t>
            </a:r>
          </a:p>
        </p:txBody>
      </p:sp>
    </p:spTree>
    <p:extLst>
      <p:ext uri="{BB962C8B-B14F-4D97-AF65-F5344CB8AC3E}">
        <p14:creationId xmlns:p14="http://schemas.microsoft.com/office/powerpoint/2010/main" val="34354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8"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CDB00-F5D7-3C34-3CD5-645B4A0CB998}"/>
              </a:ext>
            </a:extLst>
          </p:cNvPr>
          <p:cNvSpPr>
            <a:spLocks noGrp="1"/>
          </p:cNvSpPr>
          <p:nvPr>
            <p:ph type="ctrTitle"/>
          </p:nvPr>
        </p:nvSpPr>
        <p:spPr/>
        <p:txBody>
          <a:bodyPr/>
          <a:lstStyle/>
          <a:p>
            <a:r>
              <a:rPr lang="en-US" dirty="0"/>
              <a:t>Question 4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48EE31-092A-56C1-F2CD-BACEE7C59CAC}"/>
                  </a:ext>
                </a:extLst>
              </p:cNvPr>
              <p:cNvSpPr>
                <a:spLocks noGrp="1"/>
              </p:cNvSpPr>
              <p:nvPr>
                <p:ph sz="quarter" idx="20"/>
              </p:nvPr>
            </p:nvSpPr>
            <p:spPr/>
            <p:txBody>
              <a:bodyPr>
                <a:normAutofit fontScale="92500" lnSpcReduction="20000"/>
              </a:bodyPr>
              <a:lstStyle/>
              <a:p>
                <a:pPr marL="457200" indent="-457200">
                  <a:buFont typeface="+mj-lt"/>
                  <a:buAutoNum type="alphaLcPeriod" startAt="3"/>
                </a:pPr>
                <a:r>
                  <a:rPr lang="en-US" dirty="0"/>
                  <a:t>The answers are as follows: </a:t>
                </a:r>
              </a:p>
              <a:p>
                <a:r>
                  <a:rPr lang="en-US" dirty="0"/>
                  <a:t>Impact on investment cash flows: the investment cash flow (CAPEX) remains the same at $26,000, regardless of financing.</a:t>
                </a:r>
              </a:p>
              <a:p>
                <a:r>
                  <a:rPr lang="en-US" dirty="0"/>
                  <a:t>Impact on the value of investment: Introducing reasonable debt lowers Weight Average Cost of Capital (WACC), increases NPV, and makes the investment more valuable to the firm. However, if excessive debt is used, financial distress costs may increase WACC, reducing the benefit.</a:t>
                </a:r>
              </a:p>
              <a:p>
                <a:pPr marL="0" indent="0">
                  <a:buNone/>
                </a:pPr>
                <a:r>
                  <a:rPr lang="en-US" dirty="0"/>
                  <a:t>note: WACC represents the firm’s overall financing cost, combining debt and equity costs.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𝐸</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𝑊𝐴𝐶𝐶</m:t>
                      </m:r>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𝐸</m:t>
                              </m:r>
                            </m:num>
                            <m:den>
                              <m:r>
                                <a:rPr lang="en-US" b="0" i="1" smtClean="0">
                                  <a:latin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r</m:t>
                              </m:r>
                            </m:e>
                            <m:sub>
                              <m:r>
                                <a:rPr lang="en-US" b="0" i="1" smtClean="0">
                                  <a:latin typeface="Cambria Math" panose="02040503050406030204" pitchFamily="18" charset="0"/>
                                  <a:ea typeface="Cambria Math" panose="02040503050406030204" pitchFamily="18" charset="0"/>
                                </a:rPr>
                                <m:t>𝑒</m:t>
                              </m:r>
                            </m:sub>
                          </m:sSub>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𝑑</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𝑇</m:t>
                              </m:r>
                            </m:e>
                          </m:d>
                        </m:e>
                      </m:d>
                    </m:oMath>
                  </m:oMathPara>
                </a14:m>
                <a:endParaRPr lang="en-US" b="0" dirty="0">
                  <a:ea typeface="Cambria Math" panose="02040503050406030204" pitchFamily="18" charset="0"/>
                </a:endParaRPr>
              </a:p>
              <a:p>
                <a:pPr marL="0" indent="0">
                  <a:buNone/>
                </a:pPr>
                <a:endParaRPr lang="en-US" b="0"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CF48EE31-092A-56C1-F2CD-BACEE7C59CAC}"/>
                  </a:ext>
                </a:extLst>
              </p:cNvPr>
              <p:cNvSpPr>
                <a:spLocks noGrp="1" noRot="1" noChangeAspect="1" noMove="1" noResize="1" noEditPoints="1" noAdjustHandles="1" noChangeArrowheads="1" noChangeShapeType="1" noTextEdit="1"/>
              </p:cNvSpPr>
              <p:nvPr>
                <p:ph sz="quarter" idx="20"/>
              </p:nvPr>
            </p:nvSpPr>
            <p:spPr>
              <a:blipFill>
                <a:blip r:embed="rId3"/>
                <a:stretch>
                  <a:fillRect l="-1693" t="-4444"/>
                </a:stretch>
              </a:blipFill>
            </p:spPr>
            <p:txBody>
              <a:bodyPr/>
              <a:lstStyle/>
              <a:p>
                <a:r>
                  <a:rPr lang="en-US">
                    <a:noFill/>
                  </a:rPr>
                  <a:t> </a:t>
                </a:r>
              </a:p>
            </p:txBody>
          </p:sp>
        </mc:Fallback>
      </mc:AlternateContent>
    </p:spTree>
    <p:extLst>
      <p:ext uri="{BB962C8B-B14F-4D97-AF65-F5344CB8AC3E}">
        <p14:creationId xmlns:p14="http://schemas.microsoft.com/office/powerpoint/2010/main" val="364564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F2581-909A-BA1A-2D1D-29D6BA23F2BC}"/>
              </a:ext>
            </a:extLst>
          </p:cNvPr>
          <p:cNvSpPr>
            <a:spLocks noGrp="1"/>
          </p:cNvSpPr>
          <p:nvPr>
            <p:ph type="ctrTitle"/>
          </p:nvPr>
        </p:nvSpPr>
        <p:spPr/>
        <p:txBody>
          <a:bodyPr/>
          <a:lstStyle/>
          <a:p>
            <a:r>
              <a:rPr lang="en-US" dirty="0"/>
              <a:t>Question 4 (cont.)</a:t>
            </a:r>
          </a:p>
        </p:txBody>
      </p:sp>
      <p:sp>
        <p:nvSpPr>
          <p:cNvPr id="3" name="Content Placeholder 2">
            <a:extLst>
              <a:ext uri="{FF2B5EF4-FFF2-40B4-BE49-F238E27FC236}">
                <a16:creationId xmlns:a16="http://schemas.microsoft.com/office/drawing/2014/main" id="{18F56020-C82F-4818-A0CF-10B96D0F5EAD}"/>
              </a:ext>
            </a:extLst>
          </p:cNvPr>
          <p:cNvSpPr>
            <a:spLocks noGrp="1"/>
          </p:cNvSpPr>
          <p:nvPr>
            <p:ph sz="quarter" idx="20"/>
          </p:nvPr>
        </p:nvSpPr>
        <p:spPr/>
        <p:txBody>
          <a:bodyPr/>
          <a:lstStyle/>
          <a:p>
            <a:pPr marL="457200" indent="-457200">
              <a:buFont typeface="+mj-lt"/>
              <a:buAutoNum type="alphaLcPeriod" startAt="4"/>
            </a:pPr>
            <a:r>
              <a:rPr lang="en-US" dirty="0"/>
              <a:t>The answers are as follows:</a:t>
            </a:r>
          </a:p>
          <a:p>
            <a:r>
              <a:rPr lang="en-US" dirty="0"/>
              <a:t>The project’s NPV is $17,590, meaning that the firm earns a positive return above the required 12 % cost of capital.</a:t>
            </a:r>
          </a:p>
          <a:p>
            <a:r>
              <a:rPr lang="en-US" dirty="0"/>
              <a:t>The $100,000 refurbishing cost is a CAPEX in Year 5, leading to negative cash flow (-$43,200). However, it is depreciated over 5 years ($200,000 per year), providing tax benefits that increase cash flows from Year 6-10.</a:t>
            </a:r>
          </a:p>
        </p:txBody>
      </p:sp>
    </p:spTree>
    <p:extLst>
      <p:ext uri="{BB962C8B-B14F-4D97-AF65-F5344CB8AC3E}">
        <p14:creationId xmlns:p14="http://schemas.microsoft.com/office/powerpoint/2010/main" val="351111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1789-38B9-5264-5AFD-59D921C57F42}"/>
              </a:ext>
            </a:extLst>
          </p:cNvPr>
          <p:cNvSpPr>
            <a:spLocks noGrp="1"/>
          </p:cNvSpPr>
          <p:nvPr>
            <p:ph type="ctrTitle"/>
          </p:nvPr>
        </p:nvSpPr>
        <p:spPr/>
        <p:txBody>
          <a:bodyPr/>
          <a:lstStyle/>
          <a:p>
            <a:r>
              <a:rPr lang="en-US" dirty="0"/>
              <a:t>Question 4 (cont.)</a:t>
            </a:r>
          </a:p>
        </p:txBody>
      </p:sp>
      <p:sp>
        <p:nvSpPr>
          <p:cNvPr id="3" name="Content Placeholder 2">
            <a:extLst>
              <a:ext uri="{FF2B5EF4-FFF2-40B4-BE49-F238E27FC236}">
                <a16:creationId xmlns:a16="http://schemas.microsoft.com/office/drawing/2014/main" id="{8F3B58B0-8BE7-07FC-D50F-8D806D9303D9}"/>
              </a:ext>
            </a:extLst>
          </p:cNvPr>
          <p:cNvSpPr>
            <a:spLocks noGrp="1"/>
          </p:cNvSpPr>
          <p:nvPr>
            <p:ph sz="quarter" idx="20"/>
          </p:nvPr>
        </p:nvSpPr>
        <p:spPr>
          <a:xfrm>
            <a:off x="250826" y="1004888"/>
            <a:ext cx="8642351" cy="4028751"/>
          </a:xfrm>
        </p:spPr>
        <p:txBody>
          <a:bodyPr>
            <a:normAutofit lnSpcReduction="10000"/>
          </a:bodyPr>
          <a:lstStyle/>
          <a:p>
            <a:pPr marL="457200" indent="-457200">
              <a:buFont typeface="+mj-lt"/>
              <a:buAutoNum type="alphaLcPeriod" startAt="5"/>
            </a:pPr>
            <a:r>
              <a:rPr lang="en-US" dirty="0"/>
              <a:t>The answers are as follows:</a:t>
            </a:r>
          </a:p>
          <a:p>
            <a:r>
              <a:rPr lang="en-US" dirty="0"/>
              <a:t>Key risks associated with the investment</a:t>
            </a:r>
          </a:p>
          <a:p>
            <a:pPr marL="514350" indent="-514350">
              <a:buFont typeface="+mj-lt"/>
              <a:buAutoNum type="romanLcPeriod"/>
            </a:pPr>
            <a:r>
              <a:rPr lang="en-US" dirty="0"/>
              <a:t>Cost savings uncertainty: the project assumes $70,000 in annual cost savings, but there’s a risk that actual savings might be lower than expected. if the semiconductor industry slows down, demand for </a:t>
            </a:r>
            <a:r>
              <a:rPr lang="en-US" dirty="0" err="1"/>
              <a:t>Glentech’s</a:t>
            </a:r>
            <a:r>
              <a:rPr lang="en-US" dirty="0"/>
              <a:t> products could decline, reducing the benefit of automation.</a:t>
            </a:r>
          </a:p>
          <a:p>
            <a:pPr marL="514350" indent="-514350">
              <a:buFont typeface="+mj-lt"/>
              <a:buAutoNum type="romanLcPeriod"/>
            </a:pPr>
            <a:r>
              <a:rPr lang="en-US" dirty="0"/>
              <a:t>Technological obsolescence: over ten years, newer, more efficient technology may become available, making the investment less competitive.</a:t>
            </a:r>
          </a:p>
          <a:p>
            <a:pPr marL="514350" indent="-514350">
              <a:buFont typeface="+mj-lt"/>
              <a:buAutoNum type="romanLcPeriod"/>
            </a:pPr>
            <a:r>
              <a:rPr lang="en-US" dirty="0"/>
              <a:t>Tax policy changes: the 30% tax rate assumption impacts depreciation and tax shields. If tax policies change, the project’s expected benefits may decrease. </a:t>
            </a:r>
          </a:p>
          <a:p>
            <a:pPr marL="514350" indent="-514350">
              <a:buFont typeface="+mj-lt"/>
              <a:buAutoNum type="romanLcPeriod"/>
            </a:pPr>
            <a:r>
              <a:rPr lang="en-US" dirty="0"/>
              <a:t>Discount rate sensitivity: The project uses a 12% discount rate. If </a:t>
            </a:r>
            <a:r>
              <a:rPr lang="en-US" dirty="0" err="1"/>
              <a:t>Glentech’s</a:t>
            </a:r>
            <a:r>
              <a:rPr lang="en-US" dirty="0"/>
              <a:t> cost of capital increases, the NPV could become negative.</a:t>
            </a:r>
          </a:p>
        </p:txBody>
      </p:sp>
    </p:spTree>
    <p:extLst>
      <p:ext uri="{BB962C8B-B14F-4D97-AF65-F5344CB8AC3E}">
        <p14:creationId xmlns:p14="http://schemas.microsoft.com/office/powerpoint/2010/main" val="1080401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24EE-15E2-0BD0-0D75-6A4E470FE0B5}"/>
              </a:ext>
            </a:extLst>
          </p:cNvPr>
          <p:cNvSpPr>
            <a:spLocks noGrp="1"/>
          </p:cNvSpPr>
          <p:nvPr>
            <p:ph type="ctrTitle"/>
          </p:nvPr>
        </p:nvSpPr>
        <p:spPr/>
        <p:txBody>
          <a:bodyPr/>
          <a:lstStyle/>
          <a:p>
            <a:r>
              <a:rPr lang="en-US" dirty="0"/>
              <a:t>Question 4 (cont.)</a:t>
            </a:r>
          </a:p>
        </p:txBody>
      </p:sp>
      <p:sp>
        <p:nvSpPr>
          <p:cNvPr id="3" name="Content Placeholder 2">
            <a:extLst>
              <a:ext uri="{FF2B5EF4-FFF2-40B4-BE49-F238E27FC236}">
                <a16:creationId xmlns:a16="http://schemas.microsoft.com/office/drawing/2014/main" id="{3D31EF74-3A6B-6BA2-7BCB-E728E03B816B}"/>
              </a:ext>
            </a:extLst>
          </p:cNvPr>
          <p:cNvSpPr>
            <a:spLocks noGrp="1"/>
          </p:cNvSpPr>
          <p:nvPr>
            <p:ph sz="quarter" idx="20"/>
          </p:nvPr>
        </p:nvSpPr>
        <p:spPr/>
        <p:txBody>
          <a:bodyPr/>
          <a:lstStyle/>
          <a:p>
            <a:r>
              <a:rPr lang="en-US" dirty="0"/>
              <a:t>How to investigate these risks?</a:t>
            </a:r>
          </a:p>
          <a:p>
            <a:r>
              <a:rPr lang="en-US" dirty="0"/>
              <a:t>To manage the above risks, </a:t>
            </a:r>
            <a:r>
              <a:rPr lang="en-US" dirty="0" err="1"/>
              <a:t>Glentech</a:t>
            </a:r>
            <a:r>
              <a:rPr lang="en-US" dirty="0"/>
              <a:t> should conduct detailed risk analysis and mitigation strategies, including:</a:t>
            </a:r>
          </a:p>
          <a:p>
            <a:pPr marL="514350" indent="-514350">
              <a:buFont typeface="+mj-lt"/>
              <a:buAutoNum type="romanLcPeriod"/>
            </a:pPr>
            <a:r>
              <a:rPr lang="en-US" dirty="0"/>
              <a:t>Sensitivity analysis by adjusting key assumptions such as cost savings ($ 60,000 rather than $70,000), discount rates (14% rather than 12%). This will help identify worst-case outcomes and assess whether the project is still viable.</a:t>
            </a:r>
          </a:p>
          <a:p>
            <a:pPr marL="514350" indent="-514350">
              <a:buFont typeface="+mj-lt"/>
              <a:buAutoNum type="romanLcPeriod"/>
            </a:pPr>
            <a:r>
              <a:rPr lang="en-US" dirty="0"/>
              <a:t>Monte Carlo simulation can be applied to model multiple risk factors to estimate a range of possible NPVs rather than just a single-point estimate.</a:t>
            </a:r>
          </a:p>
        </p:txBody>
      </p:sp>
    </p:spTree>
    <p:extLst>
      <p:ext uri="{BB962C8B-B14F-4D97-AF65-F5344CB8AC3E}">
        <p14:creationId xmlns:p14="http://schemas.microsoft.com/office/powerpoint/2010/main" val="541575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38D16-58D1-26B9-3B44-CB11208788C7}"/>
              </a:ext>
            </a:extLst>
          </p:cNvPr>
          <p:cNvSpPr>
            <a:spLocks noGrp="1"/>
          </p:cNvSpPr>
          <p:nvPr>
            <p:ph type="ctrTitle"/>
          </p:nvPr>
        </p:nvSpPr>
        <p:spPr/>
        <p:txBody>
          <a:bodyPr/>
          <a:lstStyle/>
          <a:p>
            <a:r>
              <a:rPr lang="en-US" dirty="0"/>
              <a:t>Question 5</a:t>
            </a:r>
          </a:p>
        </p:txBody>
      </p:sp>
      <p:sp>
        <p:nvSpPr>
          <p:cNvPr id="3" name="Content Placeholder 2">
            <a:extLst>
              <a:ext uri="{FF2B5EF4-FFF2-40B4-BE49-F238E27FC236}">
                <a16:creationId xmlns:a16="http://schemas.microsoft.com/office/drawing/2014/main" id="{97489799-6C22-B45C-1FBA-C6720A6491DC}"/>
              </a:ext>
            </a:extLst>
          </p:cNvPr>
          <p:cNvSpPr>
            <a:spLocks noGrp="1"/>
          </p:cNvSpPr>
          <p:nvPr>
            <p:ph sz="quarter" idx="20"/>
          </p:nvPr>
        </p:nvSpPr>
        <p:spPr/>
        <p:txBody>
          <a:bodyPr/>
          <a:lstStyle/>
          <a:p>
            <a:endParaRPr lang="en-US"/>
          </a:p>
        </p:txBody>
      </p:sp>
      <p:pic>
        <p:nvPicPr>
          <p:cNvPr id="4" name="Picture 3">
            <a:extLst>
              <a:ext uri="{FF2B5EF4-FFF2-40B4-BE49-F238E27FC236}">
                <a16:creationId xmlns:a16="http://schemas.microsoft.com/office/drawing/2014/main" id="{9A0C0D4B-D393-8F14-6DF7-B3B657DF75F6}"/>
              </a:ext>
            </a:extLst>
          </p:cNvPr>
          <p:cNvPicPr>
            <a:picLocks noChangeAspect="1"/>
          </p:cNvPicPr>
          <p:nvPr/>
        </p:nvPicPr>
        <p:blipFill>
          <a:blip r:embed="rId2"/>
          <a:stretch>
            <a:fillRect/>
          </a:stretch>
        </p:blipFill>
        <p:spPr>
          <a:xfrm>
            <a:off x="1" y="899143"/>
            <a:ext cx="9143999" cy="3846753"/>
          </a:xfrm>
          <a:prstGeom prst="rect">
            <a:avLst/>
          </a:prstGeom>
        </p:spPr>
      </p:pic>
    </p:spTree>
    <p:extLst>
      <p:ext uri="{BB962C8B-B14F-4D97-AF65-F5344CB8AC3E}">
        <p14:creationId xmlns:p14="http://schemas.microsoft.com/office/powerpoint/2010/main" val="2408620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74257-74CF-0DAB-4D11-1C91546355E6}"/>
              </a:ext>
            </a:extLst>
          </p:cNvPr>
          <p:cNvSpPr>
            <a:spLocks noGrp="1"/>
          </p:cNvSpPr>
          <p:nvPr>
            <p:ph type="ctrTitle"/>
          </p:nvPr>
        </p:nvSpPr>
        <p:spPr/>
        <p:txBody>
          <a:bodyPr/>
          <a:lstStyle/>
          <a:p>
            <a:r>
              <a:rPr lang="en-US" dirty="0"/>
              <a:t>Question 5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C0AE7E-1451-351A-88B0-7953780BA2F4}"/>
                  </a:ext>
                </a:extLst>
              </p:cNvPr>
              <p:cNvSpPr>
                <a:spLocks noGrp="1"/>
              </p:cNvSpPr>
              <p:nvPr>
                <p:ph sz="quarter" idx="20"/>
              </p:nvPr>
            </p:nvSpPr>
            <p:spPr/>
            <p:txBody>
              <a:bodyPr/>
              <a:lstStyle/>
              <a:p>
                <a:pPr marL="0" indent="0">
                  <a:buNone/>
                </a:pPr>
                <a:r>
                  <a:rPr lang="en-US" b="1" dirty="0"/>
                  <a:t>Given value</a:t>
                </a:r>
              </a:p>
              <a:p>
                <a:r>
                  <a:rPr lang="en-US" dirty="0"/>
                  <a:t>Initial investment: $760,000</a:t>
                </a:r>
              </a:p>
              <a:p>
                <a:r>
                  <a:rPr lang="en-US" dirty="0"/>
                  <a:t>Operating cost savings: $250,000 per year for 5 years</a:t>
                </a:r>
              </a:p>
              <a:p>
                <a:r>
                  <a:rPr lang="en-US" dirty="0"/>
                  <a:t>Depreciation expenses: </a:t>
                </a:r>
                <a14:m>
                  <m:oMath xmlns:m="http://schemas.openxmlformats.org/officeDocument/2006/math">
                    <m:r>
                      <a:rPr lang="en-US" b="0" i="0" smtClean="0">
                        <a:latin typeface="Cambria Math" panose="02040503050406030204" pitchFamily="18" charset="0"/>
                      </a:rPr>
                      <m:t>$760,000</m:t>
                    </m:r>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r>
                      <a:rPr lang="en-US" b="0" i="1" smtClean="0">
                        <a:latin typeface="Cambria Math" panose="02040503050406030204" pitchFamily="18" charset="0"/>
                      </a:rPr>
                      <m:t>=$152,000</m:t>
                    </m:r>
                  </m:oMath>
                </a14:m>
                <a:endParaRPr lang="en-US" b="0" dirty="0"/>
              </a:p>
              <a:p>
                <a:r>
                  <a:rPr lang="en-US" dirty="0"/>
                  <a:t>Tax rate: 30%</a:t>
                </a:r>
              </a:p>
              <a:p>
                <a:r>
                  <a:rPr lang="en-US" dirty="0"/>
                  <a:t>Cost of capital: 9%</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82C0AE7E-1451-351A-88B0-7953780BA2F4}"/>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3768216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0AF2E-B4FE-12A4-1E9C-C082F0DF595B}"/>
              </a:ext>
            </a:extLst>
          </p:cNvPr>
          <p:cNvSpPr>
            <a:spLocks noGrp="1"/>
          </p:cNvSpPr>
          <p:nvPr>
            <p:ph type="ctrTitle"/>
          </p:nvPr>
        </p:nvSpPr>
        <p:spPr/>
        <p:txBody>
          <a:bodyPr/>
          <a:lstStyle/>
          <a:p>
            <a:r>
              <a:rPr lang="en-US" dirty="0"/>
              <a:t>Question 5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9E5437-4182-162B-4AE3-3D0939A7EA85}"/>
                  </a:ext>
                </a:extLst>
              </p:cNvPr>
              <p:cNvSpPr>
                <a:spLocks noGrp="1"/>
              </p:cNvSpPr>
              <p:nvPr>
                <p:ph sz="quarter" idx="20"/>
              </p:nvPr>
            </p:nvSpPr>
            <p:spPr/>
            <p:txBody>
              <a:bodyPr/>
              <a:lstStyle/>
              <a:p>
                <a:pPr marL="0" indent="0">
                  <a:buNone/>
                </a:pPr>
                <a:r>
                  <a:rPr lang="en-US" b="1" dirty="0"/>
                  <a:t>Answer</a:t>
                </a:r>
              </a:p>
              <a:p>
                <a:pPr marL="457200" indent="-457200">
                  <a:buFont typeface="+mj-lt"/>
                  <a:buAutoNum type="alphaLcPeriod"/>
                </a:pPr>
                <a:r>
                  <a:rPr lang="en-US" dirty="0"/>
                  <a:t>the calculation process is as follows:</a:t>
                </a:r>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=−760,000</m:t>
                    </m:r>
                  </m:oMath>
                </a14:m>
                <a:endParaRPr lang="en-US" b="0"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1−5</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250,000−152,000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+152,000=220,600</m:t>
                    </m:r>
                  </m:oMath>
                </a14:m>
                <a:endParaRPr lang="en-US" b="0" dirty="0">
                  <a:ea typeface="Cambria Math" panose="02040503050406030204" pitchFamily="18" charset="0"/>
                </a:endParaRPr>
              </a:p>
              <a:p>
                <a:pPr marL="457200" indent="-457200">
                  <a:buFont typeface="+mj-lt"/>
                  <a:buAutoNum type="alphaLcPeriod" startAt="2"/>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=−760,000+</m:t>
                    </m:r>
                    <m:f>
                      <m:fPr>
                        <m:ctrlPr>
                          <a:rPr lang="en-US" b="0" i="1" smtClean="0">
                            <a:latin typeface="Cambria Math" panose="02040503050406030204" pitchFamily="18" charset="0"/>
                          </a:rPr>
                        </m:ctrlPr>
                      </m:fPr>
                      <m:num>
                        <m:r>
                          <a:rPr lang="en-US" b="0" i="1" smtClean="0">
                            <a:latin typeface="Cambria Math" panose="02040503050406030204" pitchFamily="18" charset="0"/>
                          </a:rPr>
                          <m:t>220,600</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1+0.09</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220,600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1+0.09</m:t>
                                </m:r>
                              </m:e>
                            </m:d>
                          </m:e>
                          <m:sup>
                            <m:r>
                              <a:rPr lang="en-US" b="0" i="1" smtClean="0">
                                <a:latin typeface="Cambria Math" panose="02040503050406030204" pitchFamily="18" charset="0"/>
                              </a:rPr>
                              <m:t>5</m:t>
                            </m:r>
                          </m:sup>
                        </m:sSup>
                      </m:den>
                    </m:f>
                    <m:r>
                      <a:rPr lang="en-US" b="0" i="1" smtClean="0">
                        <a:latin typeface="Cambria Math" panose="02040503050406030204" pitchFamily="18" charset="0"/>
                      </a:rPr>
                      <m:t>=98,057</m:t>
                    </m:r>
                    <m:r>
                      <a:rPr lang="en-US" b="0" i="1" smtClean="0">
                        <a:latin typeface="Cambria Math" panose="02040503050406030204" pitchFamily="18" charset="0"/>
                        <a:ea typeface="Cambria Math" panose="02040503050406030204" pitchFamily="18" charset="0"/>
                      </a:rPr>
                      <m:t>&gt;0</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−760,000+</m:t>
                      </m:r>
                      <m:f>
                        <m:fPr>
                          <m:ctrlPr>
                            <a:rPr lang="en-US" i="1">
                              <a:latin typeface="Cambria Math" panose="02040503050406030204" pitchFamily="18" charset="0"/>
                            </a:rPr>
                          </m:ctrlPr>
                        </m:fPr>
                        <m:num>
                          <m:r>
                            <a:rPr lang="en-US" i="1">
                              <a:latin typeface="Cambria Math" panose="02040503050406030204" pitchFamily="18" charset="0"/>
                            </a:rPr>
                            <m:t>220,600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1</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220,600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5</m:t>
                              </m:r>
                            </m:sup>
                          </m:sSup>
                        </m:den>
                      </m:f>
                      <m:r>
                        <a:rPr lang="en-US" b="0" i="0" smtClean="0">
                          <a:latin typeface="Cambria Math" panose="02040503050406030204" pitchFamily="18" charset="0"/>
                        </a:rPr>
                        <m:t>=0,   </m:t>
                      </m:r>
                      <m:r>
                        <m:rPr>
                          <m:sty m:val="p"/>
                        </m:rPr>
                        <a:rPr lang="en-US" b="0" i="0" smtClean="0">
                          <a:latin typeface="Cambria Math" panose="02040503050406030204" pitchFamily="18" charset="0"/>
                        </a:rPr>
                        <m:t>IRR</m:t>
                      </m:r>
                      <m:r>
                        <a:rPr lang="en-US" b="0" i="0" smtClean="0">
                          <a:latin typeface="Cambria Math" panose="02040503050406030204" pitchFamily="18" charset="0"/>
                        </a:rPr>
                        <m:t>=13.85%</m:t>
                      </m:r>
                      <m:r>
                        <a:rPr lang="en-US" b="0" i="1" smtClean="0">
                          <a:latin typeface="Cambria Math" panose="02040503050406030204" pitchFamily="18" charset="0"/>
                          <a:ea typeface="Cambria Math" panose="02040503050406030204" pitchFamily="18" charset="0"/>
                        </a:rPr>
                        <m:t>&gt;9%</m:t>
                      </m:r>
                    </m:oMath>
                  </m:oMathPara>
                </a14:m>
                <a:endParaRPr lang="en-US" b="0" dirty="0"/>
              </a:p>
              <a:p>
                <a:pPr marL="0" indent="0">
                  <a:buNone/>
                </a:pPr>
                <a:r>
                  <a:rPr lang="en-US" dirty="0"/>
                  <a:t>Decision: Carson Electronics should </a:t>
                </a:r>
                <a:r>
                  <a:rPr lang="en-US" b="1" dirty="0">
                    <a:solidFill>
                      <a:srgbClr val="FF0000"/>
                    </a:solidFill>
                  </a:rPr>
                  <a:t>accept</a:t>
                </a:r>
                <a:r>
                  <a:rPr lang="en-US" dirty="0"/>
                  <a:t> the project.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559E5437-4182-162B-4AE3-3D0939A7EA85}"/>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1492723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3A819-428E-E28D-061B-D1383DBFF012}"/>
              </a:ext>
            </a:extLst>
          </p:cNvPr>
          <p:cNvSpPr>
            <a:spLocks noGrp="1"/>
          </p:cNvSpPr>
          <p:nvPr>
            <p:ph type="ctrTitle"/>
          </p:nvPr>
        </p:nvSpPr>
        <p:spPr/>
        <p:txBody>
          <a:bodyPr/>
          <a:lstStyle/>
          <a:p>
            <a:r>
              <a:rPr lang="en-US" dirty="0"/>
              <a:t>Question 5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626A44-6650-303B-B28F-B31F3A068689}"/>
                  </a:ext>
                </a:extLst>
              </p:cNvPr>
              <p:cNvSpPr>
                <a:spLocks noGrp="1"/>
              </p:cNvSpPr>
              <p:nvPr>
                <p:ph sz="quarter" idx="20"/>
              </p:nvPr>
            </p:nvSpPr>
            <p:spPr/>
            <p:txBody>
              <a:bodyPr>
                <a:normAutofit/>
              </a:bodyPr>
              <a:lstStyle/>
              <a:p>
                <a:pPr marL="457200" indent="-457200">
                  <a:buFont typeface="+mj-lt"/>
                  <a:buAutoNum type="alphaLcPeriod" startAt="3"/>
                </a:pPr>
                <a:r>
                  <a:rPr lang="en-US" dirty="0"/>
                  <a:t>the calculation process is as follows:</a:t>
                </a:r>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=−760,000</m:t>
                    </m:r>
                  </m:oMath>
                </a14:m>
                <a:endParaRPr lang="en-US" dirty="0"/>
              </a:p>
              <a:p>
                <a:pPr marL="457200" indent="-457200">
                  <a:buFont typeface="+mj-lt"/>
                  <a:buAutoNum type="arabi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1−5</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250,000</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0.8</m:t>
                        </m:r>
                        <m:r>
                          <a:rPr lang="en-US" b="0" i="1" smtClean="0">
                            <a:latin typeface="Cambria Math" panose="02040503050406030204" pitchFamily="18" charset="0"/>
                          </a:rPr>
                          <m:t>−152,000</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1−0.3</m:t>
                        </m:r>
                      </m:e>
                    </m:d>
                    <m:r>
                      <a:rPr lang="en-US" b="0" i="1" smtClean="0">
                        <a:latin typeface="Cambria Math" panose="02040503050406030204" pitchFamily="18" charset="0"/>
                        <a:ea typeface="Cambria Math" panose="02040503050406030204" pitchFamily="18" charset="0"/>
                      </a:rPr>
                      <m:t>+152,000=185,600</m:t>
                    </m:r>
                  </m:oMath>
                </a14:m>
                <a:endParaRPr lang="en-US" b="0" dirty="0">
                  <a:ea typeface="Cambria Math" panose="02040503050406030204" pitchFamily="18" charset="0"/>
                </a:endParaRPr>
              </a:p>
              <a:p>
                <a:pPr marL="457200" indent="-457200">
                  <a:buFont typeface="+mj-lt"/>
                  <a:buAutoNum type="arabi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=−760,000+</m:t>
                    </m:r>
                    <m:f>
                      <m:fPr>
                        <m:ctrlPr>
                          <a:rPr lang="en-US" b="0" i="1" smtClean="0">
                            <a:latin typeface="Cambria Math" panose="02040503050406030204" pitchFamily="18" charset="0"/>
                          </a:rPr>
                        </m:ctrlPr>
                      </m:fPr>
                      <m:num>
                        <m:r>
                          <a:rPr lang="en-US" b="0" i="1" smtClean="0">
                            <a:latin typeface="Cambria Math" panose="02040503050406030204" pitchFamily="18" charset="0"/>
                          </a:rPr>
                          <m:t>185,600</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1+0.09</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185</m:t>
                        </m:r>
                        <m:r>
                          <a:rPr lang="en-US" i="1">
                            <a:latin typeface="Cambria Math" panose="02040503050406030204" pitchFamily="18" charset="0"/>
                          </a:rPr>
                          <m:t>,600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1+0.09</m:t>
                                </m:r>
                              </m:e>
                            </m:d>
                          </m:e>
                          <m:sup>
                            <m:r>
                              <a:rPr lang="en-US" b="0" i="1" smtClean="0">
                                <a:latin typeface="Cambria Math" panose="02040503050406030204" pitchFamily="18" charset="0"/>
                              </a:rPr>
                              <m:t>5</m:t>
                            </m:r>
                          </m:sup>
                        </m:sSup>
                      </m:den>
                    </m:f>
                    <m:r>
                      <a:rPr lang="en-US" b="0" i="1" smtClean="0">
                        <a:latin typeface="Cambria Math" panose="02040503050406030204" pitchFamily="18" charset="0"/>
                      </a:rPr>
                      <m:t>=−38081&lt;</m:t>
                    </m:r>
                    <m:r>
                      <a:rPr lang="en-US" b="0" i="1" smtClean="0">
                        <a:latin typeface="Cambria Math" panose="02040503050406030204" pitchFamily="18" charset="0"/>
                        <a:ea typeface="Cambria Math" panose="02040503050406030204" pitchFamily="18" charset="0"/>
                      </a:rPr>
                      <m:t>0</m:t>
                    </m:r>
                  </m:oMath>
                </a14:m>
                <a:endParaRPr lang="en-US" dirty="0"/>
              </a:p>
              <a:p>
                <a:pPr marL="457200" indent="-457200">
                  <a:buFont typeface="+mj-lt"/>
                  <a:buAutoNum type="arabicPeriod"/>
                </a:pPr>
                <a14:m>
                  <m:oMath xmlns:m="http://schemas.openxmlformats.org/officeDocument/2006/math">
                    <m:r>
                      <a:rPr lang="en-US" i="1">
                        <a:latin typeface="Cambria Math" panose="02040503050406030204" pitchFamily="18" charset="0"/>
                      </a:rPr>
                      <m:t>−760,000+</m:t>
                    </m:r>
                    <m:f>
                      <m:fPr>
                        <m:ctrlPr>
                          <a:rPr lang="en-US" i="1">
                            <a:latin typeface="Cambria Math" panose="02040503050406030204" pitchFamily="18" charset="0"/>
                          </a:rPr>
                        </m:ctrlPr>
                      </m:fPr>
                      <m:num>
                        <m:r>
                          <a:rPr lang="en-US" i="1">
                            <a:latin typeface="Cambria Math" panose="02040503050406030204" pitchFamily="18" charset="0"/>
                          </a:rPr>
                          <m:t>185,600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1</m:t>
                            </m:r>
                          </m:sup>
                        </m:sSup>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185,600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𝐼𝑅𝑅</m:t>
                                </m:r>
                              </m:e>
                            </m:d>
                          </m:e>
                          <m:sup>
                            <m:r>
                              <a:rPr lang="en-US" i="1">
                                <a:latin typeface="Cambria Math" panose="02040503050406030204" pitchFamily="18" charset="0"/>
                              </a:rPr>
                              <m:t>5</m:t>
                            </m:r>
                          </m:sup>
                        </m:sSup>
                      </m:den>
                    </m:f>
                    <m:r>
                      <a:rPr lang="en-US" b="0" i="0" smtClean="0">
                        <a:latin typeface="Cambria Math" panose="02040503050406030204" pitchFamily="18" charset="0"/>
                      </a:rPr>
                      <m:t>=0,   </m:t>
                    </m:r>
                    <m:r>
                      <m:rPr>
                        <m:sty m:val="p"/>
                      </m:rPr>
                      <a:rPr lang="en-US" b="0" i="0" smtClean="0">
                        <a:latin typeface="Cambria Math" panose="02040503050406030204" pitchFamily="18" charset="0"/>
                      </a:rPr>
                      <m:t>IRR</m:t>
                    </m:r>
                    <m:r>
                      <a:rPr lang="en-US" b="0" i="0" smtClean="0">
                        <a:latin typeface="Cambria Math" panose="02040503050406030204" pitchFamily="18" charset="0"/>
                      </a:rPr>
                      <m:t>=</m:t>
                    </m:r>
                    <m:r>
                      <a:rPr lang="en-US" b="0" i="1" smtClean="0">
                        <a:latin typeface="Cambria Math" panose="02040503050406030204" pitchFamily="18" charset="0"/>
                      </a:rPr>
                      <m:t>7.05%</m:t>
                    </m:r>
                    <m:r>
                      <a:rPr lang="en-US" i="1">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9%</m:t>
                    </m:r>
                  </m:oMath>
                </a14:m>
                <a:endParaRPr lang="en-US" b="0" dirty="0"/>
              </a:p>
              <a:p>
                <a:pPr marL="0" indent="0">
                  <a:buNone/>
                </a:pPr>
                <a:r>
                  <a:rPr lang="en-US" dirty="0"/>
                  <a:t>Decision: In this scenario, Carson Electronics should </a:t>
                </a:r>
                <a:r>
                  <a:rPr lang="en-US" b="1" dirty="0">
                    <a:solidFill>
                      <a:srgbClr val="FF0000"/>
                    </a:solidFill>
                  </a:rPr>
                  <a:t>not accept </a:t>
                </a:r>
                <a:r>
                  <a:rPr lang="en-US" dirty="0"/>
                  <a:t>the project due to its negative NPV and insufficient IRR.</a:t>
                </a:r>
                <a:endParaRPr lang="en-US" b="0" dirty="0"/>
              </a:p>
              <a:p>
                <a:pPr marL="457200" indent="-45720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8A626A44-6650-303B-B28F-B31F3A068689}"/>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1444429944"/>
      </p:ext>
    </p:extLst>
  </p:cSld>
  <p:clrMapOvr>
    <a:masterClrMapping/>
  </p:clrMapOvr>
</p:sld>
</file>

<file path=ppt/theme/theme1.xml><?xml version="1.0" encoding="utf-8"?>
<a:theme xmlns:a="http://schemas.openxmlformats.org/drawingml/2006/main" name="Seek Wisdom Template">
  <a:themeElements>
    <a:clrScheme name="UWA">
      <a:dk1>
        <a:srgbClr val="000000"/>
      </a:dk1>
      <a:lt1>
        <a:srgbClr val="FFFFFF"/>
      </a:lt1>
      <a:dk2>
        <a:srgbClr val="27348B"/>
      </a:dk2>
      <a:lt2>
        <a:srgbClr val="E7E6E6"/>
      </a:lt2>
      <a:accent1>
        <a:srgbClr val="27348B"/>
      </a:accent1>
      <a:accent2>
        <a:srgbClr val="E2B600"/>
      </a:accent2>
      <a:accent3>
        <a:srgbClr val="000000"/>
      </a:accent3>
      <a:accent4>
        <a:srgbClr val="A39382"/>
      </a:accent4>
      <a:accent5>
        <a:srgbClr val="00B2A9"/>
      </a:accent5>
      <a:accent6>
        <a:srgbClr val="0086D6"/>
      </a:accent6>
      <a:hlink>
        <a:srgbClr val="0086D6"/>
      </a:hlink>
      <a:folHlink>
        <a:srgbClr val="27348B"/>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WA 2020 Template_BR Notes" id="{481A9DE6-1D0F-4272-9BF5-5C1D4EA72755}" vid="{06F8FE7D-574F-4D55-85A6-A990FCE83EB6}"/>
    </a:ext>
  </a:extLst>
</a:theme>
</file>

<file path=ppt/theme/theme2.xml><?xml version="1.0" encoding="utf-8"?>
<a:theme xmlns:a="http://schemas.openxmlformats.org/drawingml/2006/main" name="1_blank">
  <a:themeElements>
    <a:clrScheme name="UWA">
      <a:dk1>
        <a:sysClr val="windowText" lastClr="000000"/>
      </a:dk1>
      <a:lt1>
        <a:sysClr val="window" lastClr="FFFFFF"/>
      </a:lt1>
      <a:dk2>
        <a:srgbClr val="3F4231"/>
      </a:dk2>
      <a:lt2>
        <a:srgbClr val="EEECE1"/>
      </a:lt2>
      <a:accent1>
        <a:srgbClr val="64BCC1"/>
      </a:accent1>
      <a:accent2>
        <a:srgbClr val="C3F97B"/>
      </a:accent2>
      <a:accent3>
        <a:srgbClr val="918071"/>
      </a:accent3>
      <a:accent4>
        <a:srgbClr val="F0E4C6"/>
      </a:accent4>
      <a:accent5>
        <a:srgbClr val="304C87"/>
      </a:accent5>
      <a:accent6>
        <a:srgbClr val="D7AA29"/>
      </a:accent6>
      <a:hlink>
        <a:srgbClr val="0000FF"/>
      </a:hlink>
      <a:folHlink>
        <a:srgbClr val="21241B"/>
      </a:folHlink>
    </a:clrScheme>
    <a:fontScheme name="UWA">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B31C4CF0D3824F9C7D353E5A43BCEB" ma:contentTypeVersion="16" ma:contentTypeDescription="Create a new document." ma:contentTypeScope="" ma:versionID="8753ff9cf436a21080f0eb2daeb5805d">
  <xsd:schema xmlns:xsd="http://www.w3.org/2001/XMLSchema" xmlns:xs="http://www.w3.org/2001/XMLSchema" xmlns:p="http://schemas.microsoft.com/office/2006/metadata/properties" xmlns:ns1="http://schemas.microsoft.com/sharepoint/v3" xmlns:ns3="d12bab75-dbad-44f4-8539-78fe876917bc" xmlns:ns4="f2443631-d769-469e-9ec0-0ea7cadba350" targetNamespace="http://schemas.microsoft.com/office/2006/metadata/properties" ma:root="true" ma:fieldsID="d927e078cead535cf44a6d07887ca3e4" ns1:_="" ns3:_="" ns4:_="">
    <xsd:import namespace="http://schemas.microsoft.com/sharepoint/v3"/>
    <xsd:import namespace="d12bab75-dbad-44f4-8539-78fe876917bc"/>
    <xsd:import namespace="f2443631-d769-469e-9ec0-0ea7cadba350"/>
    <xsd:element name="properties">
      <xsd:complexType>
        <xsd:sequence>
          <xsd:element name="documentManagement">
            <xsd:complexType>
              <xsd:all>
                <xsd:element ref="ns3:MediaServiceMetadata" minOccurs="0"/>
                <xsd:element ref="ns3:MediaServiceFastMetadata" minOccurs="0"/>
                <xsd:element ref="ns3:MediaServiceDateTaken"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LengthInSeconds" minOccurs="0"/>
                <xsd:element ref="ns1:_ip_UnifiedCompliancePolicyProperties" minOccurs="0"/>
                <xsd:element ref="ns1:_ip_UnifiedCompliancePolicyUIActio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2bab75-dbad-44f4-8539-78fe876917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443631-d769-469e-9ec0-0ea7cadba35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E7070C4E-2B5E-4B1C-948C-DDFC245DED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12bab75-dbad-44f4-8539-78fe876917bc"/>
    <ds:schemaRef ds:uri="f2443631-d769-469e-9ec0-0ea7cadba3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DA74DD-4028-4170-A874-73CFD2AFB601}">
  <ds:schemaRefs>
    <ds:schemaRef ds:uri="http://schemas.microsoft.com/sharepoint/v3/contenttype/forms"/>
  </ds:schemaRefs>
</ds:datastoreItem>
</file>

<file path=customXml/itemProps3.xml><?xml version="1.0" encoding="utf-8"?>
<ds:datastoreItem xmlns:ds="http://schemas.openxmlformats.org/officeDocument/2006/customXml" ds:itemID="{990D83D6-A181-476D-A52D-BEA01DC200AC}">
  <ds:schemaRefs>
    <ds:schemaRef ds:uri="http://schemas.microsoft.com/office/infopath/2007/PartnerControls"/>
    <ds:schemaRef ds:uri="http://schemas.microsoft.com/sharepoint/v3"/>
    <ds:schemaRef ds:uri="http://purl.org/dc/term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f2443631-d769-469e-9ec0-0ea7cadba350"/>
    <ds:schemaRef ds:uri="d12bab75-dbad-44f4-8539-78fe876917b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ECU-business-law-powerpoint_standard</Template>
  <TotalTime>7764</TotalTime>
  <Words>1628</Words>
  <Application>Microsoft Office PowerPoint</Application>
  <PresentationFormat>On-screen Show (16:9)</PresentationFormat>
  <Paragraphs>181</Paragraphs>
  <Slides>29</Slides>
  <Notes>17</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29</vt:i4>
      </vt:variant>
    </vt:vector>
  </HeadingPairs>
  <TitlesOfParts>
    <vt:vector size="44" baseType="lpstr">
      <vt:lpstr>Palatino</vt:lpstr>
      <vt:lpstr>System Font Regular</vt:lpstr>
      <vt:lpstr>Arial</vt:lpstr>
      <vt:lpstr>Calibri</vt:lpstr>
      <vt:lpstr>Cambria Math</vt:lpstr>
      <vt:lpstr>Century Gothic</vt:lpstr>
      <vt:lpstr>Courier New</vt:lpstr>
      <vt:lpstr>Garamond</vt:lpstr>
      <vt:lpstr>Georgia</vt:lpstr>
      <vt:lpstr>Montserrat Light</vt:lpstr>
      <vt:lpstr>Palatino Linotype</vt:lpstr>
      <vt:lpstr>Times New Roman</vt:lpstr>
      <vt:lpstr>Wingdings</vt:lpstr>
      <vt:lpstr>Seek Wisdom Template</vt:lpstr>
      <vt:lpstr>1_blank</vt:lpstr>
      <vt:lpstr>PowerPoint Presentation</vt:lpstr>
      <vt:lpstr>Agenda</vt:lpstr>
      <vt:lpstr>Knowledge review 1: FCF, CAPEX</vt:lpstr>
      <vt:lpstr>Knowledge review 1: FCF, CAPEX</vt:lpstr>
      <vt:lpstr>Knowledge review 1: FCF, CAPEX</vt:lpstr>
      <vt:lpstr>Question 1</vt:lpstr>
      <vt:lpstr>Question 1 (cont.)</vt:lpstr>
      <vt:lpstr>Question 1 (cont.)</vt:lpstr>
      <vt:lpstr>Question 1 (cont.)</vt:lpstr>
      <vt:lpstr>Question 1 (cont.)</vt:lpstr>
      <vt:lpstr>Question 2</vt:lpstr>
      <vt:lpstr>Question 2 (cont.)</vt:lpstr>
      <vt:lpstr>Question 2 (cont.)</vt:lpstr>
      <vt:lpstr>PowerPoint Presentation</vt:lpstr>
      <vt:lpstr>Question 3 </vt:lpstr>
      <vt:lpstr>Question 3 (cont.)</vt:lpstr>
      <vt:lpstr>Question 3 (cont.)</vt:lpstr>
      <vt:lpstr>Question 4</vt:lpstr>
      <vt:lpstr>Question 4 (cont.)</vt:lpstr>
      <vt:lpstr>Question 4 (cont.)</vt:lpstr>
      <vt:lpstr>Question 4 (cont.)</vt:lpstr>
      <vt:lpstr>Question 4 (cont.)</vt:lpstr>
      <vt:lpstr>Question 4 (cont.)</vt:lpstr>
      <vt:lpstr>Question 4 (cont.)</vt:lpstr>
      <vt:lpstr>Question 4 (cont.)</vt:lpstr>
      <vt:lpstr>Question 5</vt:lpstr>
      <vt:lpstr>Question 5 (cont.)</vt:lpstr>
      <vt:lpstr>Question 5 (cont.)</vt:lpstr>
      <vt:lpstr>Question 5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ZHANG</dc:creator>
  <cp:lastModifiedBy>Zirui Song</cp:lastModifiedBy>
  <cp:revision>176</cp:revision>
  <dcterms:created xsi:type="dcterms:W3CDTF">2022-11-21T02:38:42Z</dcterms:created>
  <dcterms:modified xsi:type="dcterms:W3CDTF">2025-03-19T09:16:17Z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0x010100B6B31C4CF0D3824F9C7D353E5A43BCEB</vt:lpwstr>
  </property>
</Properties>
</file>